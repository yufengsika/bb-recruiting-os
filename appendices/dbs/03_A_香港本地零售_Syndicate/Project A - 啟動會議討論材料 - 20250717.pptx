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5.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p:sldMasterIdLst>
    <p:sldMasterId id="2147483648" r:id="rId6"/>
    <p:sldMasterId id="2147483703" r:id="rId7"/>
    <p:sldMasterId id="2147483729" r:id="rId8"/>
    <p:sldMasterId id="2147483751" r:id="rId9"/>
    <p:sldMasterId id="2147483766" r:id="rId10"/>
    <p:sldMasterId id="2147483780" r:id="rId11"/>
  </p:sldMasterIdLst>
  <p:notesMasterIdLst>
    <p:notesMasterId r:id="rId41"/>
  </p:notesMasterIdLst>
  <p:handoutMasterIdLst>
    <p:handoutMasterId r:id="rId42"/>
  </p:handoutMasterIdLst>
  <p:sldIdLst>
    <p:sldId id="2147477229" r:id="rId12"/>
    <p:sldId id="2147477230" r:id="rId13"/>
    <p:sldId id="2147477231" r:id="rId14"/>
    <p:sldId id="2147477232" r:id="rId15"/>
    <p:sldId id="2147477233" r:id="rId16"/>
    <p:sldId id="2147477234" r:id="rId17"/>
    <p:sldId id="2147477235" r:id="rId18"/>
    <p:sldId id="2147477236" r:id="rId19"/>
    <p:sldId id="2147477237" r:id="rId20"/>
    <p:sldId id="2147477238" r:id="rId21"/>
    <p:sldId id="2147477239" r:id="rId22"/>
    <p:sldId id="2147477240" r:id="rId23"/>
    <p:sldId id="1601" r:id="rId24"/>
    <p:sldId id="2147477245" r:id="rId25"/>
    <p:sldId id="2147477246" r:id="rId26"/>
    <p:sldId id="2147477248" r:id="rId27"/>
    <p:sldId id="2147477249" r:id="rId28"/>
    <p:sldId id="2147477250" r:id="rId29"/>
    <p:sldId id="2147477251" r:id="rId30"/>
    <p:sldId id="2147477252" r:id="rId31"/>
    <p:sldId id="2147477253" r:id="rId32"/>
    <p:sldId id="2147477254" r:id="rId33"/>
    <p:sldId id="2913" r:id="rId34"/>
    <p:sldId id="2914" r:id="rId35"/>
    <p:sldId id="2920" r:id="rId36"/>
    <p:sldId id="2918" r:id="rId37"/>
    <p:sldId id="2926" r:id="rId38"/>
    <p:sldId id="2921" r:id="rId39"/>
    <p:sldId id="1325" r:id="rId40"/>
  </p:sldIdLst>
  <p:sldSz cx="9144000" cy="6858000" type="screen4x3"/>
  <p:notesSz cx="7019925" cy="9305925"/>
  <p:defaultTextStyle>
    <a:defPPr>
      <a:defRPr lang="en-US"/>
    </a:defPPr>
    <a:lvl1pPr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1pPr>
    <a:lvl2pPr marL="457152"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2pPr>
    <a:lvl3pPr marL="914303"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3pPr>
    <a:lvl4pPr marL="1371455"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4pPr>
    <a:lvl5pPr marL="1828606"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5pPr>
    <a:lvl6pPr marL="2285758"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6pPr>
    <a:lvl7pPr marL="2742909"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7pPr>
    <a:lvl8pPr marL="3200061"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8pPr>
    <a:lvl9pPr marL="3657212"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9pPr>
  </p:defaultTextStyle>
  <p:extLst>
    <p:ext uri="{521415D9-36F7-43E2-AB2F-B90AF26B5E84}">
      <p14:sectionLst xmlns:p14="http://schemas.microsoft.com/office/powerpoint/2010/main">
        <p14:section name="Default Section" id="{1A263F6B-96C2-4FC3-8BB5-8D5C263D7CF1}">
          <p14:sldIdLst>
            <p14:sldId id="2147477229"/>
            <p14:sldId id="2147477230"/>
            <p14:sldId id="2147477231"/>
            <p14:sldId id="2147477232"/>
            <p14:sldId id="2147477233"/>
            <p14:sldId id="2147477234"/>
            <p14:sldId id="2147477235"/>
            <p14:sldId id="2147477236"/>
            <p14:sldId id="2147477237"/>
            <p14:sldId id="2147477238"/>
            <p14:sldId id="2147477239"/>
            <p14:sldId id="2147477240"/>
            <p14:sldId id="1601"/>
            <p14:sldId id="2147477245"/>
            <p14:sldId id="2147477246"/>
            <p14:sldId id="2147477248"/>
            <p14:sldId id="2147477249"/>
            <p14:sldId id="2147477250"/>
            <p14:sldId id="2147477251"/>
            <p14:sldId id="2147477252"/>
            <p14:sldId id="2147477253"/>
            <p14:sldId id="2147477254"/>
            <p14:sldId id="2913"/>
            <p14:sldId id="2914"/>
            <p14:sldId id="2920"/>
            <p14:sldId id="2918"/>
            <p14:sldId id="2926"/>
            <p14:sldId id="2921"/>
            <p14:sldId id="1325"/>
          </p14:sldIdLst>
        </p14:section>
      </p14:sectionLst>
    </p:ext>
    <p:ext uri="{EFAFB233-063F-42B5-8137-9DF3F51BA10A}">
      <p15:sldGuideLst xmlns:p15="http://schemas.microsoft.com/office/powerpoint/2012/main">
        <p15:guide id="1" orient="horz" pos="2581">
          <p15:clr>
            <a:srgbClr val="A4A3A4"/>
          </p15:clr>
        </p15:guide>
        <p15:guide id="2" pos="566">
          <p15:clr>
            <a:srgbClr val="A4A3A4"/>
          </p15:clr>
        </p15:guide>
        <p15:guide id="3" pos="5363">
          <p15:clr>
            <a:srgbClr val="A4A3A4"/>
          </p15:clr>
        </p15:guide>
        <p15:guide id="4" pos="2969">
          <p15:clr>
            <a:srgbClr val="A4A3A4"/>
          </p15:clr>
        </p15:guide>
      </p15:sldGuideLst>
    </p:ext>
    <p:ext uri="{2D200454-40CA-4A62-9FC3-DE9A4176ACB9}">
      <p15:notesGuideLst xmlns:p15="http://schemas.microsoft.com/office/powerpoint/2012/main">
        <p15:guide id="1" orient="horz" pos="2931" userDrawn="1">
          <p15:clr>
            <a:srgbClr val="A4A3A4"/>
          </p15:clr>
        </p15:guide>
        <p15:guide id="2" pos="221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E386240-08C7-A9B1-D3DF-95C96DC66381}" name="DBS" initials="DBS" userId="DBS"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3D01"/>
    <a:srgbClr val="D4FF67"/>
    <a:srgbClr val="BAFE68"/>
    <a:srgbClr val="99FF66"/>
    <a:srgbClr val="B2B2B2"/>
    <a:srgbClr val="FAD0A9"/>
    <a:srgbClr val="E6B9B8"/>
    <a:srgbClr val="404040"/>
    <a:srgbClr val="C6650C"/>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D3C33A-9B9E-4583-B062-CF946E8ABBD6}" v="1" dt="2025-07-17T10:36:44.133"/>
    <p1510:client id="{B3E022DD-9104-4E52-81B3-52E6C1F2AAF6}" v="12" dt="2025-07-17T09:59:53.660"/>
    <p1510:client id="{D8EFBF44-63CF-4A10-B76F-BA01E678379C}" v="3657" dt="2025-07-16T14:46:12.8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488" autoAdjust="0"/>
    <p:restoredTop sz="96247" autoAdjust="0"/>
  </p:normalViewPr>
  <p:slideViewPr>
    <p:cSldViewPr snapToGrid="0">
      <p:cViewPr varScale="1">
        <p:scale>
          <a:sx n="107" d="100"/>
          <a:sy n="107" d="100"/>
        </p:scale>
        <p:origin x="1434" y="102"/>
      </p:cViewPr>
      <p:guideLst>
        <p:guide orient="horz" pos="2581"/>
        <p:guide pos="566"/>
        <p:guide pos="5363"/>
        <p:guide pos="2969"/>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931"/>
        <p:guide pos="221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slide" Target="slides/slide28.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handoutMaster" Target="handoutMasters/handoutMaster1.xml"/><Relationship Id="rId47" Type="http://schemas.microsoft.com/office/2016/11/relationships/changesInfo" Target="changesInfos/changesInfo1.xml"/><Relationship Id="rId7" Type="http://schemas.openxmlformats.org/officeDocument/2006/relationships/slideMaster" Target="slideMasters/slideMaster2.xml"/><Relationship Id="rId2" Type="http://schemas.openxmlformats.org/officeDocument/2006/relationships/customXml" Target="../customXml/item2.xml"/><Relationship Id="rId16" Type="http://schemas.openxmlformats.org/officeDocument/2006/relationships/slide" Target="slides/slide5.xml"/><Relationship Id="rId29" Type="http://schemas.openxmlformats.org/officeDocument/2006/relationships/slide" Target="slides/slide18.xml"/><Relationship Id="rId11" Type="http://schemas.openxmlformats.org/officeDocument/2006/relationships/slideMaster" Target="slideMasters/slideMaster6.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theme" Target="theme/theme1.xml"/><Relationship Id="rId5" Type="http://schemas.openxmlformats.org/officeDocument/2006/relationships/customXml" Target="../customXml/item5.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microsoft.com/office/2018/10/relationships/authors" Target="authors.xml"/><Relationship Id="rId10" Type="http://schemas.openxmlformats.org/officeDocument/2006/relationships/slideMaster" Target="slideMasters/slideMaster5.xml"/><Relationship Id="rId19" Type="http://schemas.openxmlformats.org/officeDocument/2006/relationships/slide" Target="slides/slide8.xml"/><Relationship Id="rId31" Type="http://schemas.openxmlformats.org/officeDocument/2006/relationships/slide" Target="slides/slide20.xml"/><Relationship Id="rId44"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Master" Target="slideMasters/slideMaster4.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Master" Target="slideMasters/slideMaster3.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tableStyles" Target="tableStyles.xml"/><Relationship Id="rId20" Type="http://schemas.openxmlformats.org/officeDocument/2006/relationships/slide" Target="slides/slide9.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de Zhenjie HUANG" userId="879176f8-54f1-4133-bc9a-b17335350ec0" providerId="ADAL" clId="{B3E022DD-9104-4E52-81B3-52E6C1F2AAF6}"/>
    <pc:docChg chg="undo custSel modSld">
      <pc:chgData name="Jade Zhenjie HUANG" userId="879176f8-54f1-4133-bc9a-b17335350ec0" providerId="ADAL" clId="{B3E022DD-9104-4E52-81B3-52E6C1F2AAF6}" dt="2025-07-17T09:59:53.660" v="1168"/>
      <pc:docMkLst>
        <pc:docMk/>
      </pc:docMkLst>
      <pc:sldChg chg="modSp mod">
        <pc:chgData name="Jade Zhenjie HUANG" userId="879176f8-54f1-4133-bc9a-b17335350ec0" providerId="ADAL" clId="{B3E022DD-9104-4E52-81B3-52E6C1F2AAF6}" dt="2025-07-17T08:20:26.429" v="1024" actId="20577"/>
        <pc:sldMkLst>
          <pc:docMk/>
          <pc:sldMk cId="3866502229" sldId="1601"/>
        </pc:sldMkLst>
        <pc:spChg chg="mod">
          <ac:chgData name="Jade Zhenjie HUANG" userId="879176f8-54f1-4133-bc9a-b17335350ec0" providerId="ADAL" clId="{B3E022DD-9104-4E52-81B3-52E6C1F2AAF6}" dt="2025-07-17T08:20:26.429" v="1024" actId="20577"/>
          <ac:spMkLst>
            <pc:docMk/>
            <pc:sldMk cId="3866502229" sldId="1601"/>
            <ac:spMk id="134149" creationId="{00000000-0000-0000-0000-000000000000}"/>
          </ac:spMkLst>
        </pc:spChg>
        <pc:graphicFrameChg chg="mod modGraphic">
          <ac:chgData name="Jade Zhenjie HUANG" userId="879176f8-54f1-4133-bc9a-b17335350ec0" providerId="ADAL" clId="{B3E022DD-9104-4E52-81B3-52E6C1F2AAF6}" dt="2025-07-17T08:19:25.829" v="1018" actId="6549"/>
          <ac:graphicFrameMkLst>
            <pc:docMk/>
            <pc:sldMk cId="3866502229" sldId="1601"/>
            <ac:graphicFrameMk id="7" creationId="{90B85D19-D6FB-4A3A-9A02-691B0E9D75BA}"/>
          </ac:graphicFrameMkLst>
        </pc:graphicFrameChg>
      </pc:sldChg>
      <pc:sldChg chg="modSp mod">
        <pc:chgData name="Jade Zhenjie HUANG" userId="879176f8-54f1-4133-bc9a-b17335350ec0" providerId="ADAL" clId="{B3E022DD-9104-4E52-81B3-52E6C1F2AAF6}" dt="2025-07-17T08:13:28.131" v="772" actId="20577"/>
        <pc:sldMkLst>
          <pc:docMk/>
          <pc:sldMk cId="1568530476" sldId="2914"/>
        </pc:sldMkLst>
        <pc:spChg chg="mod">
          <ac:chgData name="Jade Zhenjie HUANG" userId="879176f8-54f1-4133-bc9a-b17335350ec0" providerId="ADAL" clId="{B3E022DD-9104-4E52-81B3-52E6C1F2AAF6}" dt="2025-07-17T08:13:28.131" v="772" actId="20577"/>
          <ac:spMkLst>
            <pc:docMk/>
            <pc:sldMk cId="1568530476" sldId="2914"/>
            <ac:spMk id="5" creationId="{73BDDC17-3637-16E5-3829-6D528A7BA288}"/>
          </ac:spMkLst>
        </pc:spChg>
      </pc:sldChg>
      <pc:sldChg chg="modSp mod">
        <pc:chgData name="Jade Zhenjie HUANG" userId="879176f8-54f1-4133-bc9a-b17335350ec0" providerId="ADAL" clId="{B3E022DD-9104-4E52-81B3-52E6C1F2AAF6}" dt="2025-07-17T08:15:31.258" v="981" actId="20577"/>
        <pc:sldMkLst>
          <pc:docMk/>
          <pc:sldMk cId="386991417" sldId="2918"/>
        </pc:sldMkLst>
        <pc:spChg chg="mod">
          <ac:chgData name="Jade Zhenjie HUANG" userId="879176f8-54f1-4133-bc9a-b17335350ec0" providerId="ADAL" clId="{B3E022DD-9104-4E52-81B3-52E6C1F2AAF6}" dt="2025-07-17T08:15:10.064" v="973" actId="20577"/>
          <ac:spMkLst>
            <pc:docMk/>
            <pc:sldMk cId="386991417" sldId="2918"/>
            <ac:spMk id="2" creationId="{015854C7-6576-43D9-A882-C7A701D1ABC0}"/>
          </ac:spMkLst>
        </pc:spChg>
        <pc:spChg chg="mod">
          <ac:chgData name="Jade Zhenjie HUANG" userId="879176f8-54f1-4133-bc9a-b17335350ec0" providerId="ADAL" clId="{B3E022DD-9104-4E52-81B3-52E6C1F2AAF6}" dt="2025-07-17T08:15:31.258" v="981" actId="20577"/>
          <ac:spMkLst>
            <pc:docMk/>
            <pc:sldMk cId="386991417" sldId="2918"/>
            <ac:spMk id="18" creationId="{CA8CEA12-7489-4642-BD8A-5A9C05EF540B}"/>
          </ac:spMkLst>
        </pc:spChg>
      </pc:sldChg>
      <pc:sldChg chg="modSp mod">
        <pc:chgData name="Jade Zhenjie HUANG" userId="879176f8-54f1-4133-bc9a-b17335350ec0" providerId="ADAL" clId="{B3E022DD-9104-4E52-81B3-52E6C1F2AAF6}" dt="2025-07-17T09:54:03.383" v="1164" actId="14100"/>
        <pc:sldMkLst>
          <pc:docMk/>
          <pc:sldMk cId="782142391" sldId="2920"/>
        </pc:sldMkLst>
        <pc:spChg chg="mod">
          <ac:chgData name="Jade Zhenjie HUANG" userId="879176f8-54f1-4133-bc9a-b17335350ec0" providerId="ADAL" clId="{B3E022DD-9104-4E52-81B3-52E6C1F2AAF6}" dt="2025-07-17T08:14:04.832" v="894" actId="20577"/>
          <ac:spMkLst>
            <pc:docMk/>
            <pc:sldMk cId="782142391" sldId="2920"/>
            <ac:spMk id="2" creationId="{DF76431A-9B9A-5B2E-79F3-13F27AF65E77}"/>
          </ac:spMkLst>
        </pc:spChg>
        <pc:spChg chg="mod">
          <ac:chgData name="Jade Zhenjie HUANG" userId="879176f8-54f1-4133-bc9a-b17335350ec0" providerId="ADAL" clId="{B3E022DD-9104-4E52-81B3-52E6C1F2AAF6}" dt="2025-07-17T09:53:52.268" v="1157" actId="14100"/>
          <ac:spMkLst>
            <pc:docMk/>
            <pc:sldMk cId="782142391" sldId="2920"/>
            <ac:spMk id="5" creationId="{E9455A1C-EB0C-B8F8-BC75-BCD44922A158}"/>
          </ac:spMkLst>
        </pc:spChg>
        <pc:spChg chg="mod">
          <ac:chgData name="Jade Zhenjie HUANG" userId="879176f8-54f1-4133-bc9a-b17335350ec0" providerId="ADAL" clId="{B3E022DD-9104-4E52-81B3-52E6C1F2AAF6}" dt="2025-07-17T08:14:34.902" v="930" actId="1036"/>
          <ac:spMkLst>
            <pc:docMk/>
            <pc:sldMk cId="782142391" sldId="2920"/>
            <ac:spMk id="6" creationId="{C729CF3A-BEBD-6AFA-E73B-AADD0DB4F8AB}"/>
          </ac:spMkLst>
        </pc:spChg>
        <pc:spChg chg="mod">
          <ac:chgData name="Jade Zhenjie HUANG" userId="879176f8-54f1-4133-bc9a-b17335350ec0" providerId="ADAL" clId="{B3E022DD-9104-4E52-81B3-52E6C1F2AAF6}" dt="2025-07-17T09:53:58.323" v="1163" actId="1035"/>
          <ac:spMkLst>
            <pc:docMk/>
            <pc:sldMk cId="782142391" sldId="2920"/>
            <ac:spMk id="7" creationId="{EFF7057F-7212-05E4-DCFB-B4FA01B6AA13}"/>
          </ac:spMkLst>
        </pc:spChg>
        <pc:spChg chg="mod">
          <ac:chgData name="Jade Zhenjie HUANG" userId="879176f8-54f1-4133-bc9a-b17335350ec0" providerId="ADAL" clId="{B3E022DD-9104-4E52-81B3-52E6C1F2AAF6}" dt="2025-07-17T09:53:58.323" v="1163" actId="1035"/>
          <ac:spMkLst>
            <pc:docMk/>
            <pc:sldMk cId="782142391" sldId="2920"/>
            <ac:spMk id="9" creationId="{B8293F15-3FE4-3CBA-526C-1DE4C200BB31}"/>
          </ac:spMkLst>
        </pc:spChg>
        <pc:spChg chg="mod">
          <ac:chgData name="Jade Zhenjie HUANG" userId="879176f8-54f1-4133-bc9a-b17335350ec0" providerId="ADAL" clId="{B3E022DD-9104-4E52-81B3-52E6C1F2AAF6}" dt="2025-07-17T09:54:03.383" v="1164" actId="14100"/>
          <ac:spMkLst>
            <pc:docMk/>
            <pc:sldMk cId="782142391" sldId="2920"/>
            <ac:spMk id="16" creationId="{C738B42B-D797-40C7-BBE0-BA14892C404C}"/>
          </ac:spMkLst>
        </pc:spChg>
        <pc:cxnChg chg="mod">
          <ac:chgData name="Jade Zhenjie HUANG" userId="879176f8-54f1-4133-bc9a-b17335350ec0" providerId="ADAL" clId="{B3E022DD-9104-4E52-81B3-52E6C1F2AAF6}" dt="2025-07-17T08:14:40.568" v="949" actId="1036"/>
          <ac:cxnSpMkLst>
            <pc:docMk/>
            <pc:sldMk cId="782142391" sldId="2920"/>
            <ac:cxnSpMk id="4" creationId="{8670B353-2281-B7A1-BCC3-EF1507C1C029}"/>
          </ac:cxnSpMkLst>
        </pc:cxnChg>
        <pc:cxnChg chg="mod">
          <ac:chgData name="Jade Zhenjie HUANG" userId="879176f8-54f1-4133-bc9a-b17335350ec0" providerId="ADAL" clId="{B3E022DD-9104-4E52-81B3-52E6C1F2AAF6}" dt="2025-07-17T08:14:30.760" v="917" actId="1036"/>
          <ac:cxnSpMkLst>
            <pc:docMk/>
            <pc:sldMk cId="782142391" sldId="2920"/>
            <ac:cxnSpMk id="8" creationId="{08746B18-C9DC-1156-9BF2-BDE00B11264D}"/>
          </ac:cxnSpMkLst>
        </pc:cxnChg>
      </pc:sldChg>
      <pc:sldChg chg="modSp mod">
        <pc:chgData name="Jade Zhenjie HUANG" userId="879176f8-54f1-4133-bc9a-b17335350ec0" providerId="ADAL" clId="{B3E022DD-9104-4E52-81B3-52E6C1F2AAF6}" dt="2025-07-17T08:16:02.404" v="1016" actId="20577"/>
        <pc:sldMkLst>
          <pc:docMk/>
          <pc:sldMk cId="3097122188" sldId="2921"/>
        </pc:sldMkLst>
        <pc:spChg chg="mod">
          <ac:chgData name="Jade Zhenjie HUANG" userId="879176f8-54f1-4133-bc9a-b17335350ec0" providerId="ADAL" clId="{B3E022DD-9104-4E52-81B3-52E6C1F2AAF6}" dt="2025-07-17T08:16:02.404" v="1016" actId="20577"/>
          <ac:spMkLst>
            <pc:docMk/>
            <pc:sldMk cId="3097122188" sldId="2921"/>
            <ac:spMk id="12" creationId="{40813443-937C-4D8B-9849-07EBBA86EA67}"/>
          </ac:spMkLst>
        </pc:spChg>
      </pc:sldChg>
      <pc:sldChg chg="modSp mod">
        <pc:chgData name="Jade Zhenjie HUANG" userId="879176f8-54f1-4133-bc9a-b17335350ec0" providerId="ADAL" clId="{B3E022DD-9104-4E52-81B3-52E6C1F2AAF6}" dt="2025-07-17T09:27:53.001" v="1087" actId="20577"/>
        <pc:sldMkLst>
          <pc:docMk/>
          <pc:sldMk cId="3011030265" sldId="2147477230"/>
        </pc:sldMkLst>
        <pc:graphicFrameChg chg="modGraphic">
          <ac:chgData name="Jade Zhenjie HUANG" userId="879176f8-54f1-4133-bc9a-b17335350ec0" providerId="ADAL" clId="{B3E022DD-9104-4E52-81B3-52E6C1F2AAF6}" dt="2025-07-17T09:27:53.001" v="1087" actId="20577"/>
          <ac:graphicFrameMkLst>
            <pc:docMk/>
            <pc:sldMk cId="3011030265" sldId="2147477230"/>
            <ac:graphicFrameMk id="4" creationId="{497FBE30-88B8-46EB-AF64-26CA17170CAB}"/>
          </ac:graphicFrameMkLst>
        </pc:graphicFrameChg>
      </pc:sldChg>
      <pc:sldChg chg="modSp mod">
        <pc:chgData name="Jade Zhenjie HUANG" userId="879176f8-54f1-4133-bc9a-b17335350ec0" providerId="ADAL" clId="{B3E022DD-9104-4E52-81B3-52E6C1F2AAF6}" dt="2025-07-17T06:54:33.315" v="73" actId="20577"/>
        <pc:sldMkLst>
          <pc:docMk/>
          <pc:sldMk cId="1592794854" sldId="2147477232"/>
        </pc:sldMkLst>
        <pc:graphicFrameChg chg="modGraphic">
          <ac:chgData name="Jade Zhenjie HUANG" userId="879176f8-54f1-4133-bc9a-b17335350ec0" providerId="ADAL" clId="{B3E022DD-9104-4E52-81B3-52E6C1F2AAF6}" dt="2025-07-17T06:54:33.315" v="73" actId="20577"/>
          <ac:graphicFrameMkLst>
            <pc:docMk/>
            <pc:sldMk cId="1592794854" sldId="2147477232"/>
            <ac:graphicFrameMk id="4" creationId="{497FBE30-88B8-46EB-AF64-26CA17170CAB}"/>
          </ac:graphicFrameMkLst>
        </pc:graphicFrameChg>
        <pc:graphicFrameChg chg="mod modGraphic">
          <ac:chgData name="Jade Zhenjie HUANG" userId="879176f8-54f1-4133-bc9a-b17335350ec0" providerId="ADAL" clId="{B3E022DD-9104-4E52-81B3-52E6C1F2AAF6}" dt="2025-07-17T06:51:36.044" v="33" actId="20577"/>
          <ac:graphicFrameMkLst>
            <pc:docMk/>
            <pc:sldMk cId="1592794854" sldId="2147477232"/>
            <ac:graphicFrameMk id="6" creationId="{B666382E-6372-47A2-AFAD-30280B397A46}"/>
          </ac:graphicFrameMkLst>
        </pc:graphicFrameChg>
      </pc:sldChg>
      <pc:sldChg chg="modSp mod">
        <pc:chgData name="Jade Zhenjie HUANG" userId="879176f8-54f1-4133-bc9a-b17335350ec0" providerId="ADAL" clId="{B3E022DD-9104-4E52-81B3-52E6C1F2AAF6}" dt="2025-07-17T09:59:53.660" v="1168"/>
        <pc:sldMkLst>
          <pc:docMk/>
          <pc:sldMk cId="2444486549" sldId="2147477233"/>
        </pc:sldMkLst>
        <pc:graphicFrameChg chg="mod modGraphic">
          <ac:chgData name="Jade Zhenjie HUANG" userId="879176f8-54f1-4133-bc9a-b17335350ec0" providerId="ADAL" clId="{B3E022DD-9104-4E52-81B3-52E6C1F2AAF6}" dt="2025-07-17T09:59:53.660" v="1168"/>
          <ac:graphicFrameMkLst>
            <pc:docMk/>
            <pc:sldMk cId="2444486549" sldId="2147477233"/>
            <ac:graphicFrameMk id="4" creationId="{497FBE30-88B8-46EB-AF64-26CA17170CAB}"/>
          </ac:graphicFrameMkLst>
        </pc:graphicFrameChg>
      </pc:sldChg>
      <pc:sldChg chg="modSp mod">
        <pc:chgData name="Jade Zhenjie HUANG" userId="879176f8-54f1-4133-bc9a-b17335350ec0" providerId="ADAL" clId="{B3E022DD-9104-4E52-81B3-52E6C1F2AAF6}" dt="2025-07-17T09:59:48.887" v="1165"/>
        <pc:sldMkLst>
          <pc:docMk/>
          <pc:sldMk cId="4023558697" sldId="2147477234"/>
        </pc:sldMkLst>
        <pc:graphicFrameChg chg="mod modGraphic">
          <ac:chgData name="Jade Zhenjie HUANG" userId="879176f8-54f1-4133-bc9a-b17335350ec0" providerId="ADAL" clId="{B3E022DD-9104-4E52-81B3-52E6C1F2AAF6}" dt="2025-07-17T09:59:48.887" v="1165"/>
          <ac:graphicFrameMkLst>
            <pc:docMk/>
            <pc:sldMk cId="4023558697" sldId="2147477234"/>
            <ac:graphicFrameMk id="4" creationId="{497FBE30-88B8-46EB-AF64-26CA17170CAB}"/>
          </ac:graphicFrameMkLst>
        </pc:graphicFrameChg>
      </pc:sldChg>
      <pc:sldChg chg="modSp mod">
        <pc:chgData name="Jade Zhenjie HUANG" userId="879176f8-54f1-4133-bc9a-b17335350ec0" providerId="ADAL" clId="{B3E022DD-9104-4E52-81B3-52E6C1F2AAF6}" dt="2025-07-17T07:07:05.765" v="79" actId="20577"/>
        <pc:sldMkLst>
          <pc:docMk/>
          <pc:sldMk cId="3969844518" sldId="2147477236"/>
        </pc:sldMkLst>
        <pc:spChg chg="mod">
          <ac:chgData name="Jade Zhenjie HUANG" userId="879176f8-54f1-4133-bc9a-b17335350ec0" providerId="ADAL" clId="{B3E022DD-9104-4E52-81B3-52E6C1F2AAF6}" dt="2025-07-17T07:07:02.965" v="76" actId="20577"/>
          <ac:spMkLst>
            <pc:docMk/>
            <pc:sldMk cId="3969844518" sldId="2147477236"/>
            <ac:spMk id="64" creationId="{0F5E37A0-3704-408A-80C5-D1BD39EF6B43}"/>
          </ac:spMkLst>
        </pc:spChg>
        <pc:spChg chg="mod">
          <ac:chgData name="Jade Zhenjie HUANG" userId="879176f8-54f1-4133-bc9a-b17335350ec0" providerId="ADAL" clId="{B3E022DD-9104-4E52-81B3-52E6C1F2AAF6}" dt="2025-07-17T07:07:05.765" v="79" actId="20577"/>
          <ac:spMkLst>
            <pc:docMk/>
            <pc:sldMk cId="3969844518" sldId="2147477236"/>
            <ac:spMk id="65" creationId="{C39F4512-2583-4294-AFD8-DB86EEA3AAE4}"/>
          </ac:spMkLst>
        </pc:spChg>
      </pc:sldChg>
      <pc:sldChg chg="modSp mod">
        <pc:chgData name="Jade Zhenjie HUANG" userId="879176f8-54f1-4133-bc9a-b17335350ec0" providerId="ADAL" clId="{B3E022DD-9104-4E52-81B3-52E6C1F2AAF6}" dt="2025-07-17T09:38:29.096" v="1147" actId="1035"/>
        <pc:sldMkLst>
          <pc:docMk/>
          <pc:sldMk cId="2308597234" sldId="2147477240"/>
        </pc:sldMkLst>
        <pc:spChg chg="mod">
          <ac:chgData name="Jade Zhenjie HUANG" userId="879176f8-54f1-4133-bc9a-b17335350ec0" providerId="ADAL" clId="{B3E022DD-9104-4E52-81B3-52E6C1F2AAF6}" dt="2025-07-17T09:38:29.096" v="1147" actId="1035"/>
          <ac:spMkLst>
            <pc:docMk/>
            <pc:sldMk cId="2308597234" sldId="2147477240"/>
            <ac:spMk id="3" creationId="{79CA7D4A-17E0-45F8-8FB5-32421E0BB920}"/>
          </ac:spMkLst>
        </pc:spChg>
        <pc:spChg chg="mod">
          <ac:chgData name="Jade Zhenjie HUANG" userId="879176f8-54f1-4133-bc9a-b17335350ec0" providerId="ADAL" clId="{B3E022DD-9104-4E52-81B3-52E6C1F2AAF6}" dt="2025-07-17T07:52:39.540" v="80"/>
          <ac:spMkLst>
            <pc:docMk/>
            <pc:sldMk cId="2308597234" sldId="2147477240"/>
            <ac:spMk id="6" creationId="{00F13C8A-0762-3A21-7C66-ADD9C46F08B5}"/>
          </ac:spMkLst>
        </pc:spChg>
        <pc:spChg chg="mod">
          <ac:chgData name="Jade Zhenjie HUANG" userId="879176f8-54f1-4133-bc9a-b17335350ec0" providerId="ADAL" clId="{B3E022DD-9104-4E52-81B3-52E6C1F2AAF6}" dt="2025-07-17T07:54:55.550" v="117" actId="1038"/>
          <ac:spMkLst>
            <pc:docMk/>
            <pc:sldMk cId="2308597234" sldId="2147477240"/>
            <ac:spMk id="8" creationId="{CF9BED9E-C6DD-8999-138F-73FA8B874CEA}"/>
          </ac:spMkLst>
        </pc:spChg>
        <pc:spChg chg="mod">
          <ac:chgData name="Jade Zhenjie HUANG" userId="879176f8-54f1-4133-bc9a-b17335350ec0" providerId="ADAL" clId="{B3E022DD-9104-4E52-81B3-52E6C1F2AAF6}" dt="2025-07-17T07:57:41.387" v="147" actId="1036"/>
          <ac:spMkLst>
            <pc:docMk/>
            <pc:sldMk cId="2308597234" sldId="2147477240"/>
            <ac:spMk id="54" creationId="{CCB53538-2C97-2A04-2D11-CFBFB543409C}"/>
          </ac:spMkLst>
        </pc:spChg>
        <pc:spChg chg="mod">
          <ac:chgData name="Jade Zhenjie HUANG" userId="879176f8-54f1-4133-bc9a-b17335350ec0" providerId="ADAL" clId="{B3E022DD-9104-4E52-81B3-52E6C1F2AAF6}" dt="2025-07-17T07:57:36.426" v="139" actId="1036"/>
          <ac:spMkLst>
            <pc:docMk/>
            <pc:sldMk cId="2308597234" sldId="2147477240"/>
            <ac:spMk id="67" creationId="{C46E64E5-B372-2462-0AED-F373B81AAFB4}"/>
          </ac:spMkLst>
        </pc:spChg>
        <pc:spChg chg="mod">
          <ac:chgData name="Jade Zhenjie HUANG" userId="879176f8-54f1-4133-bc9a-b17335350ec0" providerId="ADAL" clId="{B3E022DD-9104-4E52-81B3-52E6C1F2AAF6}" dt="2025-07-17T07:57:47.853" v="152" actId="1036"/>
          <ac:spMkLst>
            <pc:docMk/>
            <pc:sldMk cId="2308597234" sldId="2147477240"/>
            <ac:spMk id="68" creationId="{615AE6BA-56A2-DAAC-C059-3DBE9D908BC6}"/>
          </ac:spMkLst>
        </pc:spChg>
        <pc:spChg chg="mod">
          <ac:chgData name="Jade Zhenjie HUANG" userId="879176f8-54f1-4133-bc9a-b17335350ec0" providerId="ADAL" clId="{B3E022DD-9104-4E52-81B3-52E6C1F2AAF6}" dt="2025-07-17T07:57:26.695" v="123" actId="20577"/>
          <ac:spMkLst>
            <pc:docMk/>
            <pc:sldMk cId="2308597234" sldId="2147477240"/>
            <ac:spMk id="74" creationId="{A140ECED-A551-CA9A-039C-E635B2BFF59E}"/>
          </ac:spMkLst>
        </pc:spChg>
      </pc:sldChg>
      <pc:sldChg chg="modSp mod">
        <pc:chgData name="Jade Zhenjie HUANG" userId="879176f8-54f1-4133-bc9a-b17335350ec0" providerId="ADAL" clId="{B3E022DD-9104-4E52-81B3-52E6C1F2AAF6}" dt="2025-07-17T08:02:35.200" v="174" actId="20577"/>
        <pc:sldMkLst>
          <pc:docMk/>
          <pc:sldMk cId="3882592094" sldId="2147477245"/>
        </pc:sldMkLst>
        <pc:graphicFrameChg chg="mod modGraphic">
          <ac:chgData name="Jade Zhenjie HUANG" userId="879176f8-54f1-4133-bc9a-b17335350ec0" providerId="ADAL" clId="{B3E022DD-9104-4E52-81B3-52E6C1F2AAF6}" dt="2025-07-17T08:02:35.200" v="174" actId="20577"/>
          <ac:graphicFrameMkLst>
            <pc:docMk/>
            <pc:sldMk cId="3882592094" sldId="2147477245"/>
            <ac:graphicFrameMk id="7" creationId="{90B85D19-D6FB-4A3A-9A02-691B0E9D75BA}"/>
          </ac:graphicFrameMkLst>
        </pc:graphicFrameChg>
      </pc:sldChg>
      <pc:sldChg chg="modSp mod">
        <pc:chgData name="Jade Zhenjie HUANG" userId="879176f8-54f1-4133-bc9a-b17335350ec0" providerId="ADAL" clId="{B3E022DD-9104-4E52-81B3-52E6C1F2AAF6}" dt="2025-07-17T09:49:07.456" v="1155" actId="20577"/>
        <pc:sldMkLst>
          <pc:docMk/>
          <pc:sldMk cId="130656847" sldId="2147477246"/>
        </pc:sldMkLst>
        <pc:graphicFrameChg chg="mod modGraphic">
          <ac:chgData name="Jade Zhenjie HUANG" userId="879176f8-54f1-4133-bc9a-b17335350ec0" providerId="ADAL" clId="{B3E022DD-9104-4E52-81B3-52E6C1F2AAF6}" dt="2025-07-17T09:49:07.456" v="1155" actId="20577"/>
          <ac:graphicFrameMkLst>
            <pc:docMk/>
            <pc:sldMk cId="130656847" sldId="2147477246"/>
            <ac:graphicFrameMk id="7" creationId="{90B85D19-D6FB-4A3A-9A02-691B0E9D75BA}"/>
          </ac:graphicFrameMkLst>
        </pc:graphicFrameChg>
      </pc:sldChg>
      <pc:sldChg chg="modSp mod">
        <pc:chgData name="Jade Zhenjie HUANG" userId="879176f8-54f1-4133-bc9a-b17335350ec0" providerId="ADAL" clId="{B3E022DD-9104-4E52-81B3-52E6C1F2AAF6}" dt="2025-07-17T08:07:03.438" v="408" actId="20577"/>
        <pc:sldMkLst>
          <pc:docMk/>
          <pc:sldMk cId="115805348" sldId="2147477248"/>
        </pc:sldMkLst>
        <pc:graphicFrameChg chg="mod modGraphic">
          <ac:chgData name="Jade Zhenjie HUANG" userId="879176f8-54f1-4133-bc9a-b17335350ec0" providerId="ADAL" clId="{B3E022DD-9104-4E52-81B3-52E6C1F2AAF6}" dt="2025-07-17T08:07:03.438" v="408" actId="20577"/>
          <ac:graphicFrameMkLst>
            <pc:docMk/>
            <pc:sldMk cId="115805348" sldId="2147477248"/>
            <ac:graphicFrameMk id="7" creationId="{90B85D19-D6FB-4A3A-9A02-691B0E9D75BA}"/>
          </ac:graphicFrameMkLst>
        </pc:graphicFrameChg>
      </pc:sldChg>
      <pc:sldChg chg="modSp mod">
        <pc:chgData name="Jade Zhenjie HUANG" userId="879176f8-54f1-4133-bc9a-b17335350ec0" providerId="ADAL" clId="{B3E022DD-9104-4E52-81B3-52E6C1F2AAF6}" dt="2025-07-17T08:09:49.490" v="607" actId="20577"/>
        <pc:sldMkLst>
          <pc:docMk/>
          <pc:sldMk cId="4187873973" sldId="2147477249"/>
        </pc:sldMkLst>
        <pc:graphicFrameChg chg="modGraphic">
          <ac:chgData name="Jade Zhenjie HUANG" userId="879176f8-54f1-4133-bc9a-b17335350ec0" providerId="ADAL" clId="{B3E022DD-9104-4E52-81B3-52E6C1F2AAF6}" dt="2025-07-17T08:09:49.490" v="607" actId="20577"/>
          <ac:graphicFrameMkLst>
            <pc:docMk/>
            <pc:sldMk cId="4187873973" sldId="2147477249"/>
            <ac:graphicFrameMk id="7" creationId="{90B85D19-D6FB-4A3A-9A02-691B0E9D75BA}"/>
          </ac:graphicFrameMkLst>
        </pc:graphicFrameChg>
      </pc:sldChg>
      <pc:sldChg chg="modSp mod">
        <pc:chgData name="Jade Zhenjie HUANG" userId="879176f8-54f1-4133-bc9a-b17335350ec0" providerId="ADAL" clId="{B3E022DD-9104-4E52-81B3-52E6C1F2AAF6}" dt="2025-07-17T08:10:35.271" v="634" actId="20577"/>
        <pc:sldMkLst>
          <pc:docMk/>
          <pc:sldMk cId="423686458" sldId="2147477250"/>
        </pc:sldMkLst>
        <pc:graphicFrameChg chg="modGraphic">
          <ac:chgData name="Jade Zhenjie HUANG" userId="879176f8-54f1-4133-bc9a-b17335350ec0" providerId="ADAL" clId="{B3E022DD-9104-4E52-81B3-52E6C1F2AAF6}" dt="2025-07-17T08:10:35.271" v="634" actId="20577"/>
          <ac:graphicFrameMkLst>
            <pc:docMk/>
            <pc:sldMk cId="423686458" sldId="2147477250"/>
            <ac:graphicFrameMk id="7" creationId="{90B85D19-D6FB-4A3A-9A02-691B0E9D75BA}"/>
          </ac:graphicFrameMkLst>
        </pc:graphicFrameChg>
      </pc:sldChg>
      <pc:sldChg chg="modSp mod">
        <pc:chgData name="Jade Zhenjie HUANG" userId="879176f8-54f1-4133-bc9a-b17335350ec0" providerId="ADAL" clId="{B3E022DD-9104-4E52-81B3-52E6C1F2AAF6}" dt="2025-07-17T08:11:36.974" v="719" actId="20577"/>
        <pc:sldMkLst>
          <pc:docMk/>
          <pc:sldMk cId="1856712376" sldId="2147477251"/>
        </pc:sldMkLst>
        <pc:graphicFrameChg chg="modGraphic">
          <ac:chgData name="Jade Zhenjie HUANG" userId="879176f8-54f1-4133-bc9a-b17335350ec0" providerId="ADAL" clId="{B3E022DD-9104-4E52-81B3-52E6C1F2AAF6}" dt="2025-07-17T08:11:36.974" v="719" actId="20577"/>
          <ac:graphicFrameMkLst>
            <pc:docMk/>
            <pc:sldMk cId="1856712376" sldId="2147477251"/>
            <ac:graphicFrameMk id="7" creationId="{90B85D19-D6FB-4A3A-9A02-691B0E9D75BA}"/>
          </ac:graphicFrameMkLst>
        </pc:graphicFrameChg>
      </pc:sldChg>
      <pc:sldChg chg="modSp mod">
        <pc:chgData name="Jade Zhenjie HUANG" userId="879176f8-54f1-4133-bc9a-b17335350ec0" providerId="ADAL" clId="{B3E022DD-9104-4E52-81B3-52E6C1F2AAF6}" dt="2025-07-17T08:12:24.646" v="753" actId="20577"/>
        <pc:sldMkLst>
          <pc:docMk/>
          <pc:sldMk cId="21675634" sldId="2147477252"/>
        </pc:sldMkLst>
        <pc:graphicFrameChg chg="mod modGraphic">
          <ac:chgData name="Jade Zhenjie HUANG" userId="879176f8-54f1-4133-bc9a-b17335350ec0" providerId="ADAL" clId="{B3E022DD-9104-4E52-81B3-52E6C1F2AAF6}" dt="2025-07-17T08:12:24.646" v="753" actId="20577"/>
          <ac:graphicFrameMkLst>
            <pc:docMk/>
            <pc:sldMk cId="21675634" sldId="2147477252"/>
            <ac:graphicFrameMk id="7" creationId="{90B85D19-D6FB-4A3A-9A02-691B0E9D75BA}"/>
          </ac:graphicFrameMkLst>
        </pc:graphicFrameChg>
      </pc:sldChg>
      <pc:sldChg chg="modSp">
        <pc:chgData name="Jade Zhenjie HUANG" userId="879176f8-54f1-4133-bc9a-b17335350ec0" providerId="ADAL" clId="{B3E022DD-9104-4E52-81B3-52E6C1F2AAF6}" dt="2025-07-17T08:12:57.989" v="755"/>
        <pc:sldMkLst>
          <pc:docMk/>
          <pc:sldMk cId="2838203928" sldId="2147477253"/>
        </pc:sldMkLst>
        <pc:graphicFrameChg chg="mod">
          <ac:chgData name="Jade Zhenjie HUANG" userId="879176f8-54f1-4133-bc9a-b17335350ec0" providerId="ADAL" clId="{B3E022DD-9104-4E52-81B3-52E6C1F2AAF6}" dt="2025-07-17T08:12:57.989" v="755"/>
          <ac:graphicFrameMkLst>
            <pc:docMk/>
            <pc:sldMk cId="2838203928" sldId="2147477253"/>
            <ac:graphicFrameMk id="7" creationId="{90B85D19-D6FB-4A3A-9A02-691B0E9D75BA}"/>
          </ac:graphicFrameMkLst>
        </pc:graphicFrameChg>
      </pc:sldChg>
      <pc:sldChg chg="modSp mod">
        <pc:chgData name="Jade Zhenjie HUANG" userId="879176f8-54f1-4133-bc9a-b17335350ec0" providerId="ADAL" clId="{B3E022DD-9104-4E52-81B3-52E6C1F2AAF6}" dt="2025-07-17T08:13:13.298" v="762" actId="20577"/>
        <pc:sldMkLst>
          <pc:docMk/>
          <pc:sldMk cId="4251988053" sldId="2147477254"/>
        </pc:sldMkLst>
        <pc:graphicFrameChg chg="modGraphic">
          <ac:chgData name="Jade Zhenjie HUANG" userId="879176f8-54f1-4133-bc9a-b17335350ec0" providerId="ADAL" clId="{B3E022DD-9104-4E52-81B3-52E6C1F2AAF6}" dt="2025-07-17T08:13:13.298" v="762" actId="20577"/>
          <ac:graphicFrameMkLst>
            <pc:docMk/>
            <pc:sldMk cId="4251988053" sldId="2147477254"/>
            <ac:graphicFrameMk id="7" creationId="{90B85D19-D6FB-4A3A-9A02-691B0E9D75BA}"/>
          </ac:graphicFrameMkLst>
        </pc:graphicFrameChg>
      </pc:sldChg>
    </pc:docChg>
  </pc:docChgLst>
  <pc:docChgLst>
    <pc:chgData name="Jade Zhenjie HUANG" userId="879176f8-54f1-4133-bc9a-b17335350ec0" providerId="ADAL" clId="{9CD3C33A-9B9E-4583-B062-CF946E8ABBD6}"/>
    <pc:docChg chg="custSel modSld">
      <pc:chgData name="Jade Zhenjie HUANG" userId="879176f8-54f1-4133-bc9a-b17335350ec0" providerId="ADAL" clId="{9CD3C33A-9B9E-4583-B062-CF946E8ABBD6}" dt="2025-07-17T10:37:00.988" v="7" actId="404"/>
      <pc:docMkLst>
        <pc:docMk/>
      </pc:docMkLst>
      <pc:sldChg chg="addSp delSp modSp mod">
        <pc:chgData name="Jade Zhenjie HUANG" userId="879176f8-54f1-4133-bc9a-b17335350ec0" providerId="ADAL" clId="{9CD3C33A-9B9E-4583-B062-CF946E8ABBD6}" dt="2025-07-17T10:37:00.988" v="7" actId="404"/>
        <pc:sldMkLst>
          <pc:docMk/>
          <pc:sldMk cId="2308597234" sldId="2147477240"/>
        </pc:sldMkLst>
        <pc:spChg chg="del">
          <ac:chgData name="Jade Zhenjie HUANG" userId="879176f8-54f1-4133-bc9a-b17335350ec0" providerId="ADAL" clId="{9CD3C33A-9B9E-4583-B062-CF946E8ABBD6}" dt="2025-07-17T10:36:43.661" v="0" actId="478"/>
          <ac:spMkLst>
            <pc:docMk/>
            <pc:sldMk cId="2308597234" sldId="2147477240"/>
            <ac:spMk id="2" creationId="{30E0D0D5-DE45-D199-0E55-01DD85B2CA20}"/>
          </ac:spMkLst>
        </pc:spChg>
        <pc:spChg chg="add mod">
          <ac:chgData name="Jade Zhenjie HUANG" userId="879176f8-54f1-4133-bc9a-b17335350ec0" providerId="ADAL" clId="{9CD3C33A-9B9E-4583-B062-CF946E8ABBD6}" dt="2025-07-17T10:37:00.988" v="7" actId="404"/>
          <ac:spMkLst>
            <pc:docMk/>
            <pc:sldMk cId="2308597234" sldId="2147477240"/>
            <ac:spMk id="9" creationId="{59414B59-0458-FEDE-9ADD-2552992C9653}"/>
          </ac:spMkLst>
        </pc:spChg>
      </pc:sldChg>
    </pc:docChg>
  </pc:docChgLst>
  <pc:docChgLst>
    <pc:chgData name="Hiu Yeung Justin LAU" userId="2de4e81c-a186-4320-b173-6eff3626e50d" providerId="ADAL" clId="{0FEB5180-316E-4EA6-A8D3-9710618038A6}"/>
    <pc:docChg chg="undo redo custSel addSld delSld modSld modSection">
      <pc:chgData name="Hiu Yeung Justin LAU" userId="2de4e81c-a186-4320-b173-6eff3626e50d" providerId="ADAL" clId="{0FEB5180-316E-4EA6-A8D3-9710618038A6}" dt="2025-07-15T11:33:14.426" v="1988" actId="2711"/>
      <pc:docMkLst>
        <pc:docMk/>
      </pc:docMkLst>
      <pc:sldChg chg="modSp mod">
        <pc:chgData name="Hiu Yeung Justin LAU" userId="2de4e81c-a186-4320-b173-6eff3626e50d" providerId="ADAL" clId="{0FEB5180-316E-4EA6-A8D3-9710618038A6}" dt="2025-07-15T10:48:10.430" v="1693" actId="14734"/>
        <pc:sldMkLst>
          <pc:docMk/>
          <pc:sldMk cId="4046441320" sldId="1308"/>
        </pc:sldMkLst>
        <pc:graphicFrameChg chg="modGraphic">
          <ac:chgData name="Hiu Yeung Justin LAU" userId="2de4e81c-a186-4320-b173-6eff3626e50d" providerId="ADAL" clId="{0FEB5180-316E-4EA6-A8D3-9710618038A6}" dt="2025-07-15T10:48:10.430" v="1693" actId="14734"/>
          <ac:graphicFrameMkLst>
            <pc:docMk/>
            <pc:sldMk cId="4046441320" sldId="1308"/>
            <ac:graphicFrameMk id="9" creationId="{D29EBB7B-D4F3-4E24-98CB-1089DCCB28F5}"/>
          </ac:graphicFrameMkLst>
        </pc:graphicFrameChg>
      </pc:sldChg>
      <pc:sldChg chg="modSp mod">
        <pc:chgData name="Hiu Yeung Justin LAU" userId="2de4e81c-a186-4320-b173-6eff3626e50d" providerId="ADAL" clId="{0FEB5180-316E-4EA6-A8D3-9710618038A6}" dt="2025-07-15T10:14:21.571" v="1442" actId="20577"/>
        <pc:sldMkLst>
          <pc:docMk/>
          <pc:sldMk cId="3866502229" sldId="1601"/>
        </pc:sldMkLst>
        <pc:graphicFrameChg chg="modGraphic">
          <ac:chgData name="Hiu Yeung Justin LAU" userId="2de4e81c-a186-4320-b173-6eff3626e50d" providerId="ADAL" clId="{0FEB5180-316E-4EA6-A8D3-9710618038A6}" dt="2025-07-15T09:45:04.557" v="741" actId="207"/>
          <ac:graphicFrameMkLst>
            <pc:docMk/>
            <pc:sldMk cId="3866502229" sldId="1601"/>
            <ac:graphicFrameMk id="6" creationId="{E244F3F2-7B79-4167-8988-FDE4935724FB}"/>
          </ac:graphicFrameMkLst>
        </pc:graphicFrameChg>
        <pc:graphicFrameChg chg="mod modGraphic">
          <ac:chgData name="Hiu Yeung Justin LAU" userId="2de4e81c-a186-4320-b173-6eff3626e50d" providerId="ADAL" clId="{0FEB5180-316E-4EA6-A8D3-9710618038A6}" dt="2025-07-15T10:14:21.571" v="1442" actId="20577"/>
          <ac:graphicFrameMkLst>
            <pc:docMk/>
            <pc:sldMk cId="3866502229" sldId="1601"/>
            <ac:graphicFrameMk id="7" creationId="{90B85D19-D6FB-4A3A-9A02-691B0E9D75BA}"/>
          </ac:graphicFrameMkLst>
        </pc:graphicFrameChg>
      </pc:sldChg>
      <pc:sldChg chg="modSp add mod">
        <pc:chgData name="Hiu Yeung Justin LAU" userId="2de4e81c-a186-4320-b173-6eff3626e50d" providerId="ADAL" clId="{0FEB5180-316E-4EA6-A8D3-9710618038A6}" dt="2025-07-15T11:29:24.104" v="1942" actId="14100"/>
        <pc:sldMkLst>
          <pc:docMk/>
          <pc:sldMk cId="3016829572" sldId="2147477242"/>
        </pc:sldMkLst>
        <pc:spChg chg="mod">
          <ac:chgData name="Hiu Yeung Justin LAU" userId="2de4e81c-a186-4320-b173-6eff3626e50d" providerId="ADAL" clId="{0FEB5180-316E-4EA6-A8D3-9710618038A6}" dt="2025-07-15T09:48:08.208" v="811"/>
          <ac:spMkLst>
            <pc:docMk/>
            <pc:sldMk cId="3016829572" sldId="2147477242"/>
            <ac:spMk id="134149" creationId="{00000000-0000-0000-0000-000000000000}"/>
          </ac:spMkLst>
        </pc:spChg>
        <pc:graphicFrameChg chg="mod modGraphic">
          <ac:chgData name="Hiu Yeung Justin LAU" userId="2de4e81c-a186-4320-b173-6eff3626e50d" providerId="ADAL" clId="{0FEB5180-316E-4EA6-A8D3-9710618038A6}" dt="2025-07-15T10:04:45.063" v="1416" actId="207"/>
          <ac:graphicFrameMkLst>
            <pc:docMk/>
            <pc:sldMk cId="3016829572" sldId="2147477242"/>
            <ac:graphicFrameMk id="6" creationId="{E244F3F2-7B79-4167-8988-FDE4935724FB}"/>
          </ac:graphicFrameMkLst>
        </pc:graphicFrameChg>
        <pc:graphicFrameChg chg="mod modGraphic">
          <ac:chgData name="Hiu Yeung Justin LAU" userId="2de4e81c-a186-4320-b173-6eff3626e50d" providerId="ADAL" clId="{0FEB5180-316E-4EA6-A8D3-9710618038A6}" dt="2025-07-15T11:29:24.104" v="1942" actId="14100"/>
          <ac:graphicFrameMkLst>
            <pc:docMk/>
            <pc:sldMk cId="3016829572" sldId="2147477242"/>
            <ac:graphicFrameMk id="7" creationId="{90B85D19-D6FB-4A3A-9A02-691B0E9D75BA}"/>
          </ac:graphicFrameMkLst>
        </pc:graphicFrameChg>
      </pc:sldChg>
      <pc:sldChg chg="modSp add mod">
        <pc:chgData name="Hiu Yeung Justin LAU" userId="2de4e81c-a186-4320-b173-6eff3626e50d" providerId="ADAL" clId="{0FEB5180-316E-4EA6-A8D3-9710618038A6}" dt="2025-07-15T10:17:08.218" v="1473"/>
        <pc:sldMkLst>
          <pc:docMk/>
          <pc:sldMk cId="3696434467" sldId="2147477243"/>
        </pc:sldMkLst>
        <pc:spChg chg="mod">
          <ac:chgData name="Hiu Yeung Justin LAU" userId="2de4e81c-a186-4320-b173-6eff3626e50d" providerId="ADAL" clId="{0FEB5180-316E-4EA6-A8D3-9710618038A6}" dt="2025-07-15T10:17:08.218" v="1473"/>
          <ac:spMkLst>
            <pc:docMk/>
            <pc:sldMk cId="3696434467" sldId="2147477243"/>
            <ac:spMk id="134149" creationId="{00000000-0000-0000-0000-000000000000}"/>
          </ac:spMkLst>
        </pc:spChg>
        <pc:graphicFrameChg chg="mod modGraphic">
          <ac:chgData name="Hiu Yeung Justin LAU" userId="2de4e81c-a186-4320-b173-6eff3626e50d" providerId="ADAL" clId="{0FEB5180-316E-4EA6-A8D3-9710618038A6}" dt="2025-07-15T10:14:30.390" v="1450" actId="20577"/>
          <ac:graphicFrameMkLst>
            <pc:docMk/>
            <pc:sldMk cId="3696434467" sldId="2147477243"/>
            <ac:graphicFrameMk id="7" creationId="{90B85D19-D6FB-4A3A-9A02-691B0E9D75BA}"/>
          </ac:graphicFrameMkLst>
        </pc:graphicFrameChg>
      </pc:sldChg>
      <pc:sldChg chg="modSp add del mod">
        <pc:chgData name="Hiu Yeung Justin LAU" userId="2de4e81c-a186-4320-b173-6eff3626e50d" providerId="ADAL" clId="{0FEB5180-316E-4EA6-A8D3-9710618038A6}" dt="2025-07-15T11:06:27.538" v="1729" actId="2696"/>
        <pc:sldMkLst>
          <pc:docMk/>
          <pc:sldMk cId="2635576797" sldId="2147477244"/>
        </pc:sldMkLst>
        <pc:spChg chg="mod">
          <ac:chgData name="Hiu Yeung Justin LAU" userId="2de4e81c-a186-4320-b173-6eff3626e50d" providerId="ADAL" clId="{0FEB5180-316E-4EA6-A8D3-9710618038A6}" dt="2025-07-15T10:17:17.276" v="1476"/>
          <ac:spMkLst>
            <pc:docMk/>
            <pc:sldMk cId="2635576797" sldId="2147477244"/>
            <ac:spMk id="134149" creationId="{00000000-0000-0000-0000-000000000000}"/>
          </ac:spMkLst>
        </pc:spChg>
        <pc:graphicFrameChg chg="mod modGraphic">
          <ac:chgData name="Hiu Yeung Justin LAU" userId="2de4e81c-a186-4320-b173-6eff3626e50d" providerId="ADAL" clId="{0FEB5180-316E-4EA6-A8D3-9710618038A6}" dt="2025-07-15T10:15:35.888" v="1467" actId="20577"/>
          <ac:graphicFrameMkLst>
            <pc:docMk/>
            <pc:sldMk cId="2635576797" sldId="2147477244"/>
            <ac:graphicFrameMk id="7" creationId="{90B85D19-D6FB-4A3A-9A02-691B0E9D75BA}"/>
          </ac:graphicFrameMkLst>
        </pc:graphicFrameChg>
      </pc:sldChg>
      <pc:sldChg chg="modSp add mod">
        <pc:chgData name="Hiu Yeung Justin LAU" userId="2de4e81c-a186-4320-b173-6eff3626e50d" providerId="ADAL" clId="{0FEB5180-316E-4EA6-A8D3-9710618038A6}" dt="2025-07-15T11:06:38.978" v="1735" actId="20577"/>
        <pc:sldMkLst>
          <pc:docMk/>
          <pc:sldMk cId="3882592094" sldId="2147477245"/>
        </pc:sldMkLst>
        <pc:spChg chg="mod">
          <ac:chgData name="Hiu Yeung Justin LAU" userId="2de4e81c-a186-4320-b173-6eff3626e50d" providerId="ADAL" clId="{0FEB5180-316E-4EA6-A8D3-9710618038A6}" dt="2025-07-15T10:17:24.663" v="1477"/>
          <ac:spMkLst>
            <pc:docMk/>
            <pc:sldMk cId="3882592094" sldId="2147477245"/>
            <ac:spMk id="134149" creationId="{00000000-0000-0000-0000-000000000000}"/>
          </ac:spMkLst>
        </pc:spChg>
        <pc:graphicFrameChg chg="mod modGraphic">
          <ac:chgData name="Hiu Yeung Justin LAU" userId="2de4e81c-a186-4320-b173-6eff3626e50d" providerId="ADAL" clId="{0FEB5180-316E-4EA6-A8D3-9710618038A6}" dt="2025-07-15T11:06:38.978" v="1735" actId="20577"/>
          <ac:graphicFrameMkLst>
            <pc:docMk/>
            <pc:sldMk cId="3882592094" sldId="2147477245"/>
            <ac:graphicFrameMk id="7" creationId="{90B85D19-D6FB-4A3A-9A02-691B0E9D75BA}"/>
          </ac:graphicFrameMkLst>
        </pc:graphicFrameChg>
      </pc:sldChg>
      <pc:sldChg chg="modSp add mod">
        <pc:chgData name="Hiu Yeung Justin LAU" userId="2de4e81c-a186-4320-b173-6eff3626e50d" providerId="ADAL" clId="{0FEB5180-316E-4EA6-A8D3-9710618038A6}" dt="2025-07-15T11:07:27.653" v="1738" actId="2711"/>
        <pc:sldMkLst>
          <pc:docMk/>
          <pc:sldMk cId="130656847" sldId="2147477246"/>
        </pc:sldMkLst>
        <pc:graphicFrameChg chg="mod modGraphic">
          <ac:chgData name="Hiu Yeung Justin LAU" userId="2de4e81c-a186-4320-b173-6eff3626e50d" providerId="ADAL" clId="{0FEB5180-316E-4EA6-A8D3-9710618038A6}" dt="2025-07-15T11:07:27.653" v="1738" actId="2711"/>
          <ac:graphicFrameMkLst>
            <pc:docMk/>
            <pc:sldMk cId="130656847" sldId="2147477246"/>
            <ac:graphicFrameMk id="7" creationId="{90B85D19-D6FB-4A3A-9A02-691B0E9D75BA}"/>
          </ac:graphicFrameMkLst>
        </pc:graphicFrameChg>
      </pc:sldChg>
      <pc:sldChg chg="addSp delSp modSp add mod">
        <pc:chgData name="Hiu Yeung Justin LAU" userId="2de4e81c-a186-4320-b173-6eff3626e50d" providerId="ADAL" clId="{0FEB5180-316E-4EA6-A8D3-9710618038A6}" dt="2025-07-15T11:08:26.133" v="1741" actId="2711"/>
        <pc:sldMkLst>
          <pc:docMk/>
          <pc:sldMk cId="1898357900" sldId="2147477247"/>
        </pc:sldMkLst>
        <pc:spChg chg="add del">
          <ac:chgData name="Hiu Yeung Justin LAU" userId="2de4e81c-a186-4320-b173-6eff3626e50d" providerId="ADAL" clId="{0FEB5180-316E-4EA6-A8D3-9710618038A6}" dt="2025-07-15T10:18:03.823" v="1487" actId="22"/>
          <ac:spMkLst>
            <pc:docMk/>
            <pc:sldMk cId="1898357900" sldId="2147477247"/>
            <ac:spMk id="4" creationId="{CB3F3990-A481-FDA4-FB0E-BE2474169C61}"/>
          </ac:spMkLst>
        </pc:spChg>
        <pc:graphicFrameChg chg="mod modGraphic">
          <ac:chgData name="Hiu Yeung Justin LAU" userId="2de4e81c-a186-4320-b173-6eff3626e50d" providerId="ADAL" clId="{0FEB5180-316E-4EA6-A8D3-9710618038A6}" dt="2025-07-15T11:08:26.133" v="1741" actId="2711"/>
          <ac:graphicFrameMkLst>
            <pc:docMk/>
            <pc:sldMk cId="1898357900" sldId="2147477247"/>
            <ac:graphicFrameMk id="7" creationId="{90B85D19-D6FB-4A3A-9A02-691B0E9D75BA}"/>
          </ac:graphicFrameMkLst>
        </pc:graphicFrameChg>
      </pc:sldChg>
      <pc:sldChg chg="modSp add mod">
        <pc:chgData name="Hiu Yeung Justin LAU" userId="2de4e81c-a186-4320-b173-6eff3626e50d" providerId="ADAL" clId="{0FEB5180-316E-4EA6-A8D3-9710618038A6}" dt="2025-07-15T11:11:08.494" v="1755" actId="1076"/>
        <pc:sldMkLst>
          <pc:docMk/>
          <pc:sldMk cId="115805348" sldId="2147477248"/>
        </pc:sldMkLst>
        <pc:graphicFrameChg chg="mod modGraphic">
          <ac:chgData name="Hiu Yeung Justin LAU" userId="2de4e81c-a186-4320-b173-6eff3626e50d" providerId="ADAL" clId="{0FEB5180-316E-4EA6-A8D3-9710618038A6}" dt="2025-07-15T11:11:08.494" v="1755" actId="1076"/>
          <ac:graphicFrameMkLst>
            <pc:docMk/>
            <pc:sldMk cId="115805348" sldId="2147477248"/>
            <ac:graphicFrameMk id="7" creationId="{90B85D19-D6FB-4A3A-9A02-691B0E9D75BA}"/>
          </ac:graphicFrameMkLst>
        </pc:graphicFrameChg>
      </pc:sldChg>
      <pc:sldChg chg="modSp add mod">
        <pc:chgData name="Hiu Yeung Justin LAU" userId="2de4e81c-a186-4320-b173-6eff3626e50d" providerId="ADAL" clId="{0FEB5180-316E-4EA6-A8D3-9710618038A6}" dt="2025-07-15T11:12:59.795" v="1768" actId="20577"/>
        <pc:sldMkLst>
          <pc:docMk/>
          <pc:sldMk cId="4187873973" sldId="2147477249"/>
        </pc:sldMkLst>
        <pc:graphicFrameChg chg="mod modGraphic">
          <ac:chgData name="Hiu Yeung Justin LAU" userId="2de4e81c-a186-4320-b173-6eff3626e50d" providerId="ADAL" clId="{0FEB5180-316E-4EA6-A8D3-9710618038A6}" dt="2025-07-15T11:12:59.795" v="1768" actId="20577"/>
          <ac:graphicFrameMkLst>
            <pc:docMk/>
            <pc:sldMk cId="4187873973" sldId="2147477249"/>
            <ac:graphicFrameMk id="7" creationId="{90B85D19-D6FB-4A3A-9A02-691B0E9D75BA}"/>
          </ac:graphicFrameMkLst>
        </pc:graphicFrameChg>
      </pc:sldChg>
      <pc:sldChg chg="modSp add mod">
        <pc:chgData name="Hiu Yeung Justin LAU" userId="2de4e81c-a186-4320-b173-6eff3626e50d" providerId="ADAL" clId="{0FEB5180-316E-4EA6-A8D3-9710618038A6}" dt="2025-07-15T11:14:56.462" v="1782" actId="20577"/>
        <pc:sldMkLst>
          <pc:docMk/>
          <pc:sldMk cId="423686458" sldId="2147477250"/>
        </pc:sldMkLst>
        <pc:graphicFrameChg chg="mod modGraphic">
          <ac:chgData name="Hiu Yeung Justin LAU" userId="2de4e81c-a186-4320-b173-6eff3626e50d" providerId="ADAL" clId="{0FEB5180-316E-4EA6-A8D3-9710618038A6}" dt="2025-07-15T11:14:56.462" v="1782" actId="20577"/>
          <ac:graphicFrameMkLst>
            <pc:docMk/>
            <pc:sldMk cId="423686458" sldId="2147477250"/>
            <ac:graphicFrameMk id="7" creationId="{90B85D19-D6FB-4A3A-9A02-691B0E9D75BA}"/>
          </ac:graphicFrameMkLst>
        </pc:graphicFrameChg>
      </pc:sldChg>
      <pc:sldChg chg="modSp add mod">
        <pc:chgData name="Hiu Yeung Justin LAU" userId="2de4e81c-a186-4320-b173-6eff3626e50d" providerId="ADAL" clId="{0FEB5180-316E-4EA6-A8D3-9710618038A6}" dt="2025-07-15T11:17:09.840" v="1811" actId="2711"/>
        <pc:sldMkLst>
          <pc:docMk/>
          <pc:sldMk cId="1856712376" sldId="2147477251"/>
        </pc:sldMkLst>
        <pc:graphicFrameChg chg="mod modGraphic">
          <ac:chgData name="Hiu Yeung Justin LAU" userId="2de4e81c-a186-4320-b173-6eff3626e50d" providerId="ADAL" clId="{0FEB5180-316E-4EA6-A8D3-9710618038A6}" dt="2025-07-15T11:17:09.840" v="1811" actId="2711"/>
          <ac:graphicFrameMkLst>
            <pc:docMk/>
            <pc:sldMk cId="1856712376" sldId="2147477251"/>
            <ac:graphicFrameMk id="7" creationId="{90B85D19-D6FB-4A3A-9A02-691B0E9D75BA}"/>
          </ac:graphicFrameMkLst>
        </pc:graphicFrameChg>
      </pc:sldChg>
      <pc:sldChg chg="modSp add mod">
        <pc:chgData name="Hiu Yeung Justin LAU" userId="2de4e81c-a186-4320-b173-6eff3626e50d" providerId="ADAL" clId="{0FEB5180-316E-4EA6-A8D3-9710618038A6}" dt="2025-07-15T11:19:03.174" v="1821" actId="20577"/>
        <pc:sldMkLst>
          <pc:docMk/>
          <pc:sldMk cId="21675634" sldId="2147477252"/>
        </pc:sldMkLst>
        <pc:graphicFrameChg chg="mod modGraphic">
          <ac:chgData name="Hiu Yeung Justin LAU" userId="2de4e81c-a186-4320-b173-6eff3626e50d" providerId="ADAL" clId="{0FEB5180-316E-4EA6-A8D3-9710618038A6}" dt="2025-07-15T11:19:03.174" v="1821" actId="20577"/>
          <ac:graphicFrameMkLst>
            <pc:docMk/>
            <pc:sldMk cId="21675634" sldId="2147477252"/>
            <ac:graphicFrameMk id="7" creationId="{90B85D19-D6FB-4A3A-9A02-691B0E9D75BA}"/>
          </ac:graphicFrameMkLst>
        </pc:graphicFrameChg>
      </pc:sldChg>
      <pc:sldChg chg="modSp add mod">
        <pc:chgData name="Hiu Yeung Justin LAU" userId="2de4e81c-a186-4320-b173-6eff3626e50d" providerId="ADAL" clId="{0FEB5180-316E-4EA6-A8D3-9710618038A6}" dt="2025-07-15T11:20:55.600" v="1842" actId="20577"/>
        <pc:sldMkLst>
          <pc:docMk/>
          <pc:sldMk cId="2838203928" sldId="2147477253"/>
        </pc:sldMkLst>
        <pc:graphicFrameChg chg="mod modGraphic">
          <ac:chgData name="Hiu Yeung Justin LAU" userId="2de4e81c-a186-4320-b173-6eff3626e50d" providerId="ADAL" clId="{0FEB5180-316E-4EA6-A8D3-9710618038A6}" dt="2025-07-15T11:20:55.600" v="1842" actId="20577"/>
          <ac:graphicFrameMkLst>
            <pc:docMk/>
            <pc:sldMk cId="2838203928" sldId="2147477253"/>
            <ac:graphicFrameMk id="7" creationId="{90B85D19-D6FB-4A3A-9A02-691B0E9D75BA}"/>
          </ac:graphicFrameMkLst>
        </pc:graphicFrameChg>
      </pc:sldChg>
      <pc:sldChg chg="modSp add mod">
        <pc:chgData name="Hiu Yeung Justin LAU" userId="2de4e81c-a186-4320-b173-6eff3626e50d" providerId="ADAL" clId="{0FEB5180-316E-4EA6-A8D3-9710618038A6}" dt="2025-07-15T11:23:45.328" v="1878" actId="20577"/>
        <pc:sldMkLst>
          <pc:docMk/>
          <pc:sldMk cId="4251988053" sldId="2147477254"/>
        </pc:sldMkLst>
        <pc:graphicFrameChg chg="mod modGraphic">
          <ac:chgData name="Hiu Yeung Justin LAU" userId="2de4e81c-a186-4320-b173-6eff3626e50d" providerId="ADAL" clId="{0FEB5180-316E-4EA6-A8D3-9710618038A6}" dt="2025-07-15T11:23:45.328" v="1878" actId="20577"/>
          <ac:graphicFrameMkLst>
            <pc:docMk/>
            <pc:sldMk cId="4251988053" sldId="2147477254"/>
            <ac:graphicFrameMk id="7" creationId="{90B85D19-D6FB-4A3A-9A02-691B0E9D75BA}"/>
          </ac:graphicFrameMkLst>
        </pc:graphicFrameChg>
      </pc:sldChg>
      <pc:sldChg chg="modSp add mod">
        <pc:chgData name="Hiu Yeung Justin LAU" userId="2de4e81c-a186-4320-b173-6eff3626e50d" providerId="ADAL" clId="{0FEB5180-316E-4EA6-A8D3-9710618038A6}" dt="2025-07-15T11:25:31.312" v="1898" actId="2711"/>
        <pc:sldMkLst>
          <pc:docMk/>
          <pc:sldMk cId="450873708" sldId="2147477255"/>
        </pc:sldMkLst>
        <pc:graphicFrameChg chg="mod modGraphic">
          <ac:chgData name="Hiu Yeung Justin LAU" userId="2de4e81c-a186-4320-b173-6eff3626e50d" providerId="ADAL" clId="{0FEB5180-316E-4EA6-A8D3-9710618038A6}" dt="2025-07-15T11:25:31.312" v="1898" actId="2711"/>
          <ac:graphicFrameMkLst>
            <pc:docMk/>
            <pc:sldMk cId="450873708" sldId="2147477255"/>
            <ac:graphicFrameMk id="7" creationId="{90B85D19-D6FB-4A3A-9A02-691B0E9D75BA}"/>
          </ac:graphicFrameMkLst>
        </pc:graphicFrameChg>
      </pc:sldChg>
      <pc:sldChg chg="modSp add del mod">
        <pc:chgData name="Hiu Yeung Justin LAU" userId="2de4e81c-a186-4320-b173-6eff3626e50d" providerId="ADAL" clId="{0FEB5180-316E-4EA6-A8D3-9710618038A6}" dt="2025-07-15T11:25:38.614" v="1899" actId="2696"/>
        <pc:sldMkLst>
          <pc:docMk/>
          <pc:sldMk cId="2212644984" sldId="2147477256"/>
        </pc:sldMkLst>
        <pc:graphicFrameChg chg="modGraphic">
          <ac:chgData name="Hiu Yeung Justin LAU" userId="2de4e81c-a186-4320-b173-6eff3626e50d" providerId="ADAL" clId="{0FEB5180-316E-4EA6-A8D3-9710618038A6}" dt="2025-07-15T10:20:23.498" v="1532" actId="20577"/>
          <ac:graphicFrameMkLst>
            <pc:docMk/>
            <pc:sldMk cId="2212644984" sldId="2147477256"/>
            <ac:graphicFrameMk id="7" creationId="{90B85D19-D6FB-4A3A-9A02-691B0E9D75BA}"/>
          </ac:graphicFrameMkLst>
        </pc:graphicFrameChg>
      </pc:sldChg>
      <pc:sldChg chg="modSp add del mod">
        <pc:chgData name="Hiu Yeung Justin LAU" userId="2de4e81c-a186-4320-b173-6eff3626e50d" providerId="ADAL" clId="{0FEB5180-316E-4EA6-A8D3-9710618038A6}" dt="2025-07-15T11:25:59.756" v="1901" actId="2696"/>
        <pc:sldMkLst>
          <pc:docMk/>
          <pc:sldMk cId="4223298609" sldId="2147477257"/>
        </pc:sldMkLst>
        <pc:graphicFrameChg chg="modGraphic">
          <ac:chgData name="Hiu Yeung Justin LAU" userId="2de4e81c-a186-4320-b173-6eff3626e50d" providerId="ADAL" clId="{0FEB5180-316E-4EA6-A8D3-9710618038A6}" dt="2025-07-15T10:20:35.464" v="1539" actId="20577"/>
          <ac:graphicFrameMkLst>
            <pc:docMk/>
            <pc:sldMk cId="4223298609" sldId="2147477257"/>
            <ac:graphicFrameMk id="7" creationId="{90B85D19-D6FB-4A3A-9A02-691B0E9D75BA}"/>
          </ac:graphicFrameMkLst>
        </pc:graphicFrameChg>
      </pc:sldChg>
      <pc:sldChg chg="modSp add del mod">
        <pc:chgData name="Hiu Yeung Justin LAU" userId="2de4e81c-a186-4320-b173-6eff3626e50d" providerId="ADAL" clId="{0FEB5180-316E-4EA6-A8D3-9710618038A6}" dt="2025-07-15T11:26:02.663" v="1902" actId="2696"/>
        <pc:sldMkLst>
          <pc:docMk/>
          <pc:sldMk cId="284257884" sldId="2147477258"/>
        </pc:sldMkLst>
        <pc:graphicFrameChg chg="modGraphic">
          <ac:chgData name="Hiu Yeung Justin LAU" userId="2de4e81c-a186-4320-b173-6eff3626e50d" providerId="ADAL" clId="{0FEB5180-316E-4EA6-A8D3-9710618038A6}" dt="2025-07-15T10:20:43.994" v="1544" actId="20577"/>
          <ac:graphicFrameMkLst>
            <pc:docMk/>
            <pc:sldMk cId="284257884" sldId="2147477258"/>
            <ac:graphicFrameMk id="7" creationId="{90B85D19-D6FB-4A3A-9A02-691B0E9D75BA}"/>
          </ac:graphicFrameMkLst>
        </pc:graphicFrameChg>
      </pc:sldChg>
      <pc:sldChg chg="modSp add del mod">
        <pc:chgData name="Hiu Yeung Justin LAU" userId="2de4e81c-a186-4320-b173-6eff3626e50d" providerId="ADAL" clId="{0FEB5180-316E-4EA6-A8D3-9710618038A6}" dt="2025-07-15T11:26:06.094" v="1903" actId="2696"/>
        <pc:sldMkLst>
          <pc:docMk/>
          <pc:sldMk cId="4233376533" sldId="2147477259"/>
        </pc:sldMkLst>
        <pc:graphicFrameChg chg="modGraphic">
          <ac:chgData name="Hiu Yeung Justin LAU" userId="2de4e81c-a186-4320-b173-6eff3626e50d" providerId="ADAL" clId="{0FEB5180-316E-4EA6-A8D3-9710618038A6}" dt="2025-07-15T10:20:55.662" v="1549" actId="20577"/>
          <ac:graphicFrameMkLst>
            <pc:docMk/>
            <pc:sldMk cId="4233376533" sldId="2147477259"/>
            <ac:graphicFrameMk id="7" creationId="{90B85D19-D6FB-4A3A-9A02-691B0E9D75BA}"/>
          </ac:graphicFrameMkLst>
        </pc:graphicFrameChg>
      </pc:sldChg>
      <pc:sldChg chg="modSp add del mod">
        <pc:chgData name="Hiu Yeung Justin LAU" userId="2de4e81c-a186-4320-b173-6eff3626e50d" providerId="ADAL" clId="{0FEB5180-316E-4EA6-A8D3-9710618038A6}" dt="2025-07-15T11:26:08.882" v="1904" actId="2696"/>
        <pc:sldMkLst>
          <pc:docMk/>
          <pc:sldMk cId="4270499304" sldId="2147477260"/>
        </pc:sldMkLst>
        <pc:graphicFrameChg chg="modGraphic">
          <ac:chgData name="Hiu Yeung Justin LAU" userId="2de4e81c-a186-4320-b173-6eff3626e50d" providerId="ADAL" clId="{0FEB5180-316E-4EA6-A8D3-9710618038A6}" dt="2025-07-15T10:21:01.744" v="1554" actId="20577"/>
          <ac:graphicFrameMkLst>
            <pc:docMk/>
            <pc:sldMk cId="4270499304" sldId="2147477260"/>
            <ac:graphicFrameMk id="7" creationId="{90B85D19-D6FB-4A3A-9A02-691B0E9D75BA}"/>
          </ac:graphicFrameMkLst>
        </pc:graphicFrameChg>
      </pc:sldChg>
      <pc:sldChg chg="modSp add del mod">
        <pc:chgData name="Hiu Yeung Justin LAU" userId="2de4e81c-a186-4320-b173-6eff3626e50d" providerId="ADAL" clId="{0FEB5180-316E-4EA6-A8D3-9710618038A6}" dt="2025-07-15T11:26:11.285" v="1905" actId="2696"/>
        <pc:sldMkLst>
          <pc:docMk/>
          <pc:sldMk cId="1412496302" sldId="2147477261"/>
        </pc:sldMkLst>
        <pc:graphicFrameChg chg="modGraphic">
          <ac:chgData name="Hiu Yeung Justin LAU" userId="2de4e81c-a186-4320-b173-6eff3626e50d" providerId="ADAL" clId="{0FEB5180-316E-4EA6-A8D3-9710618038A6}" dt="2025-07-15T10:21:13.522" v="1561" actId="20577"/>
          <ac:graphicFrameMkLst>
            <pc:docMk/>
            <pc:sldMk cId="1412496302" sldId="2147477261"/>
            <ac:graphicFrameMk id="7" creationId="{90B85D19-D6FB-4A3A-9A02-691B0E9D75BA}"/>
          </ac:graphicFrameMkLst>
        </pc:graphicFrameChg>
      </pc:sldChg>
      <pc:sldChg chg="modSp add del mod">
        <pc:chgData name="Hiu Yeung Justin LAU" userId="2de4e81c-a186-4320-b173-6eff3626e50d" providerId="ADAL" clId="{0FEB5180-316E-4EA6-A8D3-9710618038A6}" dt="2025-07-15T11:26:18.371" v="1907" actId="2696"/>
        <pc:sldMkLst>
          <pc:docMk/>
          <pc:sldMk cId="2250068471" sldId="2147477262"/>
        </pc:sldMkLst>
        <pc:graphicFrameChg chg="modGraphic">
          <ac:chgData name="Hiu Yeung Justin LAU" userId="2de4e81c-a186-4320-b173-6eff3626e50d" providerId="ADAL" clId="{0FEB5180-316E-4EA6-A8D3-9710618038A6}" dt="2025-07-15T10:21:19.088" v="1564" actId="20577"/>
          <ac:graphicFrameMkLst>
            <pc:docMk/>
            <pc:sldMk cId="2250068471" sldId="2147477262"/>
            <ac:graphicFrameMk id="7" creationId="{90B85D19-D6FB-4A3A-9A02-691B0E9D75BA}"/>
          </ac:graphicFrameMkLst>
        </pc:graphicFrameChg>
      </pc:sldChg>
      <pc:sldChg chg="modSp add del mod">
        <pc:chgData name="Hiu Yeung Justin LAU" userId="2de4e81c-a186-4320-b173-6eff3626e50d" providerId="ADAL" clId="{0FEB5180-316E-4EA6-A8D3-9710618038A6}" dt="2025-07-15T11:26:23.051" v="1909" actId="2696"/>
        <pc:sldMkLst>
          <pc:docMk/>
          <pc:sldMk cId="1403334734" sldId="2147477263"/>
        </pc:sldMkLst>
        <pc:graphicFrameChg chg="modGraphic">
          <ac:chgData name="Hiu Yeung Justin LAU" userId="2de4e81c-a186-4320-b173-6eff3626e50d" providerId="ADAL" clId="{0FEB5180-316E-4EA6-A8D3-9710618038A6}" dt="2025-07-15T10:48:44.678" v="1697" actId="14734"/>
          <ac:graphicFrameMkLst>
            <pc:docMk/>
            <pc:sldMk cId="1403334734" sldId="2147477263"/>
            <ac:graphicFrameMk id="6" creationId="{E244F3F2-7B79-4167-8988-FDE4935724FB}"/>
          </ac:graphicFrameMkLst>
        </pc:graphicFrameChg>
        <pc:graphicFrameChg chg="modGraphic">
          <ac:chgData name="Hiu Yeung Justin LAU" userId="2de4e81c-a186-4320-b173-6eff3626e50d" providerId="ADAL" clId="{0FEB5180-316E-4EA6-A8D3-9710618038A6}" dt="2025-07-15T10:21:27.095" v="1569" actId="20577"/>
          <ac:graphicFrameMkLst>
            <pc:docMk/>
            <pc:sldMk cId="1403334734" sldId="2147477263"/>
            <ac:graphicFrameMk id="7" creationId="{90B85D19-D6FB-4A3A-9A02-691B0E9D75BA}"/>
          </ac:graphicFrameMkLst>
        </pc:graphicFrameChg>
      </pc:sldChg>
      <pc:sldChg chg="modSp add del mod">
        <pc:chgData name="Hiu Yeung Justin LAU" userId="2de4e81c-a186-4320-b173-6eff3626e50d" providerId="ADAL" clId="{0FEB5180-316E-4EA6-A8D3-9710618038A6}" dt="2025-07-15T11:26:26.473" v="1910" actId="2696"/>
        <pc:sldMkLst>
          <pc:docMk/>
          <pc:sldMk cId="3640866376" sldId="2147477264"/>
        </pc:sldMkLst>
        <pc:graphicFrameChg chg="modGraphic">
          <ac:chgData name="Hiu Yeung Justin LAU" userId="2de4e81c-a186-4320-b173-6eff3626e50d" providerId="ADAL" clId="{0FEB5180-316E-4EA6-A8D3-9710618038A6}" dt="2025-07-15T10:21:35.863" v="1574" actId="20577"/>
          <ac:graphicFrameMkLst>
            <pc:docMk/>
            <pc:sldMk cId="3640866376" sldId="2147477264"/>
            <ac:graphicFrameMk id="7" creationId="{90B85D19-D6FB-4A3A-9A02-691B0E9D75BA}"/>
          </ac:graphicFrameMkLst>
        </pc:graphicFrameChg>
      </pc:sldChg>
      <pc:sldChg chg="modSp add del mod">
        <pc:chgData name="Hiu Yeung Justin LAU" userId="2de4e81c-a186-4320-b173-6eff3626e50d" providerId="ADAL" clId="{0FEB5180-316E-4EA6-A8D3-9710618038A6}" dt="2025-07-15T11:25:53.068" v="1900" actId="2696"/>
        <pc:sldMkLst>
          <pc:docMk/>
          <pc:sldMk cId="2363493017" sldId="2147477265"/>
        </pc:sldMkLst>
        <pc:graphicFrameChg chg="modGraphic">
          <ac:chgData name="Hiu Yeung Justin LAU" userId="2de4e81c-a186-4320-b173-6eff3626e50d" providerId="ADAL" clId="{0FEB5180-316E-4EA6-A8D3-9710618038A6}" dt="2025-07-15T10:21:45.758" v="1579" actId="20577"/>
          <ac:graphicFrameMkLst>
            <pc:docMk/>
            <pc:sldMk cId="2363493017" sldId="2147477265"/>
            <ac:graphicFrameMk id="7" creationId="{90B85D19-D6FB-4A3A-9A02-691B0E9D75BA}"/>
          </ac:graphicFrameMkLst>
        </pc:graphicFrameChg>
      </pc:sldChg>
      <pc:sldChg chg="modSp add mod">
        <pc:chgData name="Hiu Yeung Justin LAU" userId="2de4e81c-a186-4320-b173-6eff3626e50d" providerId="ADAL" clId="{0FEB5180-316E-4EA6-A8D3-9710618038A6}" dt="2025-07-15T11:31:01.310" v="1955" actId="20577"/>
        <pc:sldMkLst>
          <pc:docMk/>
          <pc:sldMk cId="1910106038" sldId="2147477266"/>
        </pc:sldMkLst>
        <pc:graphicFrameChg chg="mod modGraphic">
          <ac:chgData name="Hiu Yeung Justin LAU" userId="2de4e81c-a186-4320-b173-6eff3626e50d" providerId="ADAL" clId="{0FEB5180-316E-4EA6-A8D3-9710618038A6}" dt="2025-07-15T11:31:01.310" v="1955" actId="20577"/>
          <ac:graphicFrameMkLst>
            <pc:docMk/>
            <pc:sldMk cId="1910106038" sldId="2147477266"/>
            <ac:graphicFrameMk id="7" creationId="{90B85D19-D6FB-4A3A-9A02-691B0E9D75BA}"/>
          </ac:graphicFrameMkLst>
        </pc:graphicFrameChg>
      </pc:sldChg>
      <pc:sldChg chg="modSp add mod">
        <pc:chgData name="Hiu Yeung Justin LAU" userId="2de4e81c-a186-4320-b173-6eff3626e50d" providerId="ADAL" clId="{0FEB5180-316E-4EA6-A8D3-9710618038A6}" dt="2025-07-15T11:32:47.330" v="1980" actId="20577"/>
        <pc:sldMkLst>
          <pc:docMk/>
          <pc:sldMk cId="2287301098" sldId="2147477267"/>
        </pc:sldMkLst>
        <pc:graphicFrameChg chg="mod modGraphic">
          <ac:chgData name="Hiu Yeung Justin LAU" userId="2de4e81c-a186-4320-b173-6eff3626e50d" providerId="ADAL" clId="{0FEB5180-316E-4EA6-A8D3-9710618038A6}" dt="2025-07-15T11:32:47.330" v="1980" actId="20577"/>
          <ac:graphicFrameMkLst>
            <pc:docMk/>
            <pc:sldMk cId="2287301098" sldId="2147477267"/>
            <ac:graphicFrameMk id="7" creationId="{90B85D19-D6FB-4A3A-9A02-691B0E9D75BA}"/>
          </ac:graphicFrameMkLst>
        </pc:graphicFrameChg>
      </pc:sldChg>
      <pc:sldChg chg="modSp add mod">
        <pc:chgData name="Hiu Yeung Justin LAU" userId="2de4e81c-a186-4320-b173-6eff3626e50d" providerId="ADAL" clId="{0FEB5180-316E-4EA6-A8D3-9710618038A6}" dt="2025-07-15T11:33:14.426" v="1988" actId="2711"/>
        <pc:sldMkLst>
          <pc:docMk/>
          <pc:sldMk cId="3825652571" sldId="2147477268"/>
        </pc:sldMkLst>
        <pc:graphicFrameChg chg="mod modGraphic">
          <ac:chgData name="Hiu Yeung Justin LAU" userId="2de4e81c-a186-4320-b173-6eff3626e50d" providerId="ADAL" clId="{0FEB5180-316E-4EA6-A8D3-9710618038A6}" dt="2025-07-15T11:33:14.426" v="1988" actId="2711"/>
          <ac:graphicFrameMkLst>
            <pc:docMk/>
            <pc:sldMk cId="3825652571" sldId="2147477268"/>
            <ac:graphicFrameMk id="7" creationId="{90B85D19-D6FB-4A3A-9A02-691B0E9D75BA}"/>
          </ac:graphicFrameMkLst>
        </pc:graphicFrameChg>
      </pc:sldChg>
      <pc:sldChg chg="modSp add mod">
        <pc:chgData name="Hiu Yeung Justin LAU" userId="2de4e81c-a186-4320-b173-6eff3626e50d" providerId="ADAL" clId="{0FEB5180-316E-4EA6-A8D3-9710618038A6}" dt="2025-07-15T10:23:01.741" v="1607" actId="20577"/>
        <pc:sldMkLst>
          <pc:docMk/>
          <pc:sldMk cId="2008683104" sldId="2147477269"/>
        </pc:sldMkLst>
        <pc:graphicFrameChg chg="modGraphic">
          <ac:chgData name="Hiu Yeung Justin LAU" userId="2de4e81c-a186-4320-b173-6eff3626e50d" providerId="ADAL" clId="{0FEB5180-316E-4EA6-A8D3-9710618038A6}" dt="2025-07-15T10:23:01.741" v="1607" actId="20577"/>
          <ac:graphicFrameMkLst>
            <pc:docMk/>
            <pc:sldMk cId="2008683104" sldId="2147477269"/>
            <ac:graphicFrameMk id="7" creationId="{90B85D19-D6FB-4A3A-9A02-691B0E9D75BA}"/>
          </ac:graphicFrameMkLst>
        </pc:graphicFrameChg>
      </pc:sldChg>
      <pc:sldChg chg="modSp add mod">
        <pc:chgData name="Hiu Yeung Justin LAU" userId="2de4e81c-a186-4320-b173-6eff3626e50d" providerId="ADAL" clId="{0FEB5180-316E-4EA6-A8D3-9710618038A6}" dt="2025-07-15T10:23:08.044" v="1610" actId="20577"/>
        <pc:sldMkLst>
          <pc:docMk/>
          <pc:sldMk cId="176026563" sldId="2147477270"/>
        </pc:sldMkLst>
        <pc:graphicFrameChg chg="modGraphic">
          <ac:chgData name="Hiu Yeung Justin LAU" userId="2de4e81c-a186-4320-b173-6eff3626e50d" providerId="ADAL" clId="{0FEB5180-316E-4EA6-A8D3-9710618038A6}" dt="2025-07-15T10:23:08.044" v="1610" actId="20577"/>
          <ac:graphicFrameMkLst>
            <pc:docMk/>
            <pc:sldMk cId="176026563" sldId="2147477270"/>
            <ac:graphicFrameMk id="7" creationId="{90B85D19-D6FB-4A3A-9A02-691B0E9D75BA}"/>
          </ac:graphicFrameMkLst>
        </pc:graphicFrameChg>
      </pc:sldChg>
      <pc:sldChg chg="modSp add mod">
        <pc:chgData name="Hiu Yeung Justin LAU" userId="2de4e81c-a186-4320-b173-6eff3626e50d" providerId="ADAL" clId="{0FEB5180-316E-4EA6-A8D3-9710618038A6}" dt="2025-07-15T10:23:15.285" v="1615" actId="20577"/>
        <pc:sldMkLst>
          <pc:docMk/>
          <pc:sldMk cId="3226976625" sldId="2147477271"/>
        </pc:sldMkLst>
        <pc:graphicFrameChg chg="modGraphic">
          <ac:chgData name="Hiu Yeung Justin LAU" userId="2de4e81c-a186-4320-b173-6eff3626e50d" providerId="ADAL" clId="{0FEB5180-316E-4EA6-A8D3-9710618038A6}" dt="2025-07-15T10:23:15.285" v="1615" actId="20577"/>
          <ac:graphicFrameMkLst>
            <pc:docMk/>
            <pc:sldMk cId="3226976625" sldId="2147477271"/>
            <ac:graphicFrameMk id="7" creationId="{90B85D19-D6FB-4A3A-9A02-691B0E9D75BA}"/>
          </ac:graphicFrameMkLst>
        </pc:graphicFrameChg>
      </pc:sldChg>
      <pc:sldChg chg="modSp add mod">
        <pc:chgData name="Hiu Yeung Justin LAU" userId="2de4e81c-a186-4320-b173-6eff3626e50d" providerId="ADAL" clId="{0FEB5180-316E-4EA6-A8D3-9710618038A6}" dt="2025-07-15T10:23:21.746" v="1620" actId="20577"/>
        <pc:sldMkLst>
          <pc:docMk/>
          <pc:sldMk cId="424535101" sldId="2147477272"/>
        </pc:sldMkLst>
        <pc:graphicFrameChg chg="modGraphic">
          <ac:chgData name="Hiu Yeung Justin LAU" userId="2de4e81c-a186-4320-b173-6eff3626e50d" providerId="ADAL" clId="{0FEB5180-316E-4EA6-A8D3-9710618038A6}" dt="2025-07-15T10:23:21.746" v="1620" actId="20577"/>
          <ac:graphicFrameMkLst>
            <pc:docMk/>
            <pc:sldMk cId="424535101" sldId="2147477272"/>
            <ac:graphicFrameMk id="7" creationId="{90B85D19-D6FB-4A3A-9A02-691B0E9D75BA}"/>
          </ac:graphicFrameMkLst>
        </pc:graphicFrameChg>
      </pc:sldChg>
      <pc:sldChg chg="modSp add mod">
        <pc:chgData name="Hiu Yeung Justin LAU" userId="2de4e81c-a186-4320-b173-6eff3626e50d" providerId="ADAL" clId="{0FEB5180-316E-4EA6-A8D3-9710618038A6}" dt="2025-07-15T10:23:35.067" v="1627" actId="20577"/>
        <pc:sldMkLst>
          <pc:docMk/>
          <pc:sldMk cId="3662893632" sldId="2147477273"/>
        </pc:sldMkLst>
        <pc:graphicFrameChg chg="modGraphic">
          <ac:chgData name="Hiu Yeung Justin LAU" userId="2de4e81c-a186-4320-b173-6eff3626e50d" providerId="ADAL" clId="{0FEB5180-316E-4EA6-A8D3-9710618038A6}" dt="2025-07-15T10:23:35.067" v="1627" actId="20577"/>
          <ac:graphicFrameMkLst>
            <pc:docMk/>
            <pc:sldMk cId="3662893632" sldId="2147477273"/>
            <ac:graphicFrameMk id="7" creationId="{90B85D19-D6FB-4A3A-9A02-691B0E9D75BA}"/>
          </ac:graphicFrameMkLst>
        </pc:graphicFrameChg>
      </pc:sldChg>
      <pc:sldChg chg="modSp add mod">
        <pc:chgData name="Hiu Yeung Justin LAU" userId="2de4e81c-a186-4320-b173-6eff3626e50d" providerId="ADAL" clId="{0FEB5180-316E-4EA6-A8D3-9710618038A6}" dt="2025-07-15T10:23:45.862" v="1630" actId="20577"/>
        <pc:sldMkLst>
          <pc:docMk/>
          <pc:sldMk cId="2364448218" sldId="2147477274"/>
        </pc:sldMkLst>
        <pc:graphicFrameChg chg="modGraphic">
          <ac:chgData name="Hiu Yeung Justin LAU" userId="2de4e81c-a186-4320-b173-6eff3626e50d" providerId="ADAL" clId="{0FEB5180-316E-4EA6-A8D3-9710618038A6}" dt="2025-07-15T10:23:45.862" v="1630" actId="20577"/>
          <ac:graphicFrameMkLst>
            <pc:docMk/>
            <pc:sldMk cId="2364448218" sldId="2147477274"/>
            <ac:graphicFrameMk id="7" creationId="{90B85D19-D6FB-4A3A-9A02-691B0E9D75BA}"/>
          </ac:graphicFrameMkLst>
        </pc:graphicFrameChg>
      </pc:sldChg>
      <pc:sldChg chg="modSp add mod">
        <pc:chgData name="Hiu Yeung Justin LAU" userId="2de4e81c-a186-4320-b173-6eff3626e50d" providerId="ADAL" clId="{0FEB5180-316E-4EA6-A8D3-9710618038A6}" dt="2025-07-15T10:23:58.570" v="1635" actId="20577"/>
        <pc:sldMkLst>
          <pc:docMk/>
          <pc:sldMk cId="1134820796" sldId="2147477275"/>
        </pc:sldMkLst>
        <pc:graphicFrameChg chg="modGraphic">
          <ac:chgData name="Hiu Yeung Justin LAU" userId="2de4e81c-a186-4320-b173-6eff3626e50d" providerId="ADAL" clId="{0FEB5180-316E-4EA6-A8D3-9710618038A6}" dt="2025-07-15T10:23:58.570" v="1635" actId="20577"/>
          <ac:graphicFrameMkLst>
            <pc:docMk/>
            <pc:sldMk cId="1134820796" sldId="2147477275"/>
            <ac:graphicFrameMk id="7" creationId="{90B85D19-D6FB-4A3A-9A02-691B0E9D75BA}"/>
          </ac:graphicFrameMkLst>
        </pc:graphicFrameChg>
      </pc:sldChg>
      <pc:sldChg chg="modSp add mod">
        <pc:chgData name="Hiu Yeung Justin LAU" userId="2de4e81c-a186-4320-b173-6eff3626e50d" providerId="ADAL" clId="{0FEB5180-316E-4EA6-A8D3-9710618038A6}" dt="2025-07-15T10:24:07.383" v="1640" actId="20577"/>
        <pc:sldMkLst>
          <pc:docMk/>
          <pc:sldMk cId="120029629" sldId="2147477276"/>
        </pc:sldMkLst>
        <pc:graphicFrameChg chg="modGraphic">
          <ac:chgData name="Hiu Yeung Justin LAU" userId="2de4e81c-a186-4320-b173-6eff3626e50d" providerId="ADAL" clId="{0FEB5180-316E-4EA6-A8D3-9710618038A6}" dt="2025-07-15T10:24:07.383" v="1640" actId="20577"/>
          <ac:graphicFrameMkLst>
            <pc:docMk/>
            <pc:sldMk cId="120029629" sldId="2147477276"/>
            <ac:graphicFrameMk id="7" creationId="{90B85D19-D6FB-4A3A-9A02-691B0E9D75BA}"/>
          </ac:graphicFrameMkLst>
        </pc:graphicFrameChg>
      </pc:sldChg>
      <pc:sldChg chg="modSp add mod">
        <pc:chgData name="Hiu Yeung Justin LAU" userId="2de4e81c-a186-4320-b173-6eff3626e50d" providerId="ADAL" clId="{0FEB5180-316E-4EA6-A8D3-9710618038A6}" dt="2025-07-15T10:24:15.814" v="1645" actId="20577"/>
        <pc:sldMkLst>
          <pc:docMk/>
          <pc:sldMk cId="897920652" sldId="2147477277"/>
        </pc:sldMkLst>
        <pc:graphicFrameChg chg="modGraphic">
          <ac:chgData name="Hiu Yeung Justin LAU" userId="2de4e81c-a186-4320-b173-6eff3626e50d" providerId="ADAL" clId="{0FEB5180-316E-4EA6-A8D3-9710618038A6}" dt="2025-07-15T10:24:15.814" v="1645" actId="20577"/>
          <ac:graphicFrameMkLst>
            <pc:docMk/>
            <pc:sldMk cId="897920652" sldId="2147477277"/>
            <ac:graphicFrameMk id="7" creationId="{90B85D19-D6FB-4A3A-9A02-691B0E9D75BA}"/>
          </ac:graphicFrameMkLst>
        </pc:graphicFrameChg>
      </pc:sldChg>
      <pc:sldChg chg="modSp add mod">
        <pc:chgData name="Hiu Yeung Justin LAU" userId="2de4e81c-a186-4320-b173-6eff3626e50d" providerId="ADAL" clId="{0FEB5180-316E-4EA6-A8D3-9710618038A6}" dt="2025-07-15T10:24:31.374" v="1652" actId="20577"/>
        <pc:sldMkLst>
          <pc:docMk/>
          <pc:sldMk cId="514516444" sldId="2147477278"/>
        </pc:sldMkLst>
        <pc:graphicFrameChg chg="modGraphic">
          <ac:chgData name="Hiu Yeung Justin LAU" userId="2de4e81c-a186-4320-b173-6eff3626e50d" providerId="ADAL" clId="{0FEB5180-316E-4EA6-A8D3-9710618038A6}" dt="2025-07-15T10:24:31.374" v="1652" actId="20577"/>
          <ac:graphicFrameMkLst>
            <pc:docMk/>
            <pc:sldMk cId="514516444" sldId="2147477278"/>
            <ac:graphicFrameMk id="7" creationId="{90B85D19-D6FB-4A3A-9A02-691B0E9D75BA}"/>
          </ac:graphicFrameMkLst>
        </pc:graphicFrameChg>
      </pc:sldChg>
      <pc:sldChg chg="modSp add mod">
        <pc:chgData name="Hiu Yeung Justin LAU" userId="2de4e81c-a186-4320-b173-6eff3626e50d" providerId="ADAL" clId="{0FEB5180-316E-4EA6-A8D3-9710618038A6}" dt="2025-07-15T10:24:39.630" v="1657" actId="20577"/>
        <pc:sldMkLst>
          <pc:docMk/>
          <pc:sldMk cId="4287503585" sldId="2147477279"/>
        </pc:sldMkLst>
        <pc:graphicFrameChg chg="modGraphic">
          <ac:chgData name="Hiu Yeung Justin LAU" userId="2de4e81c-a186-4320-b173-6eff3626e50d" providerId="ADAL" clId="{0FEB5180-316E-4EA6-A8D3-9710618038A6}" dt="2025-07-15T10:24:39.630" v="1657" actId="20577"/>
          <ac:graphicFrameMkLst>
            <pc:docMk/>
            <pc:sldMk cId="4287503585" sldId="2147477279"/>
            <ac:graphicFrameMk id="7" creationId="{90B85D19-D6FB-4A3A-9A02-691B0E9D75BA}"/>
          </ac:graphicFrameMkLst>
        </pc:graphicFrameChg>
      </pc:sldChg>
      <pc:sldChg chg="modSp add mod">
        <pc:chgData name="Hiu Yeung Justin LAU" userId="2de4e81c-a186-4320-b173-6eff3626e50d" providerId="ADAL" clId="{0FEB5180-316E-4EA6-A8D3-9710618038A6}" dt="2025-07-15T10:24:48.030" v="1662" actId="20577"/>
        <pc:sldMkLst>
          <pc:docMk/>
          <pc:sldMk cId="750235306" sldId="2147477280"/>
        </pc:sldMkLst>
        <pc:graphicFrameChg chg="modGraphic">
          <ac:chgData name="Hiu Yeung Justin LAU" userId="2de4e81c-a186-4320-b173-6eff3626e50d" providerId="ADAL" clId="{0FEB5180-316E-4EA6-A8D3-9710618038A6}" dt="2025-07-15T10:24:48.030" v="1662" actId="20577"/>
          <ac:graphicFrameMkLst>
            <pc:docMk/>
            <pc:sldMk cId="750235306" sldId="2147477280"/>
            <ac:graphicFrameMk id="7" creationId="{90B85D19-D6FB-4A3A-9A02-691B0E9D75BA}"/>
          </ac:graphicFrameMkLst>
        </pc:graphicFrameChg>
      </pc:sldChg>
      <pc:sldChg chg="modSp add mod">
        <pc:chgData name="Hiu Yeung Justin LAU" userId="2de4e81c-a186-4320-b173-6eff3626e50d" providerId="ADAL" clId="{0FEB5180-316E-4EA6-A8D3-9710618038A6}" dt="2025-07-15T10:24:56.933" v="1669" actId="20577"/>
        <pc:sldMkLst>
          <pc:docMk/>
          <pc:sldMk cId="2541933958" sldId="2147477281"/>
        </pc:sldMkLst>
        <pc:graphicFrameChg chg="modGraphic">
          <ac:chgData name="Hiu Yeung Justin LAU" userId="2de4e81c-a186-4320-b173-6eff3626e50d" providerId="ADAL" clId="{0FEB5180-316E-4EA6-A8D3-9710618038A6}" dt="2025-07-15T10:24:56.933" v="1669" actId="20577"/>
          <ac:graphicFrameMkLst>
            <pc:docMk/>
            <pc:sldMk cId="2541933958" sldId="2147477281"/>
            <ac:graphicFrameMk id="7" creationId="{90B85D19-D6FB-4A3A-9A02-691B0E9D75BA}"/>
          </ac:graphicFrameMkLst>
        </pc:graphicFrameChg>
      </pc:sldChg>
      <pc:sldChg chg="modSp add mod">
        <pc:chgData name="Hiu Yeung Justin LAU" userId="2de4e81c-a186-4320-b173-6eff3626e50d" providerId="ADAL" clId="{0FEB5180-316E-4EA6-A8D3-9710618038A6}" dt="2025-07-15T10:25:08.555" v="1676" actId="20577"/>
        <pc:sldMkLst>
          <pc:docMk/>
          <pc:sldMk cId="211419190" sldId="2147477282"/>
        </pc:sldMkLst>
        <pc:graphicFrameChg chg="modGraphic">
          <ac:chgData name="Hiu Yeung Justin LAU" userId="2de4e81c-a186-4320-b173-6eff3626e50d" providerId="ADAL" clId="{0FEB5180-316E-4EA6-A8D3-9710618038A6}" dt="2025-07-15T10:25:08.555" v="1676" actId="20577"/>
          <ac:graphicFrameMkLst>
            <pc:docMk/>
            <pc:sldMk cId="211419190" sldId="2147477282"/>
            <ac:graphicFrameMk id="7" creationId="{90B85D19-D6FB-4A3A-9A02-691B0E9D75BA}"/>
          </ac:graphicFrameMkLst>
        </pc:graphicFrameChg>
      </pc:sldChg>
      <pc:sldChg chg="modSp add mod">
        <pc:chgData name="Hiu Yeung Justin LAU" userId="2de4e81c-a186-4320-b173-6eff3626e50d" providerId="ADAL" clId="{0FEB5180-316E-4EA6-A8D3-9710618038A6}" dt="2025-07-15T10:25:16.454" v="1681" actId="20577"/>
        <pc:sldMkLst>
          <pc:docMk/>
          <pc:sldMk cId="2478673351" sldId="2147477283"/>
        </pc:sldMkLst>
        <pc:graphicFrameChg chg="modGraphic">
          <ac:chgData name="Hiu Yeung Justin LAU" userId="2de4e81c-a186-4320-b173-6eff3626e50d" providerId="ADAL" clId="{0FEB5180-316E-4EA6-A8D3-9710618038A6}" dt="2025-07-15T10:25:16.454" v="1681" actId="20577"/>
          <ac:graphicFrameMkLst>
            <pc:docMk/>
            <pc:sldMk cId="2478673351" sldId="2147477283"/>
            <ac:graphicFrameMk id="7" creationId="{90B85D19-D6FB-4A3A-9A02-691B0E9D75BA}"/>
          </ac:graphicFrameMkLst>
        </pc:graphicFrameChg>
      </pc:sldChg>
      <pc:sldChg chg="modSp add mod">
        <pc:chgData name="Hiu Yeung Justin LAU" userId="2de4e81c-a186-4320-b173-6eff3626e50d" providerId="ADAL" clId="{0FEB5180-316E-4EA6-A8D3-9710618038A6}" dt="2025-07-15T10:25:23.880" v="1684" actId="20577"/>
        <pc:sldMkLst>
          <pc:docMk/>
          <pc:sldMk cId="418765907" sldId="2147477284"/>
        </pc:sldMkLst>
        <pc:graphicFrameChg chg="modGraphic">
          <ac:chgData name="Hiu Yeung Justin LAU" userId="2de4e81c-a186-4320-b173-6eff3626e50d" providerId="ADAL" clId="{0FEB5180-316E-4EA6-A8D3-9710618038A6}" dt="2025-07-15T10:25:23.880" v="1684" actId="20577"/>
          <ac:graphicFrameMkLst>
            <pc:docMk/>
            <pc:sldMk cId="418765907" sldId="2147477284"/>
            <ac:graphicFrameMk id="7" creationId="{90B85D19-D6FB-4A3A-9A02-691B0E9D75BA}"/>
          </ac:graphicFrameMkLst>
        </pc:graphicFrameChg>
      </pc:sldChg>
      <pc:sldChg chg="modSp add mod">
        <pc:chgData name="Hiu Yeung Justin LAU" userId="2de4e81c-a186-4320-b173-6eff3626e50d" providerId="ADAL" clId="{0FEB5180-316E-4EA6-A8D3-9710618038A6}" dt="2025-07-15T10:25:34.351" v="1691" actId="20577"/>
        <pc:sldMkLst>
          <pc:docMk/>
          <pc:sldMk cId="2622872400" sldId="2147477285"/>
        </pc:sldMkLst>
        <pc:graphicFrameChg chg="modGraphic">
          <ac:chgData name="Hiu Yeung Justin LAU" userId="2de4e81c-a186-4320-b173-6eff3626e50d" providerId="ADAL" clId="{0FEB5180-316E-4EA6-A8D3-9710618038A6}" dt="2025-07-15T10:25:34.351" v="1691" actId="20577"/>
          <ac:graphicFrameMkLst>
            <pc:docMk/>
            <pc:sldMk cId="2622872400" sldId="2147477285"/>
            <ac:graphicFrameMk id="7" creationId="{90B85D19-D6FB-4A3A-9A02-691B0E9D75BA}"/>
          </ac:graphicFrameMkLst>
        </pc:graphicFrameChg>
      </pc:sldChg>
      <pc:sldChg chg="add del">
        <pc:chgData name="Hiu Yeung Justin LAU" userId="2de4e81c-a186-4320-b173-6eff3626e50d" providerId="ADAL" clId="{0FEB5180-316E-4EA6-A8D3-9710618038A6}" dt="2025-07-15T11:26:20.593" v="1908" actId="2696"/>
        <pc:sldMkLst>
          <pc:docMk/>
          <pc:sldMk cId="3960579231" sldId="2147477286"/>
        </pc:sldMkLst>
      </pc:sldChg>
    </pc:docChg>
  </pc:docChgLst>
  <pc:docChgLst>
    <pc:chgData name="Hiu Yeung Justin LAU" userId="S::hiuyeungjustin@dbs.com::2de4e81c-a186-4320-b173-6eff3626e50d" providerId="AD" clId="Web-{952BAB76-EA65-02E0-3BF1-D8B038A0E822}"/>
    <pc:docChg chg="modSld">
      <pc:chgData name="Hiu Yeung Justin LAU" userId="S::hiuyeungjustin@dbs.com::2de4e81c-a186-4320-b173-6eff3626e50d" providerId="AD" clId="Web-{952BAB76-EA65-02E0-3BF1-D8B038A0E822}" dt="2025-07-15T09:04:05.398" v="50"/>
      <pc:docMkLst>
        <pc:docMk/>
      </pc:docMkLst>
      <pc:sldChg chg="modSp">
        <pc:chgData name="Hiu Yeung Justin LAU" userId="S::hiuyeungjustin@dbs.com::2de4e81c-a186-4320-b173-6eff3626e50d" providerId="AD" clId="Web-{952BAB76-EA65-02E0-3BF1-D8B038A0E822}" dt="2025-07-15T09:04:05.398" v="50"/>
        <pc:sldMkLst>
          <pc:docMk/>
          <pc:sldMk cId="3866502229" sldId="1601"/>
        </pc:sldMkLst>
        <pc:graphicFrameChg chg="mod modGraphic">
          <ac:chgData name="Hiu Yeung Justin LAU" userId="S::hiuyeungjustin@dbs.com::2de4e81c-a186-4320-b173-6eff3626e50d" providerId="AD" clId="Web-{952BAB76-EA65-02E0-3BF1-D8B038A0E822}" dt="2025-07-15T09:04:05.398" v="50"/>
          <ac:graphicFrameMkLst>
            <pc:docMk/>
            <pc:sldMk cId="3866502229" sldId="1601"/>
            <ac:graphicFrameMk id="6" creationId="{E244F3F2-7B79-4167-8988-FDE4935724FB}"/>
          </ac:graphicFrameMkLst>
        </pc:graphicFrameChg>
      </pc:sldChg>
    </pc:docChg>
  </pc:docChgLst>
  <pc:docChgLst>
    <pc:chgData name="Arto Yan To CHEUNG" userId="b7967b8e-f99c-4a7f-bd93-a226d39542b1" providerId="ADAL" clId="{40BDA761-B2CB-410E-9DE5-AA57E7C8EAE8}"/>
    <pc:docChg chg="custSel modSld">
      <pc:chgData name="Arto Yan To CHEUNG" userId="b7967b8e-f99c-4a7f-bd93-a226d39542b1" providerId="ADAL" clId="{40BDA761-B2CB-410E-9DE5-AA57E7C8EAE8}" dt="2022-09-28T16:23:53.089" v="25" actId="207"/>
      <pc:docMkLst>
        <pc:docMk/>
      </pc:docMkLst>
      <pc:sldChg chg="modSp mod">
        <pc:chgData name="Arto Yan To CHEUNG" userId="b7967b8e-f99c-4a7f-bd93-a226d39542b1" providerId="ADAL" clId="{40BDA761-B2CB-410E-9DE5-AA57E7C8EAE8}" dt="2022-09-28T16:20:46.340" v="4" actId="20577"/>
        <pc:sldMkLst>
          <pc:docMk/>
          <pc:sldMk cId="1134811619" sldId="1642"/>
        </pc:sldMkLst>
        <pc:spChg chg="mod">
          <ac:chgData name="Arto Yan To CHEUNG" userId="b7967b8e-f99c-4a7f-bd93-a226d39542b1" providerId="ADAL" clId="{40BDA761-B2CB-410E-9DE5-AA57E7C8EAE8}" dt="2022-09-28T16:20:46.340" v="4" actId="20577"/>
          <ac:spMkLst>
            <pc:docMk/>
            <pc:sldMk cId="1134811619" sldId="1642"/>
            <ac:spMk id="134149" creationId="{00000000-0000-0000-0000-000000000000}"/>
          </ac:spMkLst>
        </pc:spChg>
      </pc:sldChg>
      <pc:sldChg chg="modSp mod">
        <pc:chgData name="Arto Yan To CHEUNG" userId="b7967b8e-f99c-4a7f-bd93-a226d39542b1" providerId="ADAL" clId="{40BDA761-B2CB-410E-9DE5-AA57E7C8EAE8}" dt="2022-09-28T16:23:53.089" v="25" actId="207"/>
        <pc:sldMkLst>
          <pc:docMk/>
          <pc:sldMk cId="1643988808" sldId="2910"/>
        </pc:sldMkLst>
        <pc:graphicFrameChg chg="mod modGraphic">
          <ac:chgData name="Arto Yan To CHEUNG" userId="b7967b8e-f99c-4a7f-bd93-a226d39542b1" providerId="ADAL" clId="{40BDA761-B2CB-410E-9DE5-AA57E7C8EAE8}" dt="2022-09-28T16:23:53.089" v="25" actId="207"/>
          <ac:graphicFrameMkLst>
            <pc:docMk/>
            <pc:sldMk cId="1643988808" sldId="2910"/>
            <ac:graphicFrameMk id="4" creationId="{497FBE30-88B8-46EB-AF64-26CA17170CAB}"/>
          </ac:graphicFrameMkLst>
        </pc:graphicFrameChg>
      </pc:sldChg>
    </pc:docChg>
  </pc:docChgLst>
  <pc:docChgLst>
    <pc:chgData name="Jade Zhenjie HUANG" userId="879176f8-54f1-4133-bc9a-b17335350ec0" providerId="ADAL" clId="{D8EFBF44-63CF-4A10-B76F-BA01E678379C}"/>
    <pc:docChg chg="undo custSel addSld delSld modSld sldOrd modSection modNotesMaster modHandout">
      <pc:chgData name="Jade Zhenjie HUANG" userId="879176f8-54f1-4133-bc9a-b17335350ec0" providerId="ADAL" clId="{D8EFBF44-63CF-4A10-B76F-BA01E678379C}" dt="2025-07-16T14:54:35.050" v="13388" actId="20577"/>
      <pc:docMkLst>
        <pc:docMk/>
      </pc:docMkLst>
      <pc:sldChg chg="del">
        <pc:chgData name="Jade Zhenjie HUANG" userId="879176f8-54f1-4133-bc9a-b17335350ec0" providerId="ADAL" clId="{D8EFBF44-63CF-4A10-B76F-BA01E678379C}" dt="2025-07-16T06:37:31.156" v="5600" actId="47"/>
        <pc:sldMkLst>
          <pc:docMk/>
          <pc:sldMk cId="4046441320" sldId="1308"/>
        </pc:sldMkLst>
      </pc:sldChg>
      <pc:sldChg chg="modNotes">
        <pc:chgData name="Jade Zhenjie HUANG" userId="879176f8-54f1-4133-bc9a-b17335350ec0" providerId="ADAL" clId="{D8EFBF44-63CF-4A10-B76F-BA01E678379C}" dt="2025-07-16T07:29:18.703" v="6771"/>
        <pc:sldMkLst>
          <pc:docMk/>
          <pc:sldMk cId="940888904" sldId="1325"/>
        </pc:sldMkLst>
      </pc:sldChg>
      <pc:sldChg chg="addSp delSp modSp del mod">
        <pc:chgData name="Jade Zhenjie HUANG" userId="879176f8-54f1-4133-bc9a-b17335350ec0" providerId="ADAL" clId="{D8EFBF44-63CF-4A10-B76F-BA01E678379C}" dt="2025-07-15T08:58:52.302" v="782" actId="47"/>
        <pc:sldMkLst>
          <pc:docMk/>
          <pc:sldMk cId="211370291" sldId="1588"/>
        </pc:sldMkLst>
        <pc:spChg chg="mod">
          <ac:chgData name="Jade Zhenjie HUANG" userId="879176f8-54f1-4133-bc9a-b17335350ec0" providerId="ADAL" clId="{D8EFBF44-63CF-4A10-B76F-BA01E678379C}" dt="2025-07-14T09:02:23.488" v="6"/>
          <ac:spMkLst>
            <pc:docMk/>
            <pc:sldMk cId="211370291" sldId="1588"/>
            <ac:spMk id="2" creationId="{7CF63BF4-B591-4715-B3E0-90B150778BC1}"/>
          </ac:spMkLst>
        </pc:spChg>
        <pc:spChg chg="mod">
          <ac:chgData name="Jade Zhenjie HUANG" userId="879176f8-54f1-4133-bc9a-b17335350ec0" providerId="ADAL" clId="{D8EFBF44-63CF-4A10-B76F-BA01E678379C}" dt="2025-07-14T09:01:04.309" v="5" actId="20577"/>
          <ac:spMkLst>
            <pc:docMk/>
            <pc:sldMk cId="211370291" sldId="1588"/>
            <ac:spMk id="7" creationId="{4A92B9EF-1750-4481-A26C-37F91538AD57}"/>
          </ac:spMkLst>
        </pc:spChg>
        <pc:picChg chg="add mod">
          <ac:chgData name="Jade Zhenjie HUANG" userId="879176f8-54f1-4133-bc9a-b17335350ec0" providerId="ADAL" clId="{D8EFBF44-63CF-4A10-B76F-BA01E678379C}" dt="2025-07-14T09:03:34.471" v="14" actId="1076"/>
          <ac:picMkLst>
            <pc:docMk/>
            <pc:sldMk cId="211370291" sldId="1588"/>
            <ac:picMk id="5" creationId="{07494C1F-DE86-2396-B32D-7EEBE408E4BC}"/>
          </ac:picMkLst>
        </pc:picChg>
        <pc:picChg chg="del">
          <ac:chgData name="Jade Zhenjie HUANG" userId="879176f8-54f1-4133-bc9a-b17335350ec0" providerId="ADAL" clId="{D8EFBF44-63CF-4A10-B76F-BA01E678379C}" dt="2025-07-14T09:03:25.095" v="10" actId="478"/>
          <ac:picMkLst>
            <pc:docMk/>
            <pc:sldMk cId="211370291" sldId="1588"/>
            <ac:picMk id="1026" creationId="{C9E5A884-8A4A-4197-929D-E625F910B60D}"/>
          </ac:picMkLst>
        </pc:picChg>
      </pc:sldChg>
      <pc:sldChg chg="modSp mod">
        <pc:chgData name="Jade Zhenjie HUANG" userId="879176f8-54f1-4133-bc9a-b17335350ec0" providerId="ADAL" clId="{D8EFBF44-63CF-4A10-B76F-BA01E678379C}" dt="2025-07-16T14:51:07.806" v="13336" actId="20577"/>
        <pc:sldMkLst>
          <pc:docMk/>
          <pc:sldMk cId="3866502229" sldId="1601"/>
        </pc:sldMkLst>
        <pc:spChg chg="mod">
          <ac:chgData name="Jade Zhenjie HUANG" userId="879176f8-54f1-4133-bc9a-b17335350ec0" providerId="ADAL" clId="{D8EFBF44-63CF-4A10-B76F-BA01E678379C}" dt="2025-07-16T11:17:05.634" v="11092"/>
          <ac:spMkLst>
            <pc:docMk/>
            <pc:sldMk cId="3866502229" sldId="1601"/>
            <ac:spMk id="3" creationId="{D2D69C45-4B89-4E7E-9F68-147BA17A180D}"/>
          </ac:spMkLst>
        </pc:spChg>
        <pc:spChg chg="mod">
          <ac:chgData name="Jade Zhenjie HUANG" userId="879176f8-54f1-4133-bc9a-b17335350ec0" providerId="ADAL" clId="{D8EFBF44-63CF-4A10-B76F-BA01E678379C}" dt="2025-07-16T11:17:05.634" v="11092"/>
          <ac:spMkLst>
            <pc:docMk/>
            <pc:sldMk cId="3866502229" sldId="1601"/>
            <ac:spMk id="9" creationId="{4C3FA053-95C7-4144-87FB-0CE5B8454618}"/>
          </ac:spMkLst>
        </pc:spChg>
        <pc:spChg chg="mod">
          <ac:chgData name="Jade Zhenjie HUANG" userId="879176f8-54f1-4133-bc9a-b17335350ec0" providerId="ADAL" clId="{D8EFBF44-63CF-4A10-B76F-BA01E678379C}" dt="2025-07-16T14:51:07.806" v="13336" actId="20577"/>
          <ac:spMkLst>
            <pc:docMk/>
            <pc:sldMk cId="3866502229" sldId="1601"/>
            <ac:spMk id="134149" creationId="{00000000-0000-0000-0000-000000000000}"/>
          </ac:spMkLst>
        </pc:spChg>
        <pc:graphicFrameChg chg="mod">
          <ac:chgData name="Jade Zhenjie HUANG" userId="879176f8-54f1-4133-bc9a-b17335350ec0" providerId="ADAL" clId="{D8EFBF44-63CF-4A10-B76F-BA01E678379C}" dt="2025-07-16T11:17:05.634" v="11092"/>
          <ac:graphicFrameMkLst>
            <pc:docMk/>
            <pc:sldMk cId="3866502229" sldId="1601"/>
            <ac:graphicFrameMk id="6" creationId="{E244F3F2-7B79-4167-8988-FDE4935724FB}"/>
          </ac:graphicFrameMkLst>
        </pc:graphicFrameChg>
        <pc:graphicFrameChg chg="mod modGraphic">
          <ac:chgData name="Jade Zhenjie HUANG" userId="879176f8-54f1-4133-bc9a-b17335350ec0" providerId="ADAL" clId="{D8EFBF44-63CF-4A10-B76F-BA01E678379C}" dt="2025-07-16T14:38:51.549" v="13106" actId="20577"/>
          <ac:graphicFrameMkLst>
            <pc:docMk/>
            <pc:sldMk cId="3866502229" sldId="1601"/>
            <ac:graphicFrameMk id="7" creationId="{90B85D19-D6FB-4A3A-9A02-691B0E9D75BA}"/>
          </ac:graphicFrameMkLst>
        </pc:graphicFrameChg>
      </pc:sldChg>
      <pc:sldChg chg="del">
        <pc:chgData name="Jade Zhenjie HUANG" userId="879176f8-54f1-4133-bc9a-b17335350ec0" providerId="ADAL" clId="{D8EFBF44-63CF-4A10-B76F-BA01E678379C}" dt="2025-07-15T08:47:31.339" v="766" actId="47"/>
        <pc:sldMkLst>
          <pc:docMk/>
          <pc:sldMk cId="1855123369" sldId="1618"/>
        </pc:sldMkLst>
      </pc:sldChg>
      <pc:sldChg chg="del">
        <pc:chgData name="Jade Zhenjie HUANG" userId="879176f8-54f1-4133-bc9a-b17335350ec0" providerId="ADAL" clId="{D8EFBF44-63CF-4A10-B76F-BA01E678379C}" dt="2025-07-16T06:37:31.156" v="5600" actId="47"/>
        <pc:sldMkLst>
          <pc:docMk/>
          <pc:sldMk cId="1945112217" sldId="1625"/>
        </pc:sldMkLst>
      </pc:sldChg>
      <pc:sldChg chg="del">
        <pc:chgData name="Jade Zhenjie HUANG" userId="879176f8-54f1-4133-bc9a-b17335350ec0" providerId="ADAL" clId="{D8EFBF44-63CF-4A10-B76F-BA01E678379C}" dt="2025-07-16T06:37:31.156" v="5600" actId="47"/>
        <pc:sldMkLst>
          <pc:docMk/>
          <pc:sldMk cId="1511455158" sldId="1627"/>
        </pc:sldMkLst>
      </pc:sldChg>
      <pc:sldChg chg="del">
        <pc:chgData name="Jade Zhenjie HUANG" userId="879176f8-54f1-4133-bc9a-b17335350ec0" providerId="ADAL" clId="{D8EFBF44-63CF-4A10-B76F-BA01E678379C}" dt="2025-07-16T06:37:31.156" v="5600" actId="47"/>
        <pc:sldMkLst>
          <pc:docMk/>
          <pc:sldMk cId="1145797145" sldId="1628"/>
        </pc:sldMkLst>
      </pc:sldChg>
      <pc:sldChg chg="del">
        <pc:chgData name="Jade Zhenjie HUANG" userId="879176f8-54f1-4133-bc9a-b17335350ec0" providerId="ADAL" clId="{D8EFBF44-63CF-4A10-B76F-BA01E678379C}" dt="2025-07-16T06:37:31.156" v="5600" actId="47"/>
        <pc:sldMkLst>
          <pc:docMk/>
          <pc:sldMk cId="3981617857" sldId="1629"/>
        </pc:sldMkLst>
      </pc:sldChg>
      <pc:sldChg chg="del">
        <pc:chgData name="Jade Zhenjie HUANG" userId="879176f8-54f1-4133-bc9a-b17335350ec0" providerId="ADAL" clId="{D8EFBF44-63CF-4A10-B76F-BA01E678379C}" dt="2025-07-16T06:37:31.156" v="5600" actId="47"/>
        <pc:sldMkLst>
          <pc:docMk/>
          <pc:sldMk cId="89635939" sldId="1631"/>
        </pc:sldMkLst>
      </pc:sldChg>
      <pc:sldChg chg="del">
        <pc:chgData name="Jade Zhenjie HUANG" userId="879176f8-54f1-4133-bc9a-b17335350ec0" providerId="ADAL" clId="{D8EFBF44-63CF-4A10-B76F-BA01E678379C}" dt="2025-07-16T06:37:31.156" v="5600" actId="47"/>
        <pc:sldMkLst>
          <pc:docMk/>
          <pc:sldMk cId="2140378288" sldId="1632"/>
        </pc:sldMkLst>
      </pc:sldChg>
      <pc:sldChg chg="del">
        <pc:chgData name="Jade Zhenjie HUANG" userId="879176f8-54f1-4133-bc9a-b17335350ec0" providerId="ADAL" clId="{D8EFBF44-63CF-4A10-B76F-BA01E678379C}" dt="2025-07-16T06:37:31.156" v="5600" actId="47"/>
        <pc:sldMkLst>
          <pc:docMk/>
          <pc:sldMk cId="3706457754" sldId="1633"/>
        </pc:sldMkLst>
      </pc:sldChg>
      <pc:sldChg chg="del">
        <pc:chgData name="Jade Zhenjie HUANG" userId="879176f8-54f1-4133-bc9a-b17335350ec0" providerId="ADAL" clId="{D8EFBF44-63CF-4A10-B76F-BA01E678379C}" dt="2025-07-16T06:37:31.156" v="5600" actId="47"/>
        <pc:sldMkLst>
          <pc:docMk/>
          <pc:sldMk cId="4145204999" sldId="1634"/>
        </pc:sldMkLst>
      </pc:sldChg>
      <pc:sldChg chg="del">
        <pc:chgData name="Jade Zhenjie HUANG" userId="879176f8-54f1-4133-bc9a-b17335350ec0" providerId="ADAL" clId="{D8EFBF44-63CF-4A10-B76F-BA01E678379C}" dt="2025-07-16T06:37:31.156" v="5600" actId="47"/>
        <pc:sldMkLst>
          <pc:docMk/>
          <pc:sldMk cId="2227216326" sldId="1635"/>
        </pc:sldMkLst>
      </pc:sldChg>
      <pc:sldChg chg="del">
        <pc:chgData name="Jade Zhenjie HUANG" userId="879176f8-54f1-4133-bc9a-b17335350ec0" providerId="ADAL" clId="{D8EFBF44-63CF-4A10-B76F-BA01E678379C}" dt="2025-07-16T06:37:31.156" v="5600" actId="47"/>
        <pc:sldMkLst>
          <pc:docMk/>
          <pc:sldMk cId="152372718" sldId="1636"/>
        </pc:sldMkLst>
      </pc:sldChg>
      <pc:sldChg chg="del">
        <pc:chgData name="Jade Zhenjie HUANG" userId="879176f8-54f1-4133-bc9a-b17335350ec0" providerId="ADAL" clId="{D8EFBF44-63CF-4A10-B76F-BA01E678379C}" dt="2025-07-16T06:37:31.156" v="5600" actId="47"/>
        <pc:sldMkLst>
          <pc:docMk/>
          <pc:sldMk cId="842710177" sldId="1637"/>
        </pc:sldMkLst>
      </pc:sldChg>
      <pc:sldChg chg="del">
        <pc:chgData name="Jade Zhenjie HUANG" userId="879176f8-54f1-4133-bc9a-b17335350ec0" providerId="ADAL" clId="{D8EFBF44-63CF-4A10-B76F-BA01E678379C}" dt="2025-07-15T08:47:31.339" v="766" actId="47"/>
        <pc:sldMkLst>
          <pc:docMk/>
          <pc:sldMk cId="3521879129" sldId="1638"/>
        </pc:sldMkLst>
      </pc:sldChg>
      <pc:sldChg chg="del">
        <pc:chgData name="Jade Zhenjie HUANG" userId="879176f8-54f1-4133-bc9a-b17335350ec0" providerId="ADAL" clId="{D8EFBF44-63CF-4A10-B76F-BA01E678379C}" dt="2025-07-16T06:37:31.156" v="5600" actId="47"/>
        <pc:sldMkLst>
          <pc:docMk/>
          <pc:sldMk cId="4044686530" sldId="1639"/>
        </pc:sldMkLst>
      </pc:sldChg>
      <pc:sldChg chg="modSp del mod">
        <pc:chgData name="Jade Zhenjie HUANG" userId="879176f8-54f1-4133-bc9a-b17335350ec0" providerId="ADAL" clId="{D8EFBF44-63CF-4A10-B76F-BA01E678379C}" dt="2025-07-15T08:58:52.302" v="782" actId="47"/>
        <pc:sldMkLst>
          <pc:docMk/>
          <pc:sldMk cId="3701379938" sldId="1640"/>
        </pc:sldMkLst>
        <pc:spChg chg="mod">
          <ac:chgData name="Jade Zhenjie HUANG" userId="879176f8-54f1-4133-bc9a-b17335350ec0" providerId="ADAL" clId="{D8EFBF44-63CF-4A10-B76F-BA01E678379C}" dt="2025-07-14T13:29:50.519" v="749"/>
          <ac:spMkLst>
            <pc:docMk/>
            <pc:sldMk cId="3701379938" sldId="1640"/>
            <ac:spMk id="182" creationId="{03CE83D5-D17A-4F26-BBBC-E3D697A6B6B8}"/>
          </ac:spMkLst>
        </pc:spChg>
        <pc:spChg chg="mod">
          <ac:chgData name="Jade Zhenjie HUANG" userId="879176f8-54f1-4133-bc9a-b17335350ec0" providerId="ADAL" clId="{D8EFBF44-63CF-4A10-B76F-BA01E678379C}" dt="2025-07-14T13:29:50.519" v="749"/>
          <ac:spMkLst>
            <pc:docMk/>
            <pc:sldMk cId="3701379938" sldId="1640"/>
            <ac:spMk id="134149" creationId="{00000000-0000-0000-0000-000000000000}"/>
          </ac:spMkLst>
        </pc:spChg>
        <pc:graphicFrameChg chg="mod modGraphic">
          <ac:chgData name="Jade Zhenjie HUANG" userId="879176f8-54f1-4133-bc9a-b17335350ec0" providerId="ADAL" clId="{D8EFBF44-63CF-4A10-B76F-BA01E678379C}" dt="2025-07-14T13:29:50.519" v="749"/>
          <ac:graphicFrameMkLst>
            <pc:docMk/>
            <pc:sldMk cId="3701379938" sldId="1640"/>
            <ac:graphicFrameMk id="4" creationId="{497FBE30-88B8-46EB-AF64-26CA17170CAB}"/>
          </ac:graphicFrameMkLst>
        </pc:graphicFrameChg>
        <pc:graphicFrameChg chg="mod modGraphic">
          <ac:chgData name="Jade Zhenjie HUANG" userId="879176f8-54f1-4133-bc9a-b17335350ec0" providerId="ADAL" clId="{D8EFBF44-63CF-4A10-B76F-BA01E678379C}" dt="2025-07-14T13:29:56.862" v="750"/>
          <ac:graphicFrameMkLst>
            <pc:docMk/>
            <pc:sldMk cId="3701379938" sldId="1640"/>
            <ac:graphicFrameMk id="6" creationId="{B666382E-6372-47A2-AFAD-30280B397A46}"/>
          </ac:graphicFrameMkLst>
        </pc:graphicFrameChg>
      </pc:sldChg>
      <pc:sldChg chg="del">
        <pc:chgData name="Jade Zhenjie HUANG" userId="879176f8-54f1-4133-bc9a-b17335350ec0" providerId="ADAL" clId="{D8EFBF44-63CF-4A10-B76F-BA01E678379C}" dt="2025-07-15T08:58:52.302" v="782" actId="47"/>
        <pc:sldMkLst>
          <pc:docMk/>
          <pc:sldMk cId="4083476711" sldId="1641"/>
        </pc:sldMkLst>
      </pc:sldChg>
      <pc:sldChg chg="del">
        <pc:chgData name="Jade Zhenjie HUANG" userId="879176f8-54f1-4133-bc9a-b17335350ec0" providerId="ADAL" clId="{D8EFBF44-63CF-4A10-B76F-BA01E678379C}" dt="2025-07-15T08:58:52.302" v="782" actId="47"/>
        <pc:sldMkLst>
          <pc:docMk/>
          <pc:sldMk cId="1134811619" sldId="1642"/>
        </pc:sldMkLst>
      </pc:sldChg>
      <pc:sldChg chg="del">
        <pc:chgData name="Jade Zhenjie HUANG" userId="879176f8-54f1-4133-bc9a-b17335350ec0" providerId="ADAL" clId="{D8EFBF44-63CF-4A10-B76F-BA01E678379C}" dt="2025-07-15T08:58:52.302" v="782" actId="47"/>
        <pc:sldMkLst>
          <pc:docMk/>
          <pc:sldMk cId="332972287" sldId="1643"/>
        </pc:sldMkLst>
      </pc:sldChg>
      <pc:sldChg chg="del">
        <pc:chgData name="Jade Zhenjie HUANG" userId="879176f8-54f1-4133-bc9a-b17335350ec0" providerId="ADAL" clId="{D8EFBF44-63CF-4A10-B76F-BA01E678379C}" dt="2025-07-15T08:58:52.302" v="782" actId="47"/>
        <pc:sldMkLst>
          <pc:docMk/>
          <pc:sldMk cId="1253756004" sldId="1644"/>
        </pc:sldMkLst>
      </pc:sldChg>
      <pc:sldChg chg="del">
        <pc:chgData name="Jade Zhenjie HUANG" userId="879176f8-54f1-4133-bc9a-b17335350ec0" providerId="ADAL" clId="{D8EFBF44-63CF-4A10-B76F-BA01E678379C}" dt="2025-07-15T08:58:52.302" v="782" actId="47"/>
        <pc:sldMkLst>
          <pc:docMk/>
          <pc:sldMk cId="4224126010" sldId="1645"/>
        </pc:sldMkLst>
      </pc:sldChg>
      <pc:sldChg chg="del">
        <pc:chgData name="Jade Zhenjie HUANG" userId="879176f8-54f1-4133-bc9a-b17335350ec0" providerId="ADAL" clId="{D8EFBF44-63CF-4A10-B76F-BA01E678379C}" dt="2025-07-15T08:58:52.302" v="782" actId="47"/>
        <pc:sldMkLst>
          <pc:docMk/>
          <pc:sldMk cId="1643988808" sldId="2910"/>
        </pc:sldMkLst>
      </pc:sldChg>
      <pc:sldChg chg="del">
        <pc:chgData name="Jade Zhenjie HUANG" userId="879176f8-54f1-4133-bc9a-b17335350ec0" providerId="ADAL" clId="{D8EFBF44-63CF-4A10-B76F-BA01E678379C}" dt="2025-07-15T08:58:52.302" v="782" actId="47"/>
        <pc:sldMkLst>
          <pc:docMk/>
          <pc:sldMk cId="2767829991" sldId="2911"/>
        </pc:sldMkLst>
      </pc:sldChg>
      <pc:sldChg chg="del">
        <pc:chgData name="Jade Zhenjie HUANG" userId="879176f8-54f1-4133-bc9a-b17335350ec0" providerId="ADAL" clId="{D8EFBF44-63CF-4A10-B76F-BA01E678379C}" dt="2025-07-15T09:24:30.036" v="1073" actId="47"/>
        <pc:sldMkLst>
          <pc:docMk/>
          <pc:sldMk cId="3210835666" sldId="2912"/>
        </pc:sldMkLst>
      </pc:sldChg>
      <pc:sldChg chg="modSp mod">
        <pc:chgData name="Jade Zhenjie HUANG" userId="879176f8-54f1-4133-bc9a-b17335350ec0" providerId="ADAL" clId="{D8EFBF44-63CF-4A10-B76F-BA01E678379C}" dt="2025-07-16T14:51:47.423" v="13348" actId="20577"/>
        <pc:sldMkLst>
          <pc:docMk/>
          <pc:sldMk cId="1107771816" sldId="2913"/>
        </pc:sldMkLst>
        <pc:spChg chg="mod">
          <ac:chgData name="Jade Zhenjie HUANG" userId="879176f8-54f1-4133-bc9a-b17335350ec0" providerId="ADAL" clId="{D8EFBF44-63CF-4A10-B76F-BA01E678379C}" dt="2025-07-16T14:51:47.423" v="13348" actId="20577"/>
          <ac:spMkLst>
            <pc:docMk/>
            <pc:sldMk cId="1107771816" sldId="2913"/>
            <ac:spMk id="7" creationId="{807971C2-325D-4E19-BA7C-44A861EFF63F}"/>
          </ac:spMkLst>
        </pc:spChg>
      </pc:sldChg>
      <pc:sldChg chg="addSp delSp modSp mod">
        <pc:chgData name="Jade Zhenjie HUANG" userId="879176f8-54f1-4133-bc9a-b17335350ec0" providerId="ADAL" clId="{D8EFBF44-63CF-4A10-B76F-BA01E678379C}" dt="2025-07-16T14:51:51.666" v="13350" actId="20577"/>
        <pc:sldMkLst>
          <pc:docMk/>
          <pc:sldMk cId="1568530476" sldId="2914"/>
        </pc:sldMkLst>
        <pc:spChg chg="mod">
          <ac:chgData name="Jade Zhenjie HUANG" userId="879176f8-54f1-4133-bc9a-b17335350ec0" providerId="ADAL" clId="{D8EFBF44-63CF-4A10-B76F-BA01E678379C}" dt="2025-07-15T11:13:00.766" v="3517"/>
          <ac:spMkLst>
            <pc:docMk/>
            <pc:sldMk cId="1568530476" sldId="2914"/>
            <ac:spMk id="3" creationId="{D2D69C45-4B89-4E7E-9F68-147BA17A180D}"/>
          </ac:spMkLst>
        </pc:spChg>
        <pc:spChg chg="add mod">
          <ac:chgData name="Jade Zhenjie HUANG" userId="879176f8-54f1-4133-bc9a-b17335350ec0" providerId="ADAL" clId="{D8EFBF44-63CF-4A10-B76F-BA01E678379C}" dt="2025-07-15T11:14:33.738" v="3574" actId="14100"/>
          <ac:spMkLst>
            <pc:docMk/>
            <pc:sldMk cId="1568530476" sldId="2914"/>
            <ac:spMk id="4" creationId="{CFF431EC-DCAD-5DFB-E8A9-9C494E691BE0}"/>
          </ac:spMkLst>
        </pc:spChg>
        <pc:spChg chg="add mod">
          <ac:chgData name="Jade Zhenjie HUANG" userId="879176f8-54f1-4133-bc9a-b17335350ec0" providerId="ADAL" clId="{D8EFBF44-63CF-4A10-B76F-BA01E678379C}" dt="2025-07-15T11:13:00.766" v="3517"/>
          <ac:spMkLst>
            <pc:docMk/>
            <pc:sldMk cId="1568530476" sldId="2914"/>
            <ac:spMk id="5" creationId="{73BDDC17-3637-16E5-3829-6D528A7BA288}"/>
          </ac:spMkLst>
        </pc:spChg>
        <pc:spChg chg="add mod">
          <ac:chgData name="Jade Zhenjie HUANG" userId="879176f8-54f1-4133-bc9a-b17335350ec0" providerId="ADAL" clId="{D8EFBF44-63CF-4A10-B76F-BA01E678379C}" dt="2025-07-15T11:13:00.766" v="3517"/>
          <ac:spMkLst>
            <pc:docMk/>
            <pc:sldMk cId="1568530476" sldId="2914"/>
            <ac:spMk id="6" creationId="{F9354F7D-8DC5-9F10-6F39-A35FD009262C}"/>
          </ac:spMkLst>
        </pc:spChg>
        <pc:spChg chg="add mod">
          <ac:chgData name="Jade Zhenjie HUANG" userId="879176f8-54f1-4133-bc9a-b17335350ec0" providerId="ADAL" clId="{D8EFBF44-63CF-4A10-B76F-BA01E678379C}" dt="2025-07-15T14:12:37.046" v="3990" actId="20577"/>
          <ac:spMkLst>
            <pc:docMk/>
            <pc:sldMk cId="1568530476" sldId="2914"/>
            <ac:spMk id="7" creationId="{D09A1381-4046-2105-28A2-07165031A2F7}"/>
          </ac:spMkLst>
        </pc:spChg>
        <pc:spChg chg="mod">
          <ac:chgData name="Jade Zhenjie HUANG" userId="879176f8-54f1-4133-bc9a-b17335350ec0" providerId="ADAL" clId="{D8EFBF44-63CF-4A10-B76F-BA01E678379C}" dt="2025-07-15T11:30:26.604" v="3641" actId="1035"/>
          <ac:spMkLst>
            <pc:docMk/>
            <pc:sldMk cId="1568530476" sldId="2914"/>
            <ac:spMk id="8" creationId="{6BEA41F5-F4D7-4BAB-A2F2-A3F2FC6151F3}"/>
          </ac:spMkLst>
        </pc:spChg>
        <pc:spChg chg="mod topLvl">
          <ac:chgData name="Jade Zhenjie HUANG" userId="879176f8-54f1-4133-bc9a-b17335350ec0" providerId="ADAL" clId="{D8EFBF44-63CF-4A10-B76F-BA01E678379C}" dt="2025-07-15T11:14:29.326" v="3573" actId="14100"/>
          <ac:spMkLst>
            <pc:docMk/>
            <pc:sldMk cId="1568530476" sldId="2914"/>
            <ac:spMk id="12" creationId="{ED0AF76E-5617-4592-AD16-B2B2380C7767}"/>
          </ac:spMkLst>
        </pc:spChg>
        <pc:spChg chg="del mod topLvl">
          <ac:chgData name="Jade Zhenjie HUANG" userId="879176f8-54f1-4133-bc9a-b17335350ec0" providerId="ADAL" clId="{D8EFBF44-63CF-4A10-B76F-BA01E678379C}" dt="2025-07-15T10:18:22.184" v="2606" actId="478"/>
          <ac:spMkLst>
            <pc:docMk/>
            <pc:sldMk cId="1568530476" sldId="2914"/>
            <ac:spMk id="13" creationId="{15577A64-08E0-4570-9374-37EE516F121C}"/>
          </ac:spMkLst>
        </pc:spChg>
        <pc:spChg chg="mod">
          <ac:chgData name="Jade Zhenjie HUANG" userId="879176f8-54f1-4133-bc9a-b17335350ec0" providerId="ADAL" clId="{D8EFBF44-63CF-4A10-B76F-BA01E678379C}" dt="2025-07-16T14:51:51.666" v="13350" actId="20577"/>
          <ac:spMkLst>
            <pc:docMk/>
            <pc:sldMk cId="1568530476" sldId="2914"/>
            <ac:spMk id="134149" creationId="{00000000-0000-0000-0000-000000000000}"/>
          </ac:spMkLst>
        </pc:spChg>
        <pc:grpChg chg="del">
          <ac:chgData name="Jade Zhenjie HUANG" userId="879176f8-54f1-4133-bc9a-b17335350ec0" providerId="ADAL" clId="{D8EFBF44-63CF-4A10-B76F-BA01E678379C}" dt="2025-07-15T10:18:22.184" v="2606" actId="478"/>
          <ac:grpSpMkLst>
            <pc:docMk/>
            <pc:sldMk cId="1568530476" sldId="2914"/>
            <ac:grpSpMk id="11" creationId="{2C87AE68-E9F9-48F5-946D-BD5265A06961}"/>
          </ac:grpSpMkLst>
        </pc:grpChg>
        <pc:cxnChg chg="add mod">
          <ac:chgData name="Jade Zhenjie HUANG" userId="879176f8-54f1-4133-bc9a-b17335350ec0" providerId="ADAL" clId="{D8EFBF44-63CF-4A10-B76F-BA01E678379C}" dt="2025-07-16T06:28:29.285" v="5415" actId="552"/>
          <ac:cxnSpMkLst>
            <pc:docMk/>
            <pc:sldMk cId="1568530476" sldId="2914"/>
            <ac:cxnSpMk id="2" creationId="{E6210E44-CFBE-ACC7-7942-44DCFBD85F5D}"/>
          </ac:cxnSpMkLst>
        </pc:cxnChg>
        <pc:cxnChg chg="mod">
          <ac:chgData name="Jade Zhenjie HUANG" userId="879176f8-54f1-4133-bc9a-b17335350ec0" providerId="ADAL" clId="{D8EFBF44-63CF-4A10-B76F-BA01E678379C}" dt="2025-07-16T06:28:29.285" v="5415" actId="552"/>
          <ac:cxnSpMkLst>
            <pc:docMk/>
            <pc:sldMk cId="1568530476" sldId="2914"/>
            <ac:cxnSpMk id="9" creationId="{644B517E-9F3B-4E16-B73A-3F46F0E81AFB}"/>
          </ac:cxnSpMkLst>
        </pc:cxnChg>
      </pc:sldChg>
      <pc:sldChg chg="del">
        <pc:chgData name="Jade Zhenjie HUANG" userId="879176f8-54f1-4133-bc9a-b17335350ec0" providerId="ADAL" clId="{D8EFBF44-63CF-4A10-B76F-BA01E678379C}" dt="2025-07-16T06:24:40.851" v="5395" actId="47"/>
        <pc:sldMkLst>
          <pc:docMk/>
          <pc:sldMk cId="1761293894" sldId="2915"/>
        </pc:sldMkLst>
      </pc:sldChg>
      <pc:sldChg chg="del">
        <pc:chgData name="Jade Zhenjie HUANG" userId="879176f8-54f1-4133-bc9a-b17335350ec0" providerId="ADAL" clId="{D8EFBF44-63CF-4A10-B76F-BA01E678379C}" dt="2025-07-16T06:24:40.851" v="5395" actId="47"/>
        <pc:sldMkLst>
          <pc:docMk/>
          <pc:sldMk cId="3726087385" sldId="2916"/>
        </pc:sldMkLst>
      </pc:sldChg>
      <pc:sldChg chg="delSp modSp mod ord">
        <pc:chgData name="Jade Zhenjie HUANG" userId="879176f8-54f1-4133-bc9a-b17335350ec0" providerId="ADAL" clId="{D8EFBF44-63CF-4A10-B76F-BA01E678379C}" dt="2025-07-16T14:52:00.540" v="13354" actId="20577"/>
        <pc:sldMkLst>
          <pc:docMk/>
          <pc:sldMk cId="386991417" sldId="2918"/>
        </pc:sldMkLst>
        <pc:spChg chg="mod">
          <ac:chgData name="Jade Zhenjie HUANG" userId="879176f8-54f1-4133-bc9a-b17335350ec0" providerId="ADAL" clId="{D8EFBF44-63CF-4A10-B76F-BA01E678379C}" dt="2025-07-16T13:54:35.685" v="11881"/>
          <ac:spMkLst>
            <pc:docMk/>
            <pc:sldMk cId="386991417" sldId="2918"/>
            <ac:spMk id="2" creationId="{015854C7-6576-43D9-A882-C7A701D1ABC0}"/>
          </ac:spMkLst>
        </pc:spChg>
        <pc:spChg chg="mod">
          <ac:chgData name="Jade Zhenjie HUANG" userId="879176f8-54f1-4133-bc9a-b17335350ec0" providerId="ADAL" clId="{D8EFBF44-63CF-4A10-B76F-BA01E678379C}" dt="2025-07-16T11:52:44.983" v="11607" actId="1036"/>
          <ac:spMkLst>
            <pc:docMk/>
            <pc:sldMk cId="386991417" sldId="2918"/>
            <ac:spMk id="18" creationId="{CA8CEA12-7489-4642-BD8A-5A9C05EF540B}"/>
          </ac:spMkLst>
        </pc:spChg>
        <pc:spChg chg="mod">
          <ac:chgData name="Jade Zhenjie HUANG" userId="879176f8-54f1-4133-bc9a-b17335350ec0" providerId="ADAL" clId="{D8EFBF44-63CF-4A10-B76F-BA01E678379C}" dt="2025-07-16T11:52:44.983" v="11607" actId="1036"/>
          <ac:spMkLst>
            <pc:docMk/>
            <pc:sldMk cId="386991417" sldId="2918"/>
            <ac:spMk id="20" creationId="{768AB671-85FB-484C-9587-65C8C14D786B}"/>
          </ac:spMkLst>
        </pc:spChg>
        <pc:spChg chg="mod">
          <ac:chgData name="Jade Zhenjie HUANG" userId="879176f8-54f1-4133-bc9a-b17335350ec0" providerId="ADAL" clId="{D8EFBF44-63CF-4A10-B76F-BA01E678379C}" dt="2025-07-16T14:52:00.540" v="13354" actId="20577"/>
          <ac:spMkLst>
            <pc:docMk/>
            <pc:sldMk cId="386991417" sldId="2918"/>
            <ac:spMk id="134149" creationId="{00000000-0000-0000-0000-000000000000}"/>
          </ac:spMkLst>
        </pc:spChg>
        <pc:grpChg chg="mod">
          <ac:chgData name="Jade Zhenjie HUANG" userId="879176f8-54f1-4133-bc9a-b17335350ec0" providerId="ADAL" clId="{D8EFBF44-63CF-4A10-B76F-BA01E678379C}" dt="2025-07-16T11:39:45.866" v="11566" actId="14100"/>
          <ac:grpSpMkLst>
            <pc:docMk/>
            <pc:sldMk cId="386991417" sldId="2918"/>
            <ac:grpSpMk id="7" creationId="{341EAF36-E641-40F9-B7DF-942A83A0C055}"/>
          </ac:grpSpMkLst>
        </pc:grpChg>
        <pc:cxnChg chg="del">
          <ac:chgData name="Jade Zhenjie HUANG" userId="879176f8-54f1-4133-bc9a-b17335350ec0" providerId="ADAL" clId="{D8EFBF44-63CF-4A10-B76F-BA01E678379C}" dt="2025-07-16T06:28:13.525" v="5414" actId="478"/>
          <ac:cxnSpMkLst>
            <pc:docMk/>
            <pc:sldMk cId="386991417" sldId="2918"/>
            <ac:cxnSpMk id="10" creationId="{EA414185-A681-4C64-B6A0-5BDFC26F1DC5}"/>
          </ac:cxnSpMkLst>
        </pc:cxnChg>
      </pc:sldChg>
      <pc:sldChg chg="addSp delSp modSp mod">
        <pc:chgData name="Jade Zhenjie HUANG" userId="879176f8-54f1-4133-bc9a-b17335350ec0" providerId="ADAL" clId="{D8EFBF44-63CF-4A10-B76F-BA01E678379C}" dt="2025-07-16T14:51:55.558" v="13352" actId="20577"/>
        <pc:sldMkLst>
          <pc:docMk/>
          <pc:sldMk cId="782142391" sldId="2920"/>
        </pc:sldMkLst>
        <pc:spChg chg="add mod">
          <ac:chgData name="Jade Zhenjie HUANG" userId="879176f8-54f1-4133-bc9a-b17335350ec0" providerId="ADAL" clId="{D8EFBF44-63CF-4A10-B76F-BA01E678379C}" dt="2025-07-16T13:51:12" v="11830"/>
          <ac:spMkLst>
            <pc:docMk/>
            <pc:sldMk cId="782142391" sldId="2920"/>
            <ac:spMk id="2" creationId="{DF76431A-9B9A-5B2E-79F3-13F27AF65E77}"/>
          </ac:spMkLst>
        </pc:spChg>
        <pc:spChg chg="add mod">
          <ac:chgData name="Jade Zhenjie HUANG" userId="879176f8-54f1-4133-bc9a-b17335350ec0" providerId="ADAL" clId="{D8EFBF44-63CF-4A10-B76F-BA01E678379C}" dt="2025-07-16T13:51:30.271" v="11838" actId="113"/>
          <ac:spMkLst>
            <pc:docMk/>
            <pc:sldMk cId="782142391" sldId="2920"/>
            <ac:spMk id="5" creationId="{E9455A1C-EB0C-B8F8-BC75-BCD44922A158}"/>
          </ac:spMkLst>
        </pc:spChg>
        <pc:spChg chg="add mod">
          <ac:chgData name="Jade Zhenjie HUANG" userId="879176f8-54f1-4133-bc9a-b17335350ec0" providerId="ADAL" clId="{D8EFBF44-63CF-4A10-B76F-BA01E678379C}" dt="2025-07-16T13:51:17.697" v="11836"/>
          <ac:spMkLst>
            <pc:docMk/>
            <pc:sldMk cId="782142391" sldId="2920"/>
            <ac:spMk id="6" creationId="{C729CF3A-BEBD-6AFA-E73B-AADD0DB4F8AB}"/>
          </ac:spMkLst>
        </pc:spChg>
        <pc:spChg chg="add mod">
          <ac:chgData name="Jade Zhenjie HUANG" userId="879176f8-54f1-4133-bc9a-b17335350ec0" providerId="ADAL" clId="{D8EFBF44-63CF-4A10-B76F-BA01E678379C}" dt="2025-07-16T02:52:28.092" v="4664" actId="14100"/>
          <ac:spMkLst>
            <pc:docMk/>
            <pc:sldMk cId="782142391" sldId="2920"/>
            <ac:spMk id="7" creationId="{EFF7057F-7212-05E4-DCFB-B4FA01B6AA13}"/>
          </ac:spMkLst>
        </pc:spChg>
        <pc:spChg chg="add mod">
          <ac:chgData name="Jade Zhenjie HUANG" userId="879176f8-54f1-4133-bc9a-b17335350ec0" providerId="ADAL" clId="{D8EFBF44-63CF-4A10-B76F-BA01E678379C}" dt="2025-07-16T13:51:43.450" v="11857"/>
          <ac:spMkLst>
            <pc:docMk/>
            <pc:sldMk cId="782142391" sldId="2920"/>
            <ac:spMk id="9" creationId="{B8293F15-3FE4-3CBA-526C-1DE4C200BB31}"/>
          </ac:spMkLst>
        </pc:spChg>
        <pc:spChg chg="del mod">
          <ac:chgData name="Jade Zhenjie HUANG" userId="879176f8-54f1-4133-bc9a-b17335350ec0" providerId="ADAL" clId="{D8EFBF44-63CF-4A10-B76F-BA01E678379C}" dt="2025-07-15T11:31:35.890" v="3780" actId="478"/>
          <ac:spMkLst>
            <pc:docMk/>
            <pc:sldMk cId="782142391" sldId="2920"/>
            <ac:spMk id="10" creationId="{7826A371-79D2-4577-990D-747D5AEA734F}"/>
          </ac:spMkLst>
        </pc:spChg>
        <pc:spChg chg="add del mod">
          <ac:chgData name="Jade Zhenjie HUANG" userId="879176f8-54f1-4133-bc9a-b17335350ec0" providerId="ADAL" clId="{D8EFBF44-63CF-4A10-B76F-BA01E678379C}" dt="2025-07-16T13:50:12.287" v="11790" actId="478"/>
          <ac:spMkLst>
            <pc:docMk/>
            <pc:sldMk cId="782142391" sldId="2920"/>
            <ac:spMk id="10" creationId="{A91CCB40-C8BE-CDB2-F864-370A00D8039A}"/>
          </ac:spMkLst>
        </pc:spChg>
        <pc:spChg chg="mod topLvl">
          <ac:chgData name="Jade Zhenjie HUANG" userId="879176f8-54f1-4133-bc9a-b17335350ec0" providerId="ADAL" clId="{D8EFBF44-63CF-4A10-B76F-BA01E678379C}" dt="2025-07-16T13:51:26.644" v="11837" actId="113"/>
          <ac:spMkLst>
            <pc:docMk/>
            <pc:sldMk cId="782142391" sldId="2920"/>
            <ac:spMk id="16" creationId="{C738B42B-D797-40C7-BBE0-BA14892C404C}"/>
          </ac:spMkLst>
        </pc:spChg>
        <pc:spChg chg="del topLvl">
          <ac:chgData name="Jade Zhenjie HUANG" userId="879176f8-54f1-4133-bc9a-b17335350ec0" providerId="ADAL" clId="{D8EFBF44-63CF-4A10-B76F-BA01E678379C}" dt="2025-07-15T11:29:01.867" v="3587" actId="478"/>
          <ac:spMkLst>
            <pc:docMk/>
            <pc:sldMk cId="782142391" sldId="2920"/>
            <ac:spMk id="17" creationId="{E445CCDC-41A3-4840-91A4-4F60A754062A}"/>
          </ac:spMkLst>
        </pc:spChg>
        <pc:spChg chg="del">
          <ac:chgData name="Jade Zhenjie HUANG" userId="879176f8-54f1-4133-bc9a-b17335350ec0" providerId="ADAL" clId="{D8EFBF44-63CF-4A10-B76F-BA01E678379C}" dt="2025-07-15T11:32:07.226" v="3858" actId="478"/>
          <ac:spMkLst>
            <pc:docMk/>
            <pc:sldMk cId="782142391" sldId="2920"/>
            <ac:spMk id="21" creationId="{CBCF2A47-4365-4909-AE4C-410DE3D95444}"/>
          </ac:spMkLst>
        </pc:spChg>
        <pc:spChg chg="del">
          <ac:chgData name="Jade Zhenjie HUANG" userId="879176f8-54f1-4133-bc9a-b17335350ec0" providerId="ADAL" clId="{D8EFBF44-63CF-4A10-B76F-BA01E678379C}" dt="2025-07-15T11:32:11.447" v="3859" actId="478"/>
          <ac:spMkLst>
            <pc:docMk/>
            <pc:sldMk cId="782142391" sldId="2920"/>
            <ac:spMk id="25" creationId="{A3E2771C-9D55-4616-8777-39E8AF2712E1}"/>
          </ac:spMkLst>
        </pc:spChg>
        <pc:spChg chg="del">
          <ac:chgData name="Jade Zhenjie HUANG" userId="879176f8-54f1-4133-bc9a-b17335350ec0" providerId="ADAL" clId="{D8EFBF44-63CF-4A10-B76F-BA01E678379C}" dt="2025-07-15T11:32:11.447" v="3859" actId="478"/>
          <ac:spMkLst>
            <pc:docMk/>
            <pc:sldMk cId="782142391" sldId="2920"/>
            <ac:spMk id="27" creationId="{2A0EE26F-5E7C-470B-BF0D-105D65D13B95}"/>
          </ac:spMkLst>
        </pc:spChg>
        <pc:spChg chg="del">
          <ac:chgData name="Jade Zhenjie HUANG" userId="879176f8-54f1-4133-bc9a-b17335350ec0" providerId="ADAL" clId="{D8EFBF44-63CF-4A10-B76F-BA01E678379C}" dt="2025-07-16T03:26:42.513" v="4809" actId="478"/>
          <ac:spMkLst>
            <pc:docMk/>
            <pc:sldMk cId="782142391" sldId="2920"/>
            <ac:spMk id="28" creationId="{209CFD12-C784-4841-940F-3515F3C4C859}"/>
          </ac:spMkLst>
        </pc:spChg>
        <pc:spChg chg="mod">
          <ac:chgData name="Jade Zhenjie HUANG" userId="879176f8-54f1-4133-bc9a-b17335350ec0" providerId="ADAL" clId="{D8EFBF44-63CF-4A10-B76F-BA01E678379C}" dt="2025-07-16T14:51:55.558" v="13352" actId="20577"/>
          <ac:spMkLst>
            <pc:docMk/>
            <pc:sldMk cId="782142391" sldId="2920"/>
            <ac:spMk id="134149" creationId="{00000000-0000-0000-0000-000000000000}"/>
          </ac:spMkLst>
        </pc:spChg>
        <pc:grpChg chg="del">
          <ac:chgData name="Jade Zhenjie HUANG" userId="879176f8-54f1-4133-bc9a-b17335350ec0" providerId="ADAL" clId="{D8EFBF44-63CF-4A10-B76F-BA01E678379C}" dt="2025-07-15T11:29:01.867" v="3587" actId="478"/>
          <ac:grpSpMkLst>
            <pc:docMk/>
            <pc:sldMk cId="782142391" sldId="2920"/>
            <ac:grpSpMk id="15" creationId="{F8C56CF9-9064-4A03-8EF6-0900FDD881E7}"/>
          </ac:grpSpMkLst>
        </pc:grpChg>
        <pc:grpChg chg="del">
          <ac:chgData name="Jade Zhenjie HUANG" userId="879176f8-54f1-4133-bc9a-b17335350ec0" providerId="ADAL" clId="{D8EFBF44-63CF-4A10-B76F-BA01E678379C}" dt="2025-07-15T11:32:07.226" v="3858" actId="478"/>
          <ac:grpSpMkLst>
            <pc:docMk/>
            <pc:sldMk cId="782142391" sldId="2920"/>
            <ac:grpSpMk id="18" creationId="{CD3CAED1-AFDF-4B5D-A273-AEB7F0197A4B}"/>
          </ac:grpSpMkLst>
        </pc:grpChg>
        <pc:grpChg chg="del">
          <ac:chgData name="Jade Zhenjie HUANG" userId="879176f8-54f1-4133-bc9a-b17335350ec0" providerId="ADAL" clId="{D8EFBF44-63CF-4A10-B76F-BA01E678379C}" dt="2025-07-15T11:32:11.447" v="3859" actId="478"/>
          <ac:grpSpMkLst>
            <pc:docMk/>
            <pc:sldMk cId="782142391" sldId="2920"/>
            <ac:grpSpMk id="22" creationId="{213AAC07-7AD8-43C7-9FD2-BEED0650B321}"/>
          </ac:grpSpMkLst>
        </pc:grpChg>
        <pc:graphicFrameChg chg="del">
          <ac:chgData name="Jade Zhenjie HUANG" userId="879176f8-54f1-4133-bc9a-b17335350ec0" providerId="ADAL" clId="{D8EFBF44-63CF-4A10-B76F-BA01E678379C}" dt="2025-07-15T11:32:11.447" v="3859" actId="478"/>
          <ac:graphicFrameMkLst>
            <pc:docMk/>
            <pc:sldMk cId="782142391" sldId="2920"/>
            <ac:graphicFrameMk id="26" creationId="{0CAC746D-7C49-43BE-A094-03F93191F768}"/>
          </ac:graphicFrameMkLst>
        </pc:graphicFrameChg>
        <pc:cxnChg chg="add mod">
          <ac:chgData name="Jade Zhenjie HUANG" userId="879176f8-54f1-4133-bc9a-b17335350ec0" providerId="ADAL" clId="{D8EFBF44-63CF-4A10-B76F-BA01E678379C}" dt="2025-07-16T02:51:25.337" v="4610" actId="552"/>
          <ac:cxnSpMkLst>
            <pc:docMk/>
            <pc:sldMk cId="782142391" sldId="2920"/>
            <ac:cxnSpMk id="4" creationId="{8670B353-2281-B7A1-BCC3-EF1507C1C029}"/>
          </ac:cxnSpMkLst>
        </pc:cxnChg>
        <pc:cxnChg chg="add mod">
          <ac:chgData name="Jade Zhenjie HUANG" userId="879176f8-54f1-4133-bc9a-b17335350ec0" providerId="ADAL" clId="{D8EFBF44-63CF-4A10-B76F-BA01E678379C}" dt="2025-07-16T02:52:03.647" v="4641" actId="1036"/>
          <ac:cxnSpMkLst>
            <pc:docMk/>
            <pc:sldMk cId="782142391" sldId="2920"/>
            <ac:cxnSpMk id="8" creationId="{08746B18-C9DC-1156-9BF2-BDE00B11264D}"/>
          </ac:cxnSpMkLst>
        </pc:cxnChg>
        <pc:cxnChg chg="del">
          <ac:chgData name="Jade Zhenjie HUANG" userId="879176f8-54f1-4133-bc9a-b17335350ec0" providerId="ADAL" clId="{D8EFBF44-63CF-4A10-B76F-BA01E678379C}" dt="2025-07-15T11:32:14.522" v="3860" actId="478"/>
          <ac:cxnSpMkLst>
            <pc:docMk/>
            <pc:sldMk cId="782142391" sldId="2920"/>
            <ac:cxnSpMk id="30" creationId="{9C24877F-2123-465D-9CA1-EB2AC8E933DF}"/>
          </ac:cxnSpMkLst>
        </pc:cxnChg>
        <pc:cxnChg chg="del">
          <ac:chgData name="Jade Zhenjie HUANG" userId="879176f8-54f1-4133-bc9a-b17335350ec0" providerId="ADAL" clId="{D8EFBF44-63CF-4A10-B76F-BA01E678379C}" dt="2025-07-15T11:32:11.447" v="3859" actId="478"/>
          <ac:cxnSpMkLst>
            <pc:docMk/>
            <pc:sldMk cId="782142391" sldId="2920"/>
            <ac:cxnSpMk id="31" creationId="{5E471564-40D0-47D3-8160-957B1C9FD4AB}"/>
          </ac:cxnSpMkLst>
        </pc:cxnChg>
        <pc:cxnChg chg="del">
          <ac:chgData name="Jade Zhenjie HUANG" userId="879176f8-54f1-4133-bc9a-b17335350ec0" providerId="ADAL" clId="{D8EFBF44-63CF-4A10-B76F-BA01E678379C}" dt="2025-07-15T11:32:11.447" v="3859" actId="478"/>
          <ac:cxnSpMkLst>
            <pc:docMk/>
            <pc:sldMk cId="782142391" sldId="2920"/>
            <ac:cxnSpMk id="32" creationId="{8AFFC4AD-6DB4-471D-AC47-866DD61F5D43}"/>
          </ac:cxnSpMkLst>
        </pc:cxnChg>
      </pc:sldChg>
      <pc:sldChg chg="modSp mod">
        <pc:chgData name="Jade Zhenjie HUANG" userId="879176f8-54f1-4133-bc9a-b17335350ec0" providerId="ADAL" clId="{D8EFBF44-63CF-4A10-B76F-BA01E678379C}" dt="2025-07-16T14:52:08.020" v="13358" actId="20577"/>
        <pc:sldMkLst>
          <pc:docMk/>
          <pc:sldMk cId="3097122188" sldId="2921"/>
        </pc:sldMkLst>
        <pc:spChg chg="mod">
          <ac:chgData name="Jade Zhenjie HUANG" userId="879176f8-54f1-4133-bc9a-b17335350ec0" providerId="ADAL" clId="{D8EFBF44-63CF-4A10-B76F-BA01E678379C}" dt="2025-07-16T06:30:03.925" v="5477" actId="20577"/>
          <ac:spMkLst>
            <pc:docMk/>
            <pc:sldMk cId="3097122188" sldId="2921"/>
            <ac:spMk id="2" creationId="{015854C7-6576-43D9-A882-C7A701D1ABC0}"/>
          </ac:spMkLst>
        </pc:spChg>
        <pc:spChg chg="mod">
          <ac:chgData name="Jade Zhenjie HUANG" userId="879176f8-54f1-4133-bc9a-b17335350ec0" providerId="ADAL" clId="{D8EFBF44-63CF-4A10-B76F-BA01E678379C}" dt="2025-07-16T06:30:22.936" v="5498" actId="20577"/>
          <ac:spMkLst>
            <pc:docMk/>
            <pc:sldMk cId="3097122188" sldId="2921"/>
            <ac:spMk id="12" creationId="{40813443-937C-4D8B-9849-07EBBA86EA67}"/>
          </ac:spMkLst>
        </pc:spChg>
        <pc:spChg chg="mod">
          <ac:chgData name="Jade Zhenjie HUANG" userId="879176f8-54f1-4133-bc9a-b17335350ec0" providerId="ADAL" clId="{D8EFBF44-63CF-4A10-B76F-BA01E678379C}" dt="2025-07-16T13:49:02.332" v="11728" actId="20577"/>
          <ac:spMkLst>
            <pc:docMk/>
            <pc:sldMk cId="3097122188" sldId="2921"/>
            <ac:spMk id="14" creationId="{6CC39F6A-33F1-4254-BA63-A045DC43AD8D}"/>
          </ac:spMkLst>
        </pc:spChg>
        <pc:spChg chg="mod">
          <ac:chgData name="Jade Zhenjie HUANG" userId="879176f8-54f1-4133-bc9a-b17335350ec0" providerId="ADAL" clId="{D8EFBF44-63CF-4A10-B76F-BA01E678379C}" dt="2025-07-16T14:52:08.020" v="13358" actId="20577"/>
          <ac:spMkLst>
            <pc:docMk/>
            <pc:sldMk cId="3097122188" sldId="2921"/>
            <ac:spMk id="134149" creationId="{00000000-0000-0000-0000-000000000000}"/>
          </ac:spMkLst>
        </pc:spChg>
        <pc:grpChg chg="mod">
          <ac:chgData name="Jade Zhenjie HUANG" userId="879176f8-54f1-4133-bc9a-b17335350ec0" providerId="ADAL" clId="{D8EFBF44-63CF-4A10-B76F-BA01E678379C}" dt="2025-07-16T06:34:50.041" v="5561" actId="1035"/>
          <ac:grpSpMkLst>
            <pc:docMk/>
            <pc:sldMk cId="3097122188" sldId="2921"/>
            <ac:grpSpMk id="7" creationId="{A5F52D7F-F602-43FC-BF35-BA38E2FC25DB}"/>
          </ac:grpSpMkLst>
        </pc:grpChg>
        <pc:grpChg chg="mod">
          <ac:chgData name="Jade Zhenjie HUANG" userId="879176f8-54f1-4133-bc9a-b17335350ec0" providerId="ADAL" clId="{D8EFBF44-63CF-4A10-B76F-BA01E678379C}" dt="2025-07-16T06:29:51.925" v="5473" actId="14100"/>
          <ac:grpSpMkLst>
            <pc:docMk/>
            <pc:sldMk cId="3097122188" sldId="2921"/>
            <ac:grpSpMk id="13" creationId="{C4A58A92-F73E-4674-AB35-ED6EE021E07A}"/>
          </ac:grpSpMkLst>
        </pc:grpChg>
        <pc:grpChg chg="mod">
          <ac:chgData name="Jade Zhenjie HUANG" userId="879176f8-54f1-4133-bc9a-b17335350ec0" providerId="ADAL" clId="{D8EFBF44-63CF-4A10-B76F-BA01E678379C}" dt="2025-07-16T06:35:07.337" v="5591" actId="1035"/>
          <ac:grpSpMkLst>
            <pc:docMk/>
            <pc:sldMk cId="3097122188" sldId="2921"/>
            <ac:grpSpMk id="24" creationId="{6A0E01D4-2470-4729-8876-06CCD5A2ADF4}"/>
          </ac:grpSpMkLst>
        </pc:grpChg>
        <pc:grpChg chg="mod">
          <ac:chgData name="Jade Zhenjie HUANG" userId="879176f8-54f1-4133-bc9a-b17335350ec0" providerId="ADAL" clId="{D8EFBF44-63CF-4A10-B76F-BA01E678379C}" dt="2025-07-16T06:35:02.401" v="5582" actId="1036"/>
          <ac:grpSpMkLst>
            <pc:docMk/>
            <pc:sldMk cId="3097122188" sldId="2921"/>
            <ac:grpSpMk id="32" creationId="{57890379-A627-48BE-9C94-610956EBAB87}"/>
          </ac:grpSpMkLst>
        </pc:grpChg>
        <pc:grpChg chg="mod">
          <ac:chgData name="Jade Zhenjie HUANG" userId="879176f8-54f1-4133-bc9a-b17335350ec0" providerId="ADAL" clId="{D8EFBF44-63CF-4A10-B76F-BA01E678379C}" dt="2025-07-16T06:35:10.937" v="5599" actId="1035"/>
          <ac:grpSpMkLst>
            <pc:docMk/>
            <pc:sldMk cId="3097122188" sldId="2921"/>
            <ac:grpSpMk id="33" creationId="{9EE31739-05A7-4DCF-8BD2-0635DB9D9B8C}"/>
          </ac:grpSpMkLst>
        </pc:grpChg>
      </pc:sldChg>
      <pc:sldChg chg="del">
        <pc:chgData name="Jade Zhenjie HUANG" userId="879176f8-54f1-4133-bc9a-b17335350ec0" providerId="ADAL" clId="{D8EFBF44-63CF-4A10-B76F-BA01E678379C}" dt="2025-07-15T08:58:52.302" v="782" actId="47"/>
        <pc:sldMkLst>
          <pc:docMk/>
          <pc:sldMk cId="3121782164" sldId="2923"/>
        </pc:sldMkLst>
      </pc:sldChg>
      <pc:sldChg chg="del">
        <pc:chgData name="Jade Zhenjie HUANG" userId="879176f8-54f1-4133-bc9a-b17335350ec0" providerId="ADAL" clId="{D8EFBF44-63CF-4A10-B76F-BA01E678379C}" dt="2025-07-15T08:58:52.302" v="782" actId="47"/>
        <pc:sldMkLst>
          <pc:docMk/>
          <pc:sldMk cId="3514444592" sldId="2924"/>
        </pc:sldMkLst>
      </pc:sldChg>
      <pc:sldChg chg="del">
        <pc:chgData name="Jade Zhenjie HUANG" userId="879176f8-54f1-4133-bc9a-b17335350ec0" providerId="ADAL" clId="{D8EFBF44-63CF-4A10-B76F-BA01E678379C}" dt="2025-07-15T08:58:52.302" v="782" actId="47"/>
        <pc:sldMkLst>
          <pc:docMk/>
          <pc:sldMk cId="1966510300" sldId="2925"/>
        </pc:sldMkLst>
      </pc:sldChg>
      <pc:sldChg chg="addSp delSp modSp add mod ord">
        <pc:chgData name="Jade Zhenjie HUANG" userId="879176f8-54f1-4133-bc9a-b17335350ec0" providerId="ADAL" clId="{D8EFBF44-63CF-4A10-B76F-BA01E678379C}" dt="2025-07-16T14:52:04.499" v="13356" actId="20577"/>
        <pc:sldMkLst>
          <pc:docMk/>
          <pc:sldMk cId="420952315" sldId="2926"/>
        </pc:sldMkLst>
        <pc:spChg chg="mod">
          <ac:chgData name="Jade Zhenjie HUANG" userId="879176f8-54f1-4133-bc9a-b17335350ec0" providerId="ADAL" clId="{D8EFBF44-63CF-4A10-B76F-BA01E678379C}" dt="2025-07-16T06:26:34.246" v="5400" actId="6549"/>
          <ac:spMkLst>
            <pc:docMk/>
            <pc:sldMk cId="420952315" sldId="2926"/>
            <ac:spMk id="2" creationId="{015854C7-6576-43D9-A882-C7A701D1ABC0}"/>
          </ac:spMkLst>
        </pc:spChg>
        <pc:spChg chg="add del mod">
          <ac:chgData name="Jade Zhenjie HUANG" userId="879176f8-54f1-4133-bc9a-b17335350ec0" providerId="ADAL" clId="{D8EFBF44-63CF-4A10-B76F-BA01E678379C}" dt="2025-07-16T06:24:33.627" v="5394" actId="478"/>
          <ac:spMkLst>
            <pc:docMk/>
            <pc:sldMk cId="420952315" sldId="2926"/>
            <ac:spMk id="4" creationId="{C1FF3D53-593A-17CE-047A-12EC5E20D644}"/>
          </ac:spMkLst>
        </pc:spChg>
        <pc:spChg chg="mod">
          <ac:chgData name="Jade Zhenjie HUANG" userId="879176f8-54f1-4133-bc9a-b17335350ec0" providerId="ADAL" clId="{D8EFBF44-63CF-4A10-B76F-BA01E678379C}" dt="2025-07-16T06:26:45.922" v="5413" actId="1035"/>
          <ac:spMkLst>
            <pc:docMk/>
            <pc:sldMk cId="420952315" sldId="2926"/>
            <ac:spMk id="5" creationId="{FD05614F-BB2A-4281-A0B8-C5347C7376D0}"/>
          </ac:spMkLst>
        </pc:spChg>
        <pc:spChg chg="mod">
          <ac:chgData name="Jade Zhenjie HUANG" userId="879176f8-54f1-4133-bc9a-b17335350ec0" providerId="ADAL" clId="{D8EFBF44-63CF-4A10-B76F-BA01E678379C}" dt="2025-07-14T11:17:05.518" v="638" actId="20578"/>
          <ac:spMkLst>
            <pc:docMk/>
            <pc:sldMk cId="420952315" sldId="2926"/>
            <ac:spMk id="6" creationId="{60598F1E-3946-4F9E-801F-16D522631106}"/>
          </ac:spMkLst>
        </pc:spChg>
        <pc:spChg chg="add mod">
          <ac:chgData name="Jade Zhenjie HUANG" userId="879176f8-54f1-4133-bc9a-b17335350ec0" providerId="ADAL" clId="{D8EFBF44-63CF-4A10-B76F-BA01E678379C}" dt="2025-07-16T06:24:21.101" v="5393" actId="14100"/>
          <ac:spMkLst>
            <pc:docMk/>
            <pc:sldMk cId="420952315" sldId="2926"/>
            <ac:spMk id="8" creationId="{7CD4168F-B220-A593-9022-2A11BB1B1F36}"/>
          </ac:spMkLst>
        </pc:spChg>
        <pc:spChg chg="add mod">
          <ac:chgData name="Jade Zhenjie HUANG" userId="879176f8-54f1-4133-bc9a-b17335350ec0" providerId="ADAL" clId="{D8EFBF44-63CF-4A10-B76F-BA01E678379C}" dt="2025-07-16T06:24:15.714" v="5391"/>
          <ac:spMkLst>
            <pc:docMk/>
            <pc:sldMk cId="420952315" sldId="2926"/>
            <ac:spMk id="9" creationId="{505F02E7-E947-AA19-7BB4-86B98BDE7B1A}"/>
          </ac:spMkLst>
        </pc:spChg>
        <pc:spChg chg="del">
          <ac:chgData name="Jade Zhenjie HUANG" userId="879176f8-54f1-4133-bc9a-b17335350ec0" providerId="ADAL" clId="{D8EFBF44-63CF-4A10-B76F-BA01E678379C}" dt="2025-07-14T09:56:00.900" v="381" actId="478"/>
          <ac:spMkLst>
            <pc:docMk/>
            <pc:sldMk cId="420952315" sldId="2926"/>
            <ac:spMk id="18" creationId="{CA8CEA12-7489-4642-BD8A-5A9C05EF540B}"/>
          </ac:spMkLst>
        </pc:spChg>
        <pc:spChg chg="del">
          <ac:chgData name="Jade Zhenjie HUANG" userId="879176f8-54f1-4133-bc9a-b17335350ec0" providerId="ADAL" clId="{D8EFBF44-63CF-4A10-B76F-BA01E678379C}" dt="2025-07-14T09:56:00.900" v="381" actId="478"/>
          <ac:spMkLst>
            <pc:docMk/>
            <pc:sldMk cId="420952315" sldId="2926"/>
            <ac:spMk id="20" creationId="{768AB671-85FB-484C-9587-65C8C14D786B}"/>
          </ac:spMkLst>
        </pc:spChg>
        <pc:spChg chg="mod">
          <ac:chgData name="Jade Zhenjie HUANG" userId="879176f8-54f1-4133-bc9a-b17335350ec0" providerId="ADAL" clId="{D8EFBF44-63CF-4A10-B76F-BA01E678379C}" dt="2025-07-16T14:52:04.499" v="13356" actId="20577"/>
          <ac:spMkLst>
            <pc:docMk/>
            <pc:sldMk cId="420952315" sldId="2926"/>
            <ac:spMk id="134149" creationId="{00000000-0000-0000-0000-000000000000}"/>
          </ac:spMkLst>
        </pc:spChg>
        <pc:grpChg chg="mod">
          <ac:chgData name="Jade Zhenjie HUANG" userId="879176f8-54f1-4133-bc9a-b17335350ec0" providerId="ADAL" clId="{D8EFBF44-63CF-4A10-B76F-BA01E678379C}" dt="2025-07-16T06:26:39.629" v="5401" actId="14100"/>
          <ac:grpSpMkLst>
            <pc:docMk/>
            <pc:sldMk cId="420952315" sldId="2926"/>
            <ac:grpSpMk id="7" creationId="{341EAF36-E641-40F9-B7DF-942A83A0C055}"/>
          </ac:grpSpMkLst>
        </pc:grpChg>
        <pc:cxnChg chg="mod">
          <ac:chgData name="Jade Zhenjie HUANG" userId="879176f8-54f1-4133-bc9a-b17335350ec0" providerId="ADAL" clId="{D8EFBF44-63CF-4A10-B76F-BA01E678379C}" dt="2025-07-16T06:24:10.751" v="5390" actId="1036"/>
          <ac:cxnSpMkLst>
            <pc:docMk/>
            <pc:sldMk cId="420952315" sldId="2926"/>
            <ac:cxnSpMk id="10" creationId="{EA414185-A681-4C64-B6A0-5BDFC26F1DC5}"/>
          </ac:cxnSpMkLst>
        </pc:cxnChg>
      </pc:sldChg>
      <pc:sldChg chg="addSp modSp add del mod">
        <pc:chgData name="Jade Zhenjie HUANG" userId="879176f8-54f1-4133-bc9a-b17335350ec0" providerId="ADAL" clId="{D8EFBF44-63CF-4A10-B76F-BA01E678379C}" dt="2025-07-15T09:24:30.036" v="1073" actId="47"/>
        <pc:sldMkLst>
          <pc:docMk/>
          <pc:sldMk cId="3382914614" sldId="2147477227"/>
        </pc:sldMkLst>
        <pc:spChg chg="mod">
          <ac:chgData name="Jade Zhenjie HUANG" userId="879176f8-54f1-4133-bc9a-b17335350ec0" providerId="ADAL" clId="{D8EFBF44-63CF-4A10-B76F-BA01E678379C}" dt="2025-07-15T08:48:00.070" v="770" actId="2711"/>
          <ac:spMkLst>
            <pc:docMk/>
            <pc:sldMk cId="3382914614" sldId="2147477227"/>
            <ac:spMk id="2" creationId="{30E0D0D5-DE45-D199-0E55-01DD85B2CA20}"/>
          </ac:spMkLst>
        </pc:spChg>
        <pc:spChg chg="mod">
          <ac:chgData name="Jade Zhenjie HUANG" userId="879176f8-54f1-4133-bc9a-b17335350ec0" providerId="ADAL" clId="{D8EFBF44-63CF-4A10-B76F-BA01E678379C}" dt="2025-07-15T08:48:00.070" v="770" actId="2711"/>
          <ac:spMkLst>
            <pc:docMk/>
            <pc:sldMk cId="3382914614" sldId="2147477227"/>
            <ac:spMk id="3" creationId="{79CA7D4A-17E0-45F8-8FB5-32421E0BB920}"/>
          </ac:spMkLst>
        </pc:spChg>
        <pc:spChg chg="mod">
          <ac:chgData name="Jade Zhenjie HUANG" userId="879176f8-54f1-4133-bc9a-b17335350ec0" providerId="ADAL" clId="{D8EFBF44-63CF-4A10-B76F-BA01E678379C}" dt="2025-07-15T08:48:00.070" v="770" actId="2711"/>
          <ac:spMkLst>
            <pc:docMk/>
            <pc:sldMk cId="3382914614" sldId="2147477227"/>
            <ac:spMk id="4" creationId="{FF93B29A-FFD7-CEF9-D3CE-ABDED13F30F4}"/>
          </ac:spMkLst>
        </pc:spChg>
        <pc:spChg chg="mod">
          <ac:chgData name="Jade Zhenjie HUANG" userId="879176f8-54f1-4133-bc9a-b17335350ec0" providerId="ADAL" clId="{D8EFBF44-63CF-4A10-B76F-BA01E678379C}" dt="2025-07-15T08:48:00.070" v="770" actId="2711"/>
          <ac:spMkLst>
            <pc:docMk/>
            <pc:sldMk cId="3382914614" sldId="2147477227"/>
            <ac:spMk id="5" creationId="{0AFC5122-40ED-EF96-8D0E-EB9189A26DAB}"/>
          </ac:spMkLst>
        </pc:spChg>
        <pc:spChg chg="mod">
          <ac:chgData name="Jade Zhenjie HUANG" userId="879176f8-54f1-4133-bc9a-b17335350ec0" providerId="ADAL" clId="{D8EFBF44-63CF-4A10-B76F-BA01E678379C}" dt="2025-07-15T08:48:00.070" v="770" actId="2711"/>
          <ac:spMkLst>
            <pc:docMk/>
            <pc:sldMk cId="3382914614" sldId="2147477227"/>
            <ac:spMk id="6" creationId="{00F13C8A-0762-3A21-7C66-ADD9C46F08B5}"/>
          </ac:spMkLst>
        </pc:spChg>
        <pc:spChg chg="mod">
          <ac:chgData name="Jade Zhenjie HUANG" userId="879176f8-54f1-4133-bc9a-b17335350ec0" providerId="ADAL" clId="{D8EFBF44-63CF-4A10-B76F-BA01E678379C}" dt="2025-07-15T08:48:00.070" v="770" actId="2711"/>
          <ac:spMkLst>
            <pc:docMk/>
            <pc:sldMk cId="3382914614" sldId="2147477227"/>
            <ac:spMk id="7" creationId="{5B99434D-B9D5-D9F4-8B4E-7A59DCDE5DBC}"/>
          </ac:spMkLst>
        </pc:spChg>
        <pc:spChg chg="mod">
          <ac:chgData name="Jade Zhenjie HUANG" userId="879176f8-54f1-4133-bc9a-b17335350ec0" providerId="ADAL" clId="{D8EFBF44-63CF-4A10-B76F-BA01E678379C}" dt="2025-07-15T08:48:00.070" v="770" actId="2711"/>
          <ac:spMkLst>
            <pc:docMk/>
            <pc:sldMk cId="3382914614" sldId="2147477227"/>
            <ac:spMk id="8" creationId="{CF9BED9E-C6DD-8999-138F-73FA8B874CEA}"/>
          </ac:spMkLst>
        </pc:spChg>
        <pc:spChg chg="add mod">
          <ac:chgData name="Jade Zhenjie HUANG" userId="879176f8-54f1-4133-bc9a-b17335350ec0" providerId="ADAL" clId="{D8EFBF44-63CF-4A10-B76F-BA01E678379C}" dt="2025-07-15T08:51:06.007" v="779"/>
          <ac:spMkLst>
            <pc:docMk/>
            <pc:sldMk cId="3382914614" sldId="2147477227"/>
            <ac:spMk id="9" creationId="{00879A25-C937-A132-AA75-49014F387F8C}"/>
          </ac:spMkLst>
        </pc:spChg>
        <pc:spChg chg="mod">
          <ac:chgData name="Jade Zhenjie HUANG" userId="879176f8-54f1-4133-bc9a-b17335350ec0" providerId="ADAL" clId="{D8EFBF44-63CF-4A10-B76F-BA01E678379C}" dt="2025-07-15T08:48:00.070" v="770" actId="2711"/>
          <ac:spMkLst>
            <pc:docMk/>
            <pc:sldMk cId="3382914614" sldId="2147477227"/>
            <ac:spMk id="51" creationId="{067CF0BE-1E27-C323-07BD-D2347208D989}"/>
          </ac:spMkLst>
        </pc:spChg>
        <pc:spChg chg="mod">
          <ac:chgData name="Jade Zhenjie HUANG" userId="879176f8-54f1-4133-bc9a-b17335350ec0" providerId="ADAL" clId="{D8EFBF44-63CF-4A10-B76F-BA01E678379C}" dt="2025-07-15T08:48:00.070" v="770" actId="2711"/>
          <ac:spMkLst>
            <pc:docMk/>
            <pc:sldMk cId="3382914614" sldId="2147477227"/>
            <ac:spMk id="53" creationId="{B1EAD668-EF48-C89F-8C5B-0CCDBF5402B0}"/>
          </ac:spMkLst>
        </pc:spChg>
        <pc:spChg chg="mod">
          <ac:chgData name="Jade Zhenjie HUANG" userId="879176f8-54f1-4133-bc9a-b17335350ec0" providerId="ADAL" clId="{D8EFBF44-63CF-4A10-B76F-BA01E678379C}" dt="2025-07-15T08:48:00.070" v="770" actId="2711"/>
          <ac:spMkLst>
            <pc:docMk/>
            <pc:sldMk cId="3382914614" sldId="2147477227"/>
            <ac:spMk id="54" creationId="{CCB53538-2C97-2A04-2D11-CFBFB543409C}"/>
          </ac:spMkLst>
        </pc:spChg>
        <pc:spChg chg="mod">
          <ac:chgData name="Jade Zhenjie HUANG" userId="879176f8-54f1-4133-bc9a-b17335350ec0" providerId="ADAL" clId="{D8EFBF44-63CF-4A10-B76F-BA01E678379C}" dt="2025-07-15T08:48:00.070" v="770" actId="2711"/>
          <ac:spMkLst>
            <pc:docMk/>
            <pc:sldMk cId="3382914614" sldId="2147477227"/>
            <ac:spMk id="55" creationId="{F46BA38C-9D6C-6A49-8DB4-32072D178F77}"/>
          </ac:spMkLst>
        </pc:spChg>
        <pc:spChg chg="mod">
          <ac:chgData name="Jade Zhenjie HUANG" userId="879176f8-54f1-4133-bc9a-b17335350ec0" providerId="ADAL" clId="{D8EFBF44-63CF-4A10-B76F-BA01E678379C}" dt="2025-07-15T08:48:00.070" v="770" actId="2711"/>
          <ac:spMkLst>
            <pc:docMk/>
            <pc:sldMk cId="3382914614" sldId="2147477227"/>
            <ac:spMk id="60" creationId="{74890FF6-DB6E-B640-A2FA-F166D3312A20}"/>
          </ac:spMkLst>
        </pc:spChg>
        <pc:spChg chg="mod">
          <ac:chgData name="Jade Zhenjie HUANG" userId="879176f8-54f1-4133-bc9a-b17335350ec0" providerId="ADAL" clId="{D8EFBF44-63CF-4A10-B76F-BA01E678379C}" dt="2025-07-15T08:48:00.070" v="770" actId="2711"/>
          <ac:spMkLst>
            <pc:docMk/>
            <pc:sldMk cId="3382914614" sldId="2147477227"/>
            <ac:spMk id="61" creationId="{BD9142DC-B771-CB24-7F77-F6F45C1E81D2}"/>
          </ac:spMkLst>
        </pc:spChg>
        <pc:spChg chg="mod">
          <ac:chgData name="Jade Zhenjie HUANG" userId="879176f8-54f1-4133-bc9a-b17335350ec0" providerId="ADAL" clId="{D8EFBF44-63CF-4A10-B76F-BA01E678379C}" dt="2025-07-15T08:48:00.070" v="770" actId="2711"/>
          <ac:spMkLst>
            <pc:docMk/>
            <pc:sldMk cId="3382914614" sldId="2147477227"/>
            <ac:spMk id="62" creationId="{16113570-1BB7-7E44-969B-B2AD535842AA}"/>
          </ac:spMkLst>
        </pc:spChg>
        <pc:spChg chg="mod">
          <ac:chgData name="Jade Zhenjie HUANG" userId="879176f8-54f1-4133-bc9a-b17335350ec0" providerId="ADAL" clId="{D8EFBF44-63CF-4A10-B76F-BA01E678379C}" dt="2025-07-15T08:48:00.070" v="770" actId="2711"/>
          <ac:spMkLst>
            <pc:docMk/>
            <pc:sldMk cId="3382914614" sldId="2147477227"/>
            <ac:spMk id="67" creationId="{C46E64E5-B372-2462-0AED-F373B81AAFB4}"/>
          </ac:spMkLst>
        </pc:spChg>
        <pc:spChg chg="mod">
          <ac:chgData name="Jade Zhenjie HUANG" userId="879176f8-54f1-4133-bc9a-b17335350ec0" providerId="ADAL" clId="{D8EFBF44-63CF-4A10-B76F-BA01E678379C}" dt="2025-07-15T08:48:00.070" v="770" actId="2711"/>
          <ac:spMkLst>
            <pc:docMk/>
            <pc:sldMk cId="3382914614" sldId="2147477227"/>
            <ac:spMk id="68" creationId="{615AE6BA-56A2-DAAC-C059-3DBE9D908BC6}"/>
          </ac:spMkLst>
        </pc:spChg>
        <pc:spChg chg="mod">
          <ac:chgData name="Jade Zhenjie HUANG" userId="879176f8-54f1-4133-bc9a-b17335350ec0" providerId="ADAL" clId="{D8EFBF44-63CF-4A10-B76F-BA01E678379C}" dt="2025-07-15T08:48:00.070" v="770" actId="2711"/>
          <ac:spMkLst>
            <pc:docMk/>
            <pc:sldMk cId="3382914614" sldId="2147477227"/>
            <ac:spMk id="69" creationId="{80459F26-5F3B-1FB9-E874-3E1E737EB3A1}"/>
          </ac:spMkLst>
        </pc:spChg>
        <pc:spChg chg="mod">
          <ac:chgData name="Jade Zhenjie HUANG" userId="879176f8-54f1-4133-bc9a-b17335350ec0" providerId="ADAL" clId="{D8EFBF44-63CF-4A10-B76F-BA01E678379C}" dt="2025-07-15T08:48:00.070" v="770" actId="2711"/>
          <ac:spMkLst>
            <pc:docMk/>
            <pc:sldMk cId="3382914614" sldId="2147477227"/>
            <ac:spMk id="70" creationId="{E83EDC6D-31FC-8834-2168-2E2D4A6767C3}"/>
          </ac:spMkLst>
        </pc:spChg>
        <pc:spChg chg="mod">
          <ac:chgData name="Jade Zhenjie HUANG" userId="879176f8-54f1-4133-bc9a-b17335350ec0" providerId="ADAL" clId="{D8EFBF44-63CF-4A10-B76F-BA01E678379C}" dt="2025-07-15T08:48:00.070" v="770" actId="2711"/>
          <ac:spMkLst>
            <pc:docMk/>
            <pc:sldMk cId="3382914614" sldId="2147477227"/>
            <ac:spMk id="71" creationId="{5342316B-942F-57B5-257E-37577936AA0A}"/>
          </ac:spMkLst>
        </pc:spChg>
        <pc:spChg chg="mod">
          <ac:chgData name="Jade Zhenjie HUANG" userId="879176f8-54f1-4133-bc9a-b17335350ec0" providerId="ADAL" clId="{D8EFBF44-63CF-4A10-B76F-BA01E678379C}" dt="2025-07-15T08:48:00.070" v="770" actId="2711"/>
          <ac:spMkLst>
            <pc:docMk/>
            <pc:sldMk cId="3382914614" sldId="2147477227"/>
            <ac:spMk id="72" creationId="{EFE4BA35-7938-D02A-05B1-D325FB93AA67}"/>
          </ac:spMkLst>
        </pc:spChg>
        <pc:spChg chg="mod">
          <ac:chgData name="Jade Zhenjie HUANG" userId="879176f8-54f1-4133-bc9a-b17335350ec0" providerId="ADAL" clId="{D8EFBF44-63CF-4A10-B76F-BA01E678379C}" dt="2025-07-15T08:48:00.070" v="770" actId="2711"/>
          <ac:spMkLst>
            <pc:docMk/>
            <pc:sldMk cId="3382914614" sldId="2147477227"/>
            <ac:spMk id="74" creationId="{A140ECED-A551-CA9A-039C-E635B2BFF59E}"/>
          </ac:spMkLst>
        </pc:spChg>
        <pc:spChg chg="mod">
          <ac:chgData name="Jade Zhenjie HUANG" userId="879176f8-54f1-4133-bc9a-b17335350ec0" providerId="ADAL" clId="{D8EFBF44-63CF-4A10-B76F-BA01E678379C}" dt="2025-07-15T08:48:45.737" v="773" actId="122"/>
          <ac:spMkLst>
            <pc:docMk/>
            <pc:sldMk cId="3382914614" sldId="2147477227"/>
            <ac:spMk id="79" creationId="{21AB8ED7-4130-FADD-7910-F9E0F84DAE67}"/>
          </ac:spMkLst>
        </pc:spChg>
        <pc:spChg chg="mod">
          <ac:chgData name="Jade Zhenjie HUANG" userId="879176f8-54f1-4133-bc9a-b17335350ec0" providerId="ADAL" clId="{D8EFBF44-63CF-4A10-B76F-BA01E678379C}" dt="2025-07-15T08:48:41.764" v="772" actId="122"/>
          <ac:spMkLst>
            <pc:docMk/>
            <pc:sldMk cId="3382914614" sldId="2147477227"/>
            <ac:spMk id="80" creationId="{7C175114-9698-9331-820A-31F16907F7AB}"/>
          </ac:spMkLst>
        </pc:spChg>
        <pc:spChg chg="mod">
          <ac:chgData name="Jade Zhenjie HUANG" userId="879176f8-54f1-4133-bc9a-b17335350ec0" providerId="ADAL" clId="{D8EFBF44-63CF-4A10-B76F-BA01E678379C}" dt="2025-07-15T08:48:41.764" v="772" actId="122"/>
          <ac:spMkLst>
            <pc:docMk/>
            <pc:sldMk cId="3382914614" sldId="2147477227"/>
            <ac:spMk id="81" creationId="{5745B6FD-802A-2414-3457-70B0C76FDB02}"/>
          </ac:spMkLst>
        </pc:spChg>
        <pc:spChg chg="mod">
          <ac:chgData name="Jade Zhenjie HUANG" userId="879176f8-54f1-4133-bc9a-b17335350ec0" providerId="ADAL" clId="{D8EFBF44-63CF-4A10-B76F-BA01E678379C}" dt="2025-07-15T08:48:23.404" v="771" actId="948"/>
          <ac:spMkLst>
            <pc:docMk/>
            <pc:sldMk cId="3382914614" sldId="2147477227"/>
            <ac:spMk id="82" creationId="{EC2578FD-82BF-C1DE-A46D-69F6777B2D53}"/>
          </ac:spMkLst>
        </pc:spChg>
        <pc:picChg chg="mod">
          <ac:chgData name="Jade Zhenjie HUANG" userId="879176f8-54f1-4133-bc9a-b17335350ec0" providerId="ADAL" clId="{D8EFBF44-63CF-4A10-B76F-BA01E678379C}" dt="2025-07-15T08:47:46.836" v="768"/>
          <ac:picMkLst>
            <pc:docMk/>
            <pc:sldMk cId="3382914614" sldId="2147477227"/>
            <ac:picMk id="52" creationId="{271DC494-7A3E-6BE4-7F46-D0FE819EC762}"/>
          </ac:picMkLst>
        </pc:picChg>
        <pc:cxnChg chg="mod">
          <ac:chgData name="Jade Zhenjie HUANG" userId="879176f8-54f1-4133-bc9a-b17335350ec0" providerId="ADAL" clId="{D8EFBF44-63CF-4A10-B76F-BA01E678379C}" dt="2025-07-15T08:47:46.836" v="768"/>
          <ac:cxnSpMkLst>
            <pc:docMk/>
            <pc:sldMk cId="3382914614" sldId="2147477227"/>
            <ac:cxnSpMk id="56" creationId="{9E7A1983-4D9F-59B3-D29C-7D2B8D4589D5}"/>
          </ac:cxnSpMkLst>
        </pc:cxnChg>
        <pc:cxnChg chg="mod">
          <ac:chgData name="Jade Zhenjie HUANG" userId="879176f8-54f1-4133-bc9a-b17335350ec0" providerId="ADAL" clId="{D8EFBF44-63CF-4A10-B76F-BA01E678379C}" dt="2025-07-15T08:47:46.836" v="768"/>
          <ac:cxnSpMkLst>
            <pc:docMk/>
            <pc:sldMk cId="3382914614" sldId="2147477227"/>
            <ac:cxnSpMk id="57" creationId="{66044349-57D4-721E-FB63-09D464D424B7}"/>
          </ac:cxnSpMkLst>
        </pc:cxnChg>
        <pc:cxnChg chg="mod">
          <ac:chgData name="Jade Zhenjie HUANG" userId="879176f8-54f1-4133-bc9a-b17335350ec0" providerId="ADAL" clId="{D8EFBF44-63CF-4A10-B76F-BA01E678379C}" dt="2025-07-15T08:47:46.836" v="768"/>
          <ac:cxnSpMkLst>
            <pc:docMk/>
            <pc:sldMk cId="3382914614" sldId="2147477227"/>
            <ac:cxnSpMk id="58" creationId="{741AFC3D-24AA-E98F-9E0D-AAADDBF26116}"/>
          </ac:cxnSpMkLst>
        </pc:cxnChg>
        <pc:cxnChg chg="mod">
          <ac:chgData name="Jade Zhenjie HUANG" userId="879176f8-54f1-4133-bc9a-b17335350ec0" providerId="ADAL" clId="{D8EFBF44-63CF-4A10-B76F-BA01E678379C}" dt="2025-07-15T08:47:46.836" v="768"/>
          <ac:cxnSpMkLst>
            <pc:docMk/>
            <pc:sldMk cId="3382914614" sldId="2147477227"/>
            <ac:cxnSpMk id="59" creationId="{68B6800F-D722-7AD6-0F96-F2272F5A9666}"/>
          </ac:cxnSpMkLst>
        </pc:cxnChg>
        <pc:cxnChg chg="mod">
          <ac:chgData name="Jade Zhenjie HUANG" userId="879176f8-54f1-4133-bc9a-b17335350ec0" providerId="ADAL" clId="{D8EFBF44-63CF-4A10-B76F-BA01E678379C}" dt="2025-07-15T08:47:46.836" v="768"/>
          <ac:cxnSpMkLst>
            <pc:docMk/>
            <pc:sldMk cId="3382914614" sldId="2147477227"/>
            <ac:cxnSpMk id="63" creationId="{A3876E7B-DD25-4DDF-F6BF-C517DA449942}"/>
          </ac:cxnSpMkLst>
        </pc:cxnChg>
        <pc:cxnChg chg="mod">
          <ac:chgData name="Jade Zhenjie HUANG" userId="879176f8-54f1-4133-bc9a-b17335350ec0" providerId="ADAL" clId="{D8EFBF44-63CF-4A10-B76F-BA01E678379C}" dt="2025-07-15T08:47:46.836" v="768"/>
          <ac:cxnSpMkLst>
            <pc:docMk/>
            <pc:sldMk cId="3382914614" sldId="2147477227"/>
            <ac:cxnSpMk id="64" creationId="{5B7A354E-8903-C104-6949-58D96C3980C1}"/>
          </ac:cxnSpMkLst>
        </pc:cxnChg>
        <pc:cxnChg chg="mod">
          <ac:chgData name="Jade Zhenjie HUANG" userId="879176f8-54f1-4133-bc9a-b17335350ec0" providerId="ADAL" clId="{D8EFBF44-63CF-4A10-B76F-BA01E678379C}" dt="2025-07-15T08:47:46.836" v="768"/>
          <ac:cxnSpMkLst>
            <pc:docMk/>
            <pc:sldMk cId="3382914614" sldId="2147477227"/>
            <ac:cxnSpMk id="65" creationId="{25AE32AF-81B9-13E6-3F21-DFF0FBEFB666}"/>
          </ac:cxnSpMkLst>
        </pc:cxnChg>
        <pc:cxnChg chg="mod">
          <ac:chgData name="Jade Zhenjie HUANG" userId="879176f8-54f1-4133-bc9a-b17335350ec0" providerId="ADAL" clId="{D8EFBF44-63CF-4A10-B76F-BA01E678379C}" dt="2025-07-15T08:47:46.836" v="768"/>
          <ac:cxnSpMkLst>
            <pc:docMk/>
            <pc:sldMk cId="3382914614" sldId="2147477227"/>
            <ac:cxnSpMk id="66" creationId="{9F28311A-ADEF-99AA-1F50-CBE7BFAB93F9}"/>
          </ac:cxnSpMkLst>
        </pc:cxnChg>
        <pc:cxnChg chg="mod">
          <ac:chgData name="Jade Zhenjie HUANG" userId="879176f8-54f1-4133-bc9a-b17335350ec0" providerId="ADAL" clId="{D8EFBF44-63CF-4A10-B76F-BA01E678379C}" dt="2025-07-15T08:47:46.836" v="768"/>
          <ac:cxnSpMkLst>
            <pc:docMk/>
            <pc:sldMk cId="3382914614" sldId="2147477227"/>
            <ac:cxnSpMk id="75" creationId="{3E1F471B-E023-7730-E36E-D65E19947440}"/>
          </ac:cxnSpMkLst>
        </pc:cxnChg>
        <pc:cxnChg chg="mod">
          <ac:chgData name="Jade Zhenjie HUANG" userId="879176f8-54f1-4133-bc9a-b17335350ec0" providerId="ADAL" clId="{D8EFBF44-63CF-4A10-B76F-BA01E678379C}" dt="2025-07-15T08:47:46.836" v="768"/>
          <ac:cxnSpMkLst>
            <pc:docMk/>
            <pc:sldMk cId="3382914614" sldId="2147477227"/>
            <ac:cxnSpMk id="76" creationId="{9804604A-7C1D-4FF7-8478-3D6360F2B23A}"/>
          </ac:cxnSpMkLst>
        </pc:cxnChg>
        <pc:cxnChg chg="mod">
          <ac:chgData name="Jade Zhenjie HUANG" userId="879176f8-54f1-4133-bc9a-b17335350ec0" providerId="ADAL" clId="{D8EFBF44-63CF-4A10-B76F-BA01E678379C}" dt="2025-07-15T08:47:46.836" v="768"/>
          <ac:cxnSpMkLst>
            <pc:docMk/>
            <pc:sldMk cId="3382914614" sldId="2147477227"/>
            <ac:cxnSpMk id="77" creationId="{6B4C5E34-EF77-BAB0-3844-E2D8B0E37C54}"/>
          </ac:cxnSpMkLst>
        </pc:cxnChg>
        <pc:cxnChg chg="mod">
          <ac:chgData name="Jade Zhenjie HUANG" userId="879176f8-54f1-4133-bc9a-b17335350ec0" providerId="ADAL" clId="{D8EFBF44-63CF-4A10-B76F-BA01E678379C}" dt="2025-07-15T08:47:46.836" v="768"/>
          <ac:cxnSpMkLst>
            <pc:docMk/>
            <pc:sldMk cId="3382914614" sldId="2147477227"/>
            <ac:cxnSpMk id="78" creationId="{0553F076-B5F2-D3E1-F9E9-2EE058BF4BBA}"/>
          </ac:cxnSpMkLst>
        </pc:cxnChg>
      </pc:sldChg>
      <pc:sldChg chg="addSp modSp add del mod">
        <pc:chgData name="Jade Zhenjie HUANG" userId="879176f8-54f1-4133-bc9a-b17335350ec0" providerId="ADAL" clId="{D8EFBF44-63CF-4A10-B76F-BA01E678379C}" dt="2025-07-15T09:24:30.036" v="1073" actId="47"/>
        <pc:sldMkLst>
          <pc:docMk/>
          <pc:sldMk cId="1905844991" sldId="2147477228"/>
        </pc:sldMkLst>
        <pc:spChg chg="mod">
          <ac:chgData name="Jade Zhenjie HUANG" userId="879176f8-54f1-4133-bc9a-b17335350ec0" providerId="ADAL" clId="{D8EFBF44-63CF-4A10-B76F-BA01E678379C}" dt="2025-07-15T08:49:41.489" v="778"/>
          <ac:spMkLst>
            <pc:docMk/>
            <pc:sldMk cId="1905844991" sldId="2147477228"/>
            <ac:spMk id="2" creationId="{30E0D0D5-DE45-D199-0E55-01DD85B2CA20}"/>
          </ac:spMkLst>
        </pc:spChg>
        <pc:spChg chg="mod">
          <ac:chgData name="Jade Zhenjie HUANG" userId="879176f8-54f1-4133-bc9a-b17335350ec0" providerId="ADAL" clId="{D8EFBF44-63CF-4A10-B76F-BA01E678379C}" dt="2025-07-15T08:49:41.489" v="778"/>
          <ac:spMkLst>
            <pc:docMk/>
            <pc:sldMk cId="1905844991" sldId="2147477228"/>
            <ac:spMk id="3" creationId="{79CA7D4A-17E0-45F8-8FB5-32421E0BB920}"/>
          </ac:spMkLst>
        </pc:spChg>
        <pc:spChg chg="mod">
          <ac:chgData name="Jade Zhenjie HUANG" userId="879176f8-54f1-4133-bc9a-b17335350ec0" providerId="ADAL" clId="{D8EFBF44-63CF-4A10-B76F-BA01E678379C}" dt="2025-07-15T08:49:41.489" v="778"/>
          <ac:spMkLst>
            <pc:docMk/>
            <pc:sldMk cId="1905844991" sldId="2147477228"/>
            <ac:spMk id="4" creationId="{0820CB56-725E-777E-8542-8CFB148C7D04}"/>
          </ac:spMkLst>
        </pc:spChg>
        <pc:spChg chg="mod">
          <ac:chgData name="Jade Zhenjie HUANG" userId="879176f8-54f1-4133-bc9a-b17335350ec0" providerId="ADAL" clId="{D8EFBF44-63CF-4A10-B76F-BA01E678379C}" dt="2025-07-15T08:49:41.489" v="778"/>
          <ac:spMkLst>
            <pc:docMk/>
            <pc:sldMk cId="1905844991" sldId="2147477228"/>
            <ac:spMk id="6" creationId="{2038E161-86CD-64DD-6DD0-7B39798BF50D}"/>
          </ac:spMkLst>
        </pc:spChg>
        <pc:spChg chg="add mod">
          <ac:chgData name="Jade Zhenjie HUANG" userId="879176f8-54f1-4133-bc9a-b17335350ec0" providerId="ADAL" clId="{D8EFBF44-63CF-4A10-B76F-BA01E678379C}" dt="2025-07-15T08:51:07.705" v="780"/>
          <ac:spMkLst>
            <pc:docMk/>
            <pc:sldMk cId="1905844991" sldId="2147477228"/>
            <ac:spMk id="7" creationId="{D4EF827E-66C8-FF73-5B8D-F04B13CCCC3D}"/>
          </ac:spMkLst>
        </pc:spChg>
        <pc:spChg chg="mod">
          <ac:chgData name="Jade Zhenjie HUANG" userId="879176f8-54f1-4133-bc9a-b17335350ec0" providerId="ADAL" clId="{D8EFBF44-63CF-4A10-B76F-BA01E678379C}" dt="2025-07-15T08:49:41.489" v="778"/>
          <ac:spMkLst>
            <pc:docMk/>
            <pc:sldMk cId="1905844991" sldId="2147477228"/>
            <ac:spMk id="8" creationId="{4B9BF854-01BE-A907-4927-19BA6F92B1B7}"/>
          </ac:spMkLst>
        </pc:spChg>
        <pc:spChg chg="mod">
          <ac:chgData name="Jade Zhenjie HUANG" userId="879176f8-54f1-4133-bc9a-b17335350ec0" providerId="ADAL" clId="{D8EFBF44-63CF-4A10-B76F-BA01E678379C}" dt="2025-07-15T08:49:41.489" v="778"/>
          <ac:spMkLst>
            <pc:docMk/>
            <pc:sldMk cId="1905844991" sldId="2147477228"/>
            <ac:spMk id="9" creationId="{07547FC9-8428-C2CD-43AD-5C40EDC4832F}"/>
          </ac:spMkLst>
        </pc:spChg>
        <pc:spChg chg="mod">
          <ac:chgData name="Jade Zhenjie HUANG" userId="879176f8-54f1-4133-bc9a-b17335350ec0" providerId="ADAL" clId="{D8EFBF44-63CF-4A10-B76F-BA01E678379C}" dt="2025-07-15T08:49:41.489" v="778"/>
          <ac:spMkLst>
            <pc:docMk/>
            <pc:sldMk cId="1905844991" sldId="2147477228"/>
            <ac:spMk id="10" creationId="{63881F9A-07E6-EDF0-7C99-201EA21EF4A1}"/>
          </ac:spMkLst>
        </pc:spChg>
        <pc:spChg chg="mod">
          <ac:chgData name="Jade Zhenjie HUANG" userId="879176f8-54f1-4133-bc9a-b17335350ec0" providerId="ADAL" clId="{D8EFBF44-63CF-4A10-B76F-BA01E678379C}" dt="2025-07-15T08:49:41.489" v="778"/>
          <ac:spMkLst>
            <pc:docMk/>
            <pc:sldMk cId="1905844991" sldId="2147477228"/>
            <ac:spMk id="11" creationId="{0CCC5BD8-6145-2BCD-6AF8-5E54B9EB1D1F}"/>
          </ac:spMkLst>
        </pc:spChg>
        <pc:spChg chg="mod">
          <ac:chgData name="Jade Zhenjie HUANG" userId="879176f8-54f1-4133-bc9a-b17335350ec0" providerId="ADAL" clId="{D8EFBF44-63CF-4A10-B76F-BA01E678379C}" dt="2025-07-15T08:49:41.489" v="778"/>
          <ac:spMkLst>
            <pc:docMk/>
            <pc:sldMk cId="1905844991" sldId="2147477228"/>
            <ac:spMk id="12" creationId="{B2095606-9208-2329-C559-AC19CC5C1A9B}"/>
          </ac:spMkLst>
        </pc:spChg>
        <pc:spChg chg="mod">
          <ac:chgData name="Jade Zhenjie HUANG" userId="879176f8-54f1-4133-bc9a-b17335350ec0" providerId="ADAL" clId="{D8EFBF44-63CF-4A10-B76F-BA01E678379C}" dt="2025-07-15T08:49:41.489" v="778"/>
          <ac:spMkLst>
            <pc:docMk/>
            <pc:sldMk cId="1905844991" sldId="2147477228"/>
            <ac:spMk id="13" creationId="{95D7981C-E378-3C67-855C-A567F58AA927}"/>
          </ac:spMkLst>
        </pc:spChg>
        <pc:spChg chg="mod">
          <ac:chgData name="Jade Zhenjie HUANG" userId="879176f8-54f1-4133-bc9a-b17335350ec0" providerId="ADAL" clId="{D8EFBF44-63CF-4A10-B76F-BA01E678379C}" dt="2025-07-15T08:49:41.489" v="778"/>
          <ac:spMkLst>
            <pc:docMk/>
            <pc:sldMk cId="1905844991" sldId="2147477228"/>
            <ac:spMk id="14" creationId="{CDB92CBC-FA91-D4B3-945D-82988FC583C2}"/>
          </ac:spMkLst>
        </pc:spChg>
        <pc:spChg chg="mod">
          <ac:chgData name="Jade Zhenjie HUANG" userId="879176f8-54f1-4133-bc9a-b17335350ec0" providerId="ADAL" clId="{D8EFBF44-63CF-4A10-B76F-BA01E678379C}" dt="2025-07-15T08:49:41.489" v="778"/>
          <ac:spMkLst>
            <pc:docMk/>
            <pc:sldMk cId="1905844991" sldId="2147477228"/>
            <ac:spMk id="15" creationId="{A5983764-5CEA-3860-AF2D-AC4543F9C5F6}"/>
          </ac:spMkLst>
        </pc:spChg>
        <pc:spChg chg="mod">
          <ac:chgData name="Jade Zhenjie HUANG" userId="879176f8-54f1-4133-bc9a-b17335350ec0" providerId="ADAL" clId="{D8EFBF44-63CF-4A10-B76F-BA01E678379C}" dt="2025-07-15T08:49:41.489" v="778"/>
          <ac:spMkLst>
            <pc:docMk/>
            <pc:sldMk cId="1905844991" sldId="2147477228"/>
            <ac:spMk id="16" creationId="{4B628704-BB32-AD1C-DF99-7CC1FE81AE1C}"/>
          </ac:spMkLst>
        </pc:spChg>
        <pc:spChg chg="mod">
          <ac:chgData name="Jade Zhenjie HUANG" userId="879176f8-54f1-4133-bc9a-b17335350ec0" providerId="ADAL" clId="{D8EFBF44-63CF-4A10-B76F-BA01E678379C}" dt="2025-07-15T08:49:41.489" v="778"/>
          <ac:spMkLst>
            <pc:docMk/>
            <pc:sldMk cId="1905844991" sldId="2147477228"/>
            <ac:spMk id="17" creationId="{62B53B20-0F58-6797-CD97-444782330732}"/>
          </ac:spMkLst>
        </pc:spChg>
        <pc:spChg chg="mod">
          <ac:chgData name="Jade Zhenjie HUANG" userId="879176f8-54f1-4133-bc9a-b17335350ec0" providerId="ADAL" clId="{D8EFBF44-63CF-4A10-B76F-BA01E678379C}" dt="2025-07-15T08:49:41.489" v="778"/>
          <ac:spMkLst>
            <pc:docMk/>
            <pc:sldMk cId="1905844991" sldId="2147477228"/>
            <ac:spMk id="18" creationId="{06E3C2AF-6951-C7D3-0209-522007D4191B}"/>
          </ac:spMkLst>
        </pc:spChg>
        <pc:spChg chg="mod">
          <ac:chgData name="Jade Zhenjie HUANG" userId="879176f8-54f1-4133-bc9a-b17335350ec0" providerId="ADAL" clId="{D8EFBF44-63CF-4A10-B76F-BA01E678379C}" dt="2025-07-15T08:49:41.489" v="778"/>
          <ac:spMkLst>
            <pc:docMk/>
            <pc:sldMk cId="1905844991" sldId="2147477228"/>
            <ac:spMk id="19" creationId="{0F868419-9114-6E63-725D-1E079523118C}"/>
          </ac:spMkLst>
        </pc:spChg>
        <pc:spChg chg="mod">
          <ac:chgData name="Jade Zhenjie HUANG" userId="879176f8-54f1-4133-bc9a-b17335350ec0" providerId="ADAL" clId="{D8EFBF44-63CF-4A10-B76F-BA01E678379C}" dt="2025-07-15T08:49:41.489" v="778"/>
          <ac:spMkLst>
            <pc:docMk/>
            <pc:sldMk cId="1905844991" sldId="2147477228"/>
            <ac:spMk id="20" creationId="{84F86FEA-4B1D-1D54-48CE-84373E7EF0AE}"/>
          </ac:spMkLst>
        </pc:spChg>
        <pc:spChg chg="mod">
          <ac:chgData name="Jade Zhenjie HUANG" userId="879176f8-54f1-4133-bc9a-b17335350ec0" providerId="ADAL" clId="{D8EFBF44-63CF-4A10-B76F-BA01E678379C}" dt="2025-07-15T08:49:41.489" v="778"/>
          <ac:spMkLst>
            <pc:docMk/>
            <pc:sldMk cId="1905844991" sldId="2147477228"/>
            <ac:spMk id="21" creationId="{4FCFECD1-2AB2-B4A9-EA88-B494318C14CF}"/>
          </ac:spMkLst>
        </pc:spChg>
        <pc:spChg chg="mod">
          <ac:chgData name="Jade Zhenjie HUANG" userId="879176f8-54f1-4133-bc9a-b17335350ec0" providerId="ADAL" clId="{D8EFBF44-63CF-4A10-B76F-BA01E678379C}" dt="2025-07-15T08:49:41.489" v="778"/>
          <ac:spMkLst>
            <pc:docMk/>
            <pc:sldMk cId="1905844991" sldId="2147477228"/>
            <ac:spMk id="22" creationId="{E9C60FDF-7A93-C74A-8449-7296871AEA8D}"/>
          </ac:spMkLst>
        </pc:spChg>
        <pc:spChg chg="mod">
          <ac:chgData name="Jade Zhenjie HUANG" userId="879176f8-54f1-4133-bc9a-b17335350ec0" providerId="ADAL" clId="{D8EFBF44-63CF-4A10-B76F-BA01E678379C}" dt="2025-07-15T08:49:41.489" v="778"/>
          <ac:spMkLst>
            <pc:docMk/>
            <pc:sldMk cId="1905844991" sldId="2147477228"/>
            <ac:spMk id="23" creationId="{74323B3D-608D-049F-458B-8CBF655A4B72}"/>
          </ac:spMkLst>
        </pc:spChg>
        <pc:spChg chg="mod">
          <ac:chgData name="Jade Zhenjie HUANG" userId="879176f8-54f1-4133-bc9a-b17335350ec0" providerId="ADAL" clId="{D8EFBF44-63CF-4A10-B76F-BA01E678379C}" dt="2025-07-15T08:49:41.489" v="778"/>
          <ac:spMkLst>
            <pc:docMk/>
            <pc:sldMk cId="1905844991" sldId="2147477228"/>
            <ac:spMk id="25" creationId="{87E42C56-33D3-3BDA-6215-96735D2B6230}"/>
          </ac:spMkLst>
        </pc:spChg>
        <pc:spChg chg="mod">
          <ac:chgData name="Jade Zhenjie HUANG" userId="879176f8-54f1-4133-bc9a-b17335350ec0" providerId="ADAL" clId="{D8EFBF44-63CF-4A10-B76F-BA01E678379C}" dt="2025-07-15T08:49:41.489" v="778"/>
          <ac:spMkLst>
            <pc:docMk/>
            <pc:sldMk cId="1905844991" sldId="2147477228"/>
            <ac:spMk id="26" creationId="{0704C411-B14D-1B5B-C3F1-4BC6A90B1691}"/>
          </ac:spMkLst>
        </pc:spChg>
        <pc:spChg chg="mod">
          <ac:chgData name="Jade Zhenjie HUANG" userId="879176f8-54f1-4133-bc9a-b17335350ec0" providerId="ADAL" clId="{D8EFBF44-63CF-4A10-B76F-BA01E678379C}" dt="2025-07-15T08:49:41.489" v="778"/>
          <ac:spMkLst>
            <pc:docMk/>
            <pc:sldMk cId="1905844991" sldId="2147477228"/>
            <ac:spMk id="27" creationId="{666B9E8D-BCFC-41C2-5DCE-4A68E4220D37}"/>
          </ac:spMkLst>
        </pc:spChg>
        <pc:spChg chg="mod">
          <ac:chgData name="Jade Zhenjie HUANG" userId="879176f8-54f1-4133-bc9a-b17335350ec0" providerId="ADAL" clId="{D8EFBF44-63CF-4A10-B76F-BA01E678379C}" dt="2025-07-15T08:49:41.489" v="778"/>
          <ac:spMkLst>
            <pc:docMk/>
            <pc:sldMk cId="1905844991" sldId="2147477228"/>
            <ac:spMk id="28" creationId="{7FC352D3-CBBF-AB5A-7655-B245F520D6B4}"/>
          </ac:spMkLst>
        </pc:spChg>
        <pc:spChg chg="mod">
          <ac:chgData name="Jade Zhenjie HUANG" userId="879176f8-54f1-4133-bc9a-b17335350ec0" providerId="ADAL" clId="{D8EFBF44-63CF-4A10-B76F-BA01E678379C}" dt="2025-07-15T08:49:41.489" v="778"/>
          <ac:spMkLst>
            <pc:docMk/>
            <pc:sldMk cId="1905844991" sldId="2147477228"/>
            <ac:spMk id="29" creationId="{8ED914A8-E629-DA5B-6A79-1EB1B57DB205}"/>
          </ac:spMkLst>
        </pc:spChg>
        <pc:spChg chg="mod">
          <ac:chgData name="Jade Zhenjie HUANG" userId="879176f8-54f1-4133-bc9a-b17335350ec0" providerId="ADAL" clId="{D8EFBF44-63CF-4A10-B76F-BA01E678379C}" dt="2025-07-15T08:49:41.489" v="778"/>
          <ac:spMkLst>
            <pc:docMk/>
            <pc:sldMk cId="1905844991" sldId="2147477228"/>
            <ac:spMk id="30" creationId="{7D0262BD-8073-34C3-428D-EC0123E4B927}"/>
          </ac:spMkLst>
        </pc:spChg>
        <pc:spChg chg="mod">
          <ac:chgData name="Jade Zhenjie HUANG" userId="879176f8-54f1-4133-bc9a-b17335350ec0" providerId="ADAL" clId="{D8EFBF44-63CF-4A10-B76F-BA01E678379C}" dt="2025-07-15T08:49:41.489" v="778"/>
          <ac:spMkLst>
            <pc:docMk/>
            <pc:sldMk cId="1905844991" sldId="2147477228"/>
            <ac:spMk id="31" creationId="{DE18C2BF-28C4-5E49-5870-3C30D10967C5}"/>
          </ac:spMkLst>
        </pc:spChg>
        <pc:spChg chg="mod">
          <ac:chgData name="Jade Zhenjie HUANG" userId="879176f8-54f1-4133-bc9a-b17335350ec0" providerId="ADAL" clId="{D8EFBF44-63CF-4A10-B76F-BA01E678379C}" dt="2025-07-15T08:49:41.489" v="778"/>
          <ac:spMkLst>
            <pc:docMk/>
            <pc:sldMk cId="1905844991" sldId="2147477228"/>
            <ac:spMk id="32" creationId="{72988139-9B2C-8A7B-7C3F-9C027D50509C}"/>
          </ac:spMkLst>
        </pc:spChg>
        <pc:spChg chg="mod">
          <ac:chgData name="Jade Zhenjie HUANG" userId="879176f8-54f1-4133-bc9a-b17335350ec0" providerId="ADAL" clId="{D8EFBF44-63CF-4A10-B76F-BA01E678379C}" dt="2025-07-15T08:49:41.489" v="778"/>
          <ac:spMkLst>
            <pc:docMk/>
            <pc:sldMk cId="1905844991" sldId="2147477228"/>
            <ac:spMk id="33" creationId="{DE3CDB38-125F-A4F5-331D-6C81FB31E97B}"/>
          </ac:spMkLst>
        </pc:spChg>
        <pc:spChg chg="mod">
          <ac:chgData name="Jade Zhenjie HUANG" userId="879176f8-54f1-4133-bc9a-b17335350ec0" providerId="ADAL" clId="{D8EFBF44-63CF-4A10-B76F-BA01E678379C}" dt="2025-07-15T08:49:41.489" v="778"/>
          <ac:spMkLst>
            <pc:docMk/>
            <pc:sldMk cId="1905844991" sldId="2147477228"/>
            <ac:spMk id="34" creationId="{5D66CE7F-D7BE-C7C9-E1C4-C199DBA84B4F}"/>
          </ac:spMkLst>
        </pc:spChg>
        <pc:spChg chg="mod">
          <ac:chgData name="Jade Zhenjie HUANG" userId="879176f8-54f1-4133-bc9a-b17335350ec0" providerId="ADAL" clId="{D8EFBF44-63CF-4A10-B76F-BA01E678379C}" dt="2025-07-15T08:49:41.489" v="778"/>
          <ac:spMkLst>
            <pc:docMk/>
            <pc:sldMk cId="1905844991" sldId="2147477228"/>
            <ac:spMk id="35" creationId="{11D3A2A5-5BE6-9B0F-7840-E8D2BED969A6}"/>
          </ac:spMkLst>
        </pc:spChg>
        <pc:spChg chg="mod">
          <ac:chgData name="Jade Zhenjie HUANG" userId="879176f8-54f1-4133-bc9a-b17335350ec0" providerId="ADAL" clId="{D8EFBF44-63CF-4A10-B76F-BA01E678379C}" dt="2025-07-15T08:49:41.489" v="778"/>
          <ac:spMkLst>
            <pc:docMk/>
            <pc:sldMk cId="1905844991" sldId="2147477228"/>
            <ac:spMk id="36" creationId="{052DE768-0FD1-E695-BD8E-337B561E741C}"/>
          </ac:spMkLst>
        </pc:spChg>
        <pc:spChg chg="mod">
          <ac:chgData name="Jade Zhenjie HUANG" userId="879176f8-54f1-4133-bc9a-b17335350ec0" providerId="ADAL" clId="{D8EFBF44-63CF-4A10-B76F-BA01E678379C}" dt="2025-07-15T08:49:41.489" v="778"/>
          <ac:spMkLst>
            <pc:docMk/>
            <pc:sldMk cId="1905844991" sldId="2147477228"/>
            <ac:spMk id="37" creationId="{9E252DFB-7A9A-5372-C6D7-8BAFCCFAD8BA}"/>
          </ac:spMkLst>
        </pc:spChg>
        <pc:spChg chg="mod">
          <ac:chgData name="Jade Zhenjie HUANG" userId="879176f8-54f1-4133-bc9a-b17335350ec0" providerId="ADAL" clId="{D8EFBF44-63CF-4A10-B76F-BA01E678379C}" dt="2025-07-15T08:49:41.489" v="778"/>
          <ac:spMkLst>
            <pc:docMk/>
            <pc:sldMk cId="1905844991" sldId="2147477228"/>
            <ac:spMk id="38" creationId="{589BA96D-3FA5-5455-EB45-DE39EA873217}"/>
          </ac:spMkLst>
        </pc:spChg>
        <pc:spChg chg="mod">
          <ac:chgData name="Jade Zhenjie HUANG" userId="879176f8-54f1-4133-bc9a-b17335350ec0" providerId="ADAL" clId="{D8EFBF44-63CF-4A10-B76F-BA01E678379C}" dt="2025-07-15T08:49:41.489" v="778"/>
          <ac:spMkLst>
            <pc:docMk/>
            <pc:sldMk cId="1905844991" sldId="2147477228"/>
            <ac:spMk id="39" creationId="{090A3B47-5707-77D8-68E4-055ED9696D71}"/>
          </ac:spMkLst>
        </pc:spChg>
        <pc:spChg chg="mod">
          <ac:chgData name="Jade Zhenjie HUANG" userId="879176f8-54f1-4133-bc9a-b17335350ec0" providerId="ADAL" clId="{D8EFBF44-63CF-4A10-B76F-BA01E678379C}" dt="2025-07-15T08:49:41.489" v="778"/>
          <ac:spMkLst>
            <pc:docMk/>
            <pc:sldMk cId="1905844991" sldId="2147477228"/>
            <ac:spMk id="40" creationId="{63D4C34B-3646-D29D-7587-8DBCE417081D}"/>
          </ac:spMkLst>
        </pc:spChg>
        <pc:spChg chg="mod">
          <ac:chgData name="Jade Zhenjie HUANG" userId="879176f8-54f1-4133-bc9a-b17335350ec0" providerId="ADAL" clId="{D8EFBF44-63CF-4A10-B76F-BA01E678379C}" dt="2025-07-15T08:49:41.489" v="778"/>
          <ac:spMkLst>
            <pc:docMk/>
            <pc:sldMk cId="1905844991" sldId="2147477228"/>
            <ac:spMk id="42" creationId="{69E3FED1-B73A-6AAF-DC20-10DE9E1AFAEA}"/>
          </ac:spMkLst>
        </pc:spChg>
        <pc:spChg chg="mod">
          <ac:chgData name="Jade Zhenjie HUANG" userId="879176f8-54f1-4133-bc9a-b17335350ec0" providerId="ADAL" clId="{D8EFBF44-63CF-4A10-B76F-BA01E678379C}" dt="2025-07-15T08:49:41.489" v="778"/>
          <ac:spMkLst>
            <pc:docMk/>
            <pc:sldMk cId="1905844991" sldId="2147477228"/>
            <ac:spMk id="43" creationId="{55A12118-CBA7-F722-ED20-6641A1223B87}"/>
          </ac:spMkLst>
        </pc:spChg>
        <pc:spChg chg="mod">
          <ac:chgData name="Jade Zhenjie HUANG" userId="879176f8-54f1-4133-bc9a-b17335350ec0" providerId="ADAL" clId="{D8EFBF44-63CF-4A10-B76F-BA01E678379C}" dt="2025-07-15T08:49:41.489" v="778"/>
          <ac:spMkLst>
            <pc:docMk/>
            <pc:sldMk cId="1905844991" sldId="2147477228"/>
            <ac:spMk id="44" creationId="{4AF57FF1-1A4D-1EE1-C408-BCA25BE65DAA}"/>
          </ac:spMkLst>
        </pc:spChg>
        <pc:spChg chg="mod">
          <ac:chgData name="Jade Zhenjie HUANG" userId="879176f8-54f1-4133-bc9a-b17335350ec0" providerId="ADAL" clId="{D8EFBF44-63CF-4A10-B76F-BA01E678379C}" dt="2025-07-15T08:49:41.489" v="778"/>
          <ac:spMkLst>
            <pc:docMk/>
            <pc:sldMk cId="1905844991" sldId="2147477228"/>
            <ac:spMk id="45" creationId="{EEBA3809-E76A-2804-7722-EEE1FE7ABB34}"/>
          </ac:spMkLst>
        </pc:spChg>
        <pc:spChg chg="mod">
          <ac:chgData name="Jade Zhenjie HUANG" userId="879176f8-54f1-4133-bc9a-b17335350ec0" providerId="ADAL" clId="{D8EFBF44-63CF-4A10-B76F-BA01E678379C}" dt="2025-07-15T08:49:41.489" v="778"/>
          <ac:spMkLst>
            <pc:docMk/>
            <pc:sldMk cId="1905844991" sldId="2147477228"/>
            <ac:spMk id="46" creationId="{0042988A-48B6-ED93-25F6-5F8BDE459285}"/>
          </ac:spMkLst>
        </pc:spChg>
        <pc:spChg chg="mod">
          <ac:chgData name="Jade Zhenjie HUANG" userId="879176f8-54f1-4133-bc9a-b17335350ec0" providerId="ADAL" clId="{D8EFBF44-63CF-4A10-B76F-BA01E678379C}" dt="2025-07-15T08:49:41.489" v="778"/>
          <ac:spMkLst>
            <pc:docMk/>
            <pc:sldMk cId="1905844991" sldId="2147477228"/>
            <ac:spMk id="47" creationId="{00EABBD7-156C-603D-1646-D81303A7EC49}"/>
          </ac:spMkLst>
        </pc:spChg>
        <pc:spChg chg="mod">
          <ac:chgData name="Jade Zhenjie HUANG" userId="879176f8-54f1-4133-bc9a-b17335350ec0" providerId="ADAL" clId="{D8EFBF44-63CF-4A10-B76F-BA01E678379C}" dt="2025-07-15T08:49:41.489" v="778"/>
          <ac:spMkLst>
            <pc:docMk/>
            <pc:sldMk cId="1905844991" sldId="2147477228"/>
            <ac:spMk id="48" creationId="{3E7E547A-FA2B-71BE-DDEA-13EA888AFAC6}"/>
          </ac:spMkLst>
        </pc:spChg>
        <pc:spChg chg="mod">
          <ac:chgData name="Jade Zhenjie HUANG" userId="879176f8-54f1-4133-bc9a-b17335350ec0" providerId="ADAL" clId="{D8EFBF44-63CF-4A10-B76F-BA01E678379C}" dt="2025-07-15T08:49:41.489" v="778"/>
          <ac:spMkLst>
            <pc:docMk/>
            <pc:sldMk cId="1905844991" sldId="2147477228"/>
            <ac:spMk id="49" creationId="{EDE28BEC-E7E0-0302-2FE4-2489383700E3}"/>
          </ac:spMkLst>
        </pc:spChg>
        <pc:spChg chg="mod">
          <ac:chgData name="Jade Zhenjie HUANG" userId="879176f8-54f1-4133-bc9a-b17335350ec0" providerId="ADAL" clId="{D8EFBF44-63CF-4A10-B76F-BA01E678379C}" dt="2025-07-15T08:49:41.489" v="778"/>
          <ac:spMkLst>
            <pc:docMk/>
            <pc:sldMk cId="1905844991" sldId="2147477228"/>
            <ac:spMk id="50" creationId="{78223AE0-6A2E-2A6C-9FE9-DB7AB26AD529}"/>
          </ac:spMkLst>
        </pc:spChg>
        <pc:spChg chg="mod">
          <ac:chgData name="Jade Zhenjie HUANG" userId="879176f8-54f1-4133-bc9a-b17335350ec0" providerId="ADAL" clId="{D8EFBF44-63CF-4A10-B76F-BA01E678379C}" dt="2025-07-15T08:49:41.489" v="778"/>
          <ac:spMkLst>
            <pc:docMk/>
            <pc:sldMk cId="1905844991" sldId="2147477228"/>
            <ac:spMk id="51" creationId="{067CF0BE-1E27-C323-07BD-D2347208D989}"/>
          </ac:spMkLst>
        </pc:spChg>
        <pc:spChg chg="mod">
          <ac:chgData name="Jade Zhenjie HUANG" userId="879176f8-54f1-4133-bc9a-b17335350ec0" providerId="ADAL" clId="{D8EFBF44-63CF-4A10-B76F-BA01E678379C}" dt="2025-07-15T08:49:41.489" v="778"/>
          <ac:spMkLst>
            <pc:docMk/>
            <pc:sldMk cId="1905844991" sldId="2147477228"/>
            <ac:spMk id="55" creationId="{684BD449-CFF0-21C3-1AB0-B892F6BB66C6}"/>
          </ac:spMkLst>
        </pc:spChg>
        <pc:spChg chg="mod">
          <ac:chgData name="Jade Zhenjie HUANG" userId="879176f8-54f1-4133-bc9a-b17335350ec0" providerId="ADAL" clId="{D8EFBF44-63CF-4A10-B76F-BA01E678379C}" dt="2025-07-15T08:49:41.489" v="778"/>
          <ac:spMkLst>
            <pc:docMk/>
            <pc:sldMk cId="1905844991" sldId="2147477228"/>
            <ac:spMk id="56" creationId="{22F1F1B3-F820-F91A-2EBE-7CC6742EC61E}"/>
          </ac:spMkLst>
        </pc:spChg>
        <pc:spChg chg="mod">
          <ac:chgData name="Jade Zhenjie HUANG" userId="879176f8-54f1-4133-bc9a-b17335350ec0" providerId="ADAL" clId="{D8EFBF44-63CF-4A10-B76F-BA01E678379C}" dt="2025-07-15T08:49:41.489" v="778"/>
          <ac:spMkLst>
            <pc:docMk/>
            <pc:sldMk cId="1905844991" sldId="2147477228"/>
            <ac:spMk id="57" creationId="{676893FE-8947-3409-3E5C-C89D60541DB9}"/>
          </ac:spMkLst>
        </pc:spChg>
        <pc:spChg chg="mod">
          <ac:chgData name="Jade Zhenjie HUANG" userId="879176f8-54f1-4133-bc9a-b17335350ec0" providerId="ADAL" clId="{D8EFBF44-63CF-4A10-B76F-BA01E678379C}" dt="2025-07-15T08:49:41.489" v="778"/>
          <ac:spMkLst>
            <pc:docMk/>
            <pc:sldMk cId="1905844991" sldId="2147477228"/>
            <ac:spMk id="83" creationId="{856C9A16-CAF7-9550-5DFC-DEA7BA4195D3}"/>
          </ac:spMkLst>
        </pc:spChg>
        <pc:spChg chg="mod">
          <ac:chgData name="Jade Zhenjie HUANG" userId="879176f8-54f1-4133-bc9a-b17335350ec0" providerId="ADAL" clId="{D8EFBF44-63CF-4A10-B76F-BA01E678379C}" dt="2025-07-15T08:49:41.489" v="778"/>
          <ac:spMkLst>
            <pc:docMk/>
            <pc:sldMk cId="1905844991" sldId="2147477228"/>
            <ac:spMk id="84" creationId="{2F0846C7-BA65-27B7-CBE5-15A5E406BAB2}"/>
          </ac:spMkLst>
        </pc:spChg>
        <pc:spChg chg="mod">
          <ac:chgData name="Jade Zhenjie HUANG" userId="879176f8-54f1-4133-bc9a-b17335350ec0" providerId="ADAL" clId="{D8EFBF44-63CF-4A10-B76F-BA01E678379C}" dt="2025-07-15T08:49:41.489" v="778"/>
          <ac:spMkLst>
            <pc:docMk/>
            <pc:sldMk cId="1905844991" sldId="2147477228"/>
            <ac:spMk id="86" creationId="{1A525889-06C4-00C1-078E-52D3106E704A}"/>
          </ac:spMkLst>
        </pc:spChg>
        <pc:spChg chg="mod">
          <ac:chgData name="Jade Zhenjie HUANG" userId="879176f8-54f1-4133-bc9a-b17335350ec0" providerId="ADAL" clId="{D8EFBF44-63CF-4A10-B76F-BA01E678379C}" dt="2025-07-15T08:49:41.489" v="778"/>
          <ac:spMkLst>
            <pc:docMk/>
            <pc:sldMk cId="1905844991" sldId="2147477228"/>
            <ac:spMk id="87" creationId="{140E966C-DDBF-7A8C-7A36-13CB89C141CB}"/>
          </ac:spMkLst>
        </pc:spChg>
        <pc:spChg chg="mod">
          <ac:chgData name="Jade Zhenjie HUANG" userId="879176f8-54f1-4133-bc9a-b17335350ec0" providerId="ADAL" clId="{D8EFBF44-63CF-4A10-B76F-BA01E678379C}" dt="2025-07-15T08:49:41.489" v="778"/>
          <ac:spMkLst>
            <pc:docMk/>
            <pc:sldMk cId="1905844991" sldId="2147477228"/>
            <ac:spMk id="88" creationId="{814F411F-03EF-F3FC-41B5-55C44E50B192}"/>
          </ac:spMkLst>
        </pc:spChg>
        <pc:spChg chg="mod">
          <ac:chgData name="Jade Zhenjie HUANG" userId="879176f8-54f1-4133-bc9a-b17335350ec0" providerId="ADAL" clId="{D8EFBF44-63CF-4A10-B76F-BA01E678379C}" dt="2025-07-15T08:49:41.489" v="778"/>
          <ac:spMkLst>
            <pc:docMk/>
            <pc:sldMk cId="1905844991" sldId="2147477228"/>
            <ac:spMk id="89" creationId="{2367700A-FC0F-4829-13DA-8C6C73B44EB7}"/>
          </ac:spMkLst>
        </pc:spChg>
        <pc:spChg chg="mod">
          <ac:chgData name="Jade Zhenjie HUANG" userId="879176f8-54f1-4133-bc9a-b17335350ec0" providerId="ADAL" clId="{D8EFBF44-63CF-4A10-B76F-BA01E678379C}" dt="2025-07-15T08:49:41.489" v="778"/>
          <ac:spMkLst>
            <pc:docMk/>
            <pc:sldMk cId="1905844991" sldId="2147477228"/>
            <ac:spMk id="90" creationId="{0367F9DC-423A-7EFD-04CC-D79F0A47A1B6}"/>
          </ac:spMkLst>
        </pc:spChg>
        <pc:spChg chg="mod">
          <ac:chgData name="Jade Zhenjie HUANG" userId="879176f8-54f1-4133-bc9a-b17335350ec0" providerId="ADAL" clId="{D8EFBF44-63CF-4A10-B76F-BA01E678379C}" dt="2025-07-15T08:49:41.489" v="778"/>
          <ac:spMkLst>
            <pc:docMk/>
            <pc:sldMk cId="1905844991" sldId="2147477228"/>
            <ac:spMk id="91" creationId="{3886725D-8396-12AF-DF8D-8C2276E711E7}"/>
          </ac:spMkLst>
        </pc:spChg>
        <pc:spChg chg="mod">
          <ac:chgData name="Jade Zhenjie HUANG" userId="879176f8-54f1-4133-bc9a-b17335350ec0" providerId="ADAL" clId="{D8EFBF44-63CF-4A10-B76F-BA01E678379C}" dt="2025-07-15T08:49:41.489" v="778"/>
          <ac:spMkLst>
            <pc:docMk/>
            <pc:sldMk cId="1905844991" sldId="2147477228"/>
            <ac:spMk id="92" creationId="{AEF12A26-96C0-6127-B7F5-915EF951B43E}"/>
          </ac:spMkLst>
        </pc:spChg>
        <pc:spChg chg="mod">
          <ac:chgData name="Jade Zhenjie HUANG" userId="879176f8-54f1-4133-bc9a-b17335350ec0" providerId="ADAL" clId="{D8EFBF44-63CF-4A10-B76F-BA01E678379C}" dt="2025-07-15T08:49:41.489" v="778"/>
          <ac:spMkLst>
            <pc:docMk/>
            <pc:sldMk cId="1905844991" sldId="2147477228"/>
            <ac:spMk id="93" creationId="{82D38DE1-FC5F-ED27-AB8E-A98F89889FA1}"/>
          </ac:spMkLst>
        </pc:spChg>
        <pc:spChg chg="mod">
          <ac:chgData name="Jade Zhenjie HUANG" userId="879176f8-54f1-4133-bc9a-b17335350ec0" providerId="ADAL" clId="{D8EFBF44-63CF-4A10-B76F-BA01E678379C}" dt="2025-07-15T08:49:41.489" v="778"/>
          <ac:spMkLst>
            <pc:docMk/>
            <pc:sldMk cId="1905844991" sldId="2147477228"/>
            <ac:spMk id="94" creationId="{6411C41A-3156-088C-B340-B7F19045B9D1}"/>
          </ac:spMkLst>
        </pc:spChg>
        <pc:spChg chg="mod">
          <ac:chgData name="Jade Zhenjie HUANG" userId="879176f8-54f1-4133-bc9a-b17335350ec0" providerId="ADAL" clId="{D8EFBF44-63CF-4A10-B76F-BA01E678379C}" dt="2025-07-15T08:49:41.489" v="778"/>
          <ac:spMkLst>
            <pc:docMk/>
            <pc:sldMk cId="1905844991" sldId="2147477228"/>
            <ac:spMk id="95" creationId="{B46F5945-350A-4033-259F-24839D16959F}"/>
          </ac:spMkLst>
        </pc:spChg>
        <pc:spChg chg="mod">
          <ac:chgData name="Jade Zhenjie HUANG" userId="879176f8-54f1-4133-bc9a-b17335350ec0" providerId="ADAL" clId="{D8EFBF44-63CF-4A10-B76F-BA01E678379C}" dt="2025-07-15T08:49:41.489" v="778"/>
          <ac:spMkLst>
            <pc:docMk/>
            <pc:sldMk cId="1905844991" sldId="2147477228"/>
            <ac:spMk id="96" creationId="{32D07CC7-BE5A-2436-E968-671D59F93716}"/>
          </ac:spMkLst>
        </pc:spChg>
        <pc:spChg chg="mod">
          <ac:chgData name="Jade Zhenjie HUANG" userId="879176f8-54f1-4133-bc9a-b17335350ec0" providerId="ADAL" clId="{D8EFBF44-63CF-4A10-B76F-BA01E678379C}" dt="2025-07-15T08:49:41.489" v="778"/>
          <ac:spMkLst>
            <pc:docMk/>
            <pc:sldMk cId="1905844991" sldId="2147477228"/>
            <ac:spMk id="97" creationId="{A2D9AB6E-E598-6D56-D78B-C74088FB1E04}"/>
          </ac:spMkLst>
        </pc:spChg>
        <pc:spChg chg="mod">
          <ac:chgData name="Jade Zhenjie HUANG" userId="879176f8-54f1-4133-bc9a-b17335350ec0" providerId="ADAL" clId="{D8EFBF44-63CF-4A10-B76F-BA01E678379C}" dt="2025-07-15T08:49:41.489" v="778"/>
          <ac:spMkLst>
            <pc:docMk/>
            <pc:sldMk cId="1905844991" sldId="2147477228"/>
            <ac:spMk id="98" creationId="{A72FE32F-E90D-C59E-71AF-E13C00F8F7D3}"/>
          </ac:spMkLst>
        </pc:spChg>
        <pc:spChg chg="mod">
          <ac:chgData name="Jade Zhenjie HUANG" userId="879176f8-54f1-4133-bc9a-b17335350ec0" providerId="ADAL" clId="{D8EFBF44-63CF-4A10-B76F-BA01E678379C}" dt="2025-07-15T08:49:41.489" v="778"/>
          <ac:spMkLst>
            <pc:docMk/>
            <pc:sldMk cId="1905844991" sldId="2147477228"/>
            <ac:spMk id="99" creationId="{1F77F635-4EF7-A3C0-9280-18A81D6E3BB9}"/>
          </ac:spMkLst>
        </pc:spChg>
        <pc:spChg chg="mod">
          <ac:chgData name="Jade Zhenjie HUANG" userId="879176f8-54f1-4133-bc9a-b17335350ec0" providerId="ADAL" clId="{D8EFBF44-63CF-4A10-B76F-BA01E678379C}" dt="2025-07-15T08:49:41.489" v="778"/>
          <ac:spMkLst>
            <pc:docMk/>
            <pc:sldMk cId="1905844991" sldId="2147477228"/>
            <ac:spMk id="100" creationId="{B0806F0E-47E9-F259-C682-5C0F5D826261}"/>
          </ac:spMkLst>
        </pc:spChg>
        <pc:spChg chg="mod">
          <ac:chgData name="Jade Zhenjie HUANG" userId="879176f8-54f1-4133-bc9a-b17335350ec0" providerId="ADAL" clId="{D8EFBF44-63CF-4A10-B76F-BA01E678379C}" dt="2025-07-15T08:49:41.489" v="778"/>
          <ac:spMkLst>
            <pc:docMk/>
            <pc:sldMk cId="1905844991" sldId="2147477228"/>
            <ac:spMk id="101" creationId="{B3607AB9-8DF9-C6F8-0E83-EFF233A85EAA}"/>
          </ac:spMkLst>
        </pc:spChg>
        <pc:spChg chg="mod">
          <ac:chgData name="Jade Zhenjie HUANG" userId="879176f8-54f1-4133-bc9a-b17335350ec0" providerId="ADAL" clId="{D8EFBF44-63CF-4A10-B76F-BA01E678379C}" dt="2025-07-15T08:49:41.489" v="778"/>
          <ac:spMkLst>
            <pc:docMk/>
            <pc:sldMk cId="1905844991" sldId="2147477228"/>
            <ac:spMk id="103" creationId="{3C261909-7A8C-76D8-832D-461D79C8408D}"/>
          </ac:spMkLst>
        </pc:spChg>
        <pc:spChg chg="mod">
          <ac:chgData name="Jade Zhenjie HUANG" userId="879176f8-54f1-4133-bc9a-b17335350ec0" providerId="ADAL" clId="{D8EFBF44-63CF-4A10-B76F-BA01E678379C}" dt="2025-07-15T08:49:41.489" v="778"/>
          <ac:spMkLst>
            <pc:docMk/>
            <pc:sldMk cId="1905844991" sldId="2147477228"/>
            <ac:spMk id="104" creationId="{E719409C-73F0-852B-9B65-D97128F8466B}"/>
          </ac:spMkLst>
        </pc:spChg>
        <pc:spChg chg="mod">
          <ac:chgData name="Jade Zhenjie HUANG" userId="879176f8-54f1-4133-bc9a-b17335350ec0" providerId="ADAL" clId="{D8EFBF44-63CF-4A10-B76F-BA01E678379C}" dt="2025-07-15T08:49:41.489" v="778"/>
          <ac:spMkLst>
            <pc:docMk/>
            <pc:sldMk cId="1905844991" sldId="2147477228"/>
            <ac:spMk id="105" creationId="{ABF2DC75-CE0E-33CE-6B90-36386CC60DDB}"/>
          </ac:spMkLst>
        </pc:spChg>
        <pc:spChg chg="mod">
          <ac:chgData name="Jade Zhenjie HUANG" userId="879176f8-54f1-4133-bc9a-b17335350ec0" providerId="ADAL" clId="{D8EFBF44-63CF-4A10-B76F-BA01E678379C}" dt="2025-07-15T08:49:41.489" v="778"/>
          <ac:spMkLst>
            <pc:docMk/>
            <pc:sldMk cId="1905844991" sldId="2147477228"/>
            <ac:spMk id="106" creationId="{10B38A91-C947-9B06-052C-66069B4DE1D5}"/>
          </ac:spMkLst>
        </pc:spChg>
        <pc:spChg chg="mod">
          <ac:chgData name="Jade Zhenjie HUANG" userId="879176f8-54f1-4133-bc9a-b17335350ec0" providerId="ADAL" clId="{D8EFBF44-63CF-4A10-B76F-BA01E678379C}" dt="2025-07-15T08:49:41.489" v="778"/>
          <ac:spMkLst>
            <pc:docMk/>
            <pc:sldMk cId="1905844991" sldId="2147477228"/>
            <ac:spMk id="107" creationId="{EE2F2E62-B375-1C91-27CC-DF490468572C}"/>
          </ac:spMkLst>
        </pc:spChg>
        <pc:spChg chg="mod">
          <ac:chgData name="Jade Zhenjie HUANG" userId="879176f8-54f1-4133-bc9a-b17335350ec0" providerId="ADAL" clId="{D8EFBF44-63CF-4A10-B76F-BA01E678379C}" dt="2025-07-15T08:49:41.489" v="778"/>
          <ac:spMkLst>
            <pc:docMk/>
            <pc:sldMk cId="1905844991" sldId="2147477228"/>
            <ac:spMk id="108" creationId="{69AC8FDF-6434-0D99-9E65-F72867B6DB02}"/>
          </ac:spMkLst>
        </pc:spChg>
        <pc:spChg chg="mod">
          <ac:chgData name="Jade Zhenjie HUANG" userId="879176f8-54f1-4133-bc9a-b17335350ec0" providerId="ADAL" clId="{D8EFBF44-63CF-4A10-B76F-BA01E678379C}" dt="2025-07-15T08:49:41.489" v="778"/>
          <ac:spMkLst>
            <pc:docMk/>
            <pc:sldMk cId="1905844991" sldId="2147477228"/>
            <ac:spMk id="110" creationId="{F194D03F-617F-E1E8-22D6-E9E2ECEF1452}"/>
          </ac:spMkLst>
        </pc:spChg>
        <pc:spChg chg="mod">
          <ac:chgData name="Jade Zhenjie HUANG" userId="879176f8-54f1-4133-bc9a-b17335350ec0" providerId="ADAL" clId="{D8EFBF44-63CF-4A10-B76F-BA01E678379C}" dt="2025-07-15T08:49:41.489" v="778"/>
          <ac:spMkLst>
            <pc:docMk/>
            <pc:sldMk cId="1905844991" sldId="2147477228"/>
            <ac:spMk id="112" creationId="{447B164B-11F7-D4AC-AA60-9E16ED046D92}"/>
          </ac:spMkLst>
        </pc:spChg>
        <pc:spChg chg="mod">
          <ac:chgData name="Jade Zhenjie HUANG" userId="879176f8-54f1-4133-bc9a-b17335350ec0" providerId="ADAL" clId="{D8EFBF44-63CF-4A10-B76F-BA01E678379C}" dt="2025-07-15T08:49:41.489" v="778"/>
          <ac:spMkLst>
            <pc:docMk/>
            <pc:sldMk cId="1905844991" sldId="2147477228"/>
            <ac:spMk id="116" creationId="{20F9960A-35FE-97F9-62A2-BAC0A530743E}"/>
          </ac:spMkLst>
        </pc:spChg>
        <pc:spChg chg="mod">
          <ac:chgData name="Jade Zhenjie HUANG" userId="879176f8-54f1-4133-bc9a-b17335350ec0" providerId="ADAL" clId="{D8EFBF44-63CF-4A10-B76F-BA01E678379C}" dt="2025-07-15T08:49:41.489" v="778"/>
          <ac:spMkLst>
            <pc:docMk/>
            <pc:sldMk cId="1905844991" sldId="2147477228"/>
            <ac:spMk id="117" creationId="{3F68AA34-D7FA-22CF-4213-17DBD0DB7EDF}"/>
          </ac:spMkLst>
        </pc:spChg>
        <pc:spChg chg="mod">
          <ac:chgData name="Jade Zhenjie HUANG" userId="879176f8-54f1-4133-bc9a-b17335350ec0" providerId="ADAL" clId="{D8EFBF44-63CF-4A10-B76F-BA01E678379C}" dt="2025-07-15T08:49:41.489" v="778"/>
          <ac:spMkLst>
            <pc:docMk/>
            <pc:sldMk cId="1905844991" sldId="2147477228"/>
            <ac:spMk id="119" creationId="{AF2B5367-6972-17CA-12FE-C981745E5C31}"/>
          </ac:spMkLst>
        </pc:spChg>
        <pc:spChg chg="mod">
          <ac:chgData name="Jade Zhenjie HUANG" userId="879176f8-54f1-4133-bc9a-b17335350ec0" providerId="ADAL" clId="{D8EFBF44-63CF-4A10-B76F-BA01E678379C}" dt="2025-07-15T08:49:41.489" v="778"/>
          <ac:spMkLst>
            <pc:docMk/>
            <pc:sldMk cId="1905844991" sldId="2147477228"/>
            <ac:spMk id="120" creationId="{DF5876ED-C8EF-3C1D-1C8D-D53783E0C86D}"/>
          </ac:spMkLst>
        </pc:spChg>
        <pc:spChg chg="mod">
          <ac:chgData name="Jade Zhenjie HUANG" userId="879176f8-54f1-4133-bc9a-b17335350ec0" providerId="ADAL" clId="{D8EFBF44-63CF-4A10-B76F-BA01E678379C}" dt="2025-07-15T08:49:41.489" v="778"/>
          <ac:spMkLst>
            <pc:docMk/>
            <pc:sldMk cId="1905844991" sldId="2147477228"/>
            <ac:spMk id="121" creationId="{C3EFA661-BBDB-6DDB-7639-600C080C30E1}"/>
          </ac:spMkLst>
        </pc:spChg>
        <pc:spChg chg="mod">
          <ac:chgData name="Jade Zhenjie HUANG" userId="879176f8-54f1-4133-bc9a-b17335350ec0" providerId="ADAL" clId="{D8EFBF44-63CF-4A10-B76F-BA01E678379C}" dt="2025-07-15T08:49:41.489" v="778"/>
          <ac:spMkLst>
            <pc:docMk/>
            <pc:sldMk cId="1905844991" sldId="2147477228"/>
            <ac:spMk id="123" creationId="{B090DDFF-A050-6414-260C-4789388AB6C0}"/>
          </ac:spMkLst>
        </pc:spChg>
        <pc:spChg chg="mod">
          <ac:chgData name="Jade Zhenjie HUANG" userId="879176f8-54f1-4133-bc9a-b17335350ec0" providerId="ADAL" clId="{D8EFBF44-63CF-4A10-B76F-BA01E678379C}" dt="2025-07-15T08:49:41.489" v="778"/>
          <ac:spMkLst>
            <pc:docMk/>
            <pc:sldMk cId="1905844991" sldId="2147477228"/>
            <ac:spMk id="124" creationId="{A8AF272F-57D1-90EF-FB63-77F3D11472CB}"/>
          </ac:spMkLst>
        </pc:spChg>
        <pc:spChg chg="mod">
          <ac:chgData name="Jade Zhenjie HUANG" userId="879176f8-54f1-4133-bc9a-b17335350ec0" providerId="ADAL" clId="{D8EFBF44-63CF-4A10-B76F-BA01E678379C}" dt="2025-07-15T08:49:41.489" v="778"/>
          <ac:spMkLst>
            <pc:docMk/>
            <pc:sldMk cId="1905844991" sldId="2147477228"/>
            <ac:spMk id="125" creationId="{4597336D-7AB0-29C4-44B1-6229E5176CFC}"/>
          </ac:spMkLst>
        </pc:spChg>
        <pc:spChg chg="mod">
          <ac:chgData name="Jade Zhenjie HUANG" userId="879176f8-54f1-4133-bc9a-b17335350ec0" providerId="ADAL" clId="{D8EFBF44-63CF-4A10-B76F-BA01E678379C}" dt="2025-07-15T08:49:41.489" v="778"/>
          <ac:spMkLst>
            <pc:docMk/>
            <pc:sldMk cId="1905844991" sldId="2147477228"/>
            <ac:spMk id="127" creationId="{4DBCADE4-E029-2426-84DB-9D31811DBDC0}"/>
          </ac:spMkLst>
        </pc:spChg>
        <pc:spChg chg="mod">
          <ac:chgData name="Jade Zhenjie HUANG" userId="879176f8-54f1-4133-bc9a-b17335350ec0" providerId="ADAL" clId="{D8EFBF44-63CF-4A10-B76F-BA01E678379C}" dt="2025-07-15T08:49:41.489" v="778"/>
          <ac:spMkLst>
            <pc:docMk/>
            <pc:sldMk cId="1905844991" sldId="2147477228"/>
            <ac:spMk id="128" creationId="{AFCBBAF8-58D7-2302-9BBD-9BFCF573EDEC}"/>
          </ac:spMkLst>
        </pc:spChg>
        <pc:spChg chg="mod">
          <ac:chgData name="Jade Zhenjie HUANG" userId="879176f8-54f1-4133-bc9a-b17335350ec0" providerId="ADAL" clId="{D8EFBF44-63CF-4A10-B76F-BA01E678379C}" dt="2025-07-15T08:49:41.489" v="778"/>
          <ac:spMkLst>
            <pc:docMk/>
            <pc:sldMk cId="1905844991" sldId="2147477228"/>
            <ac:spMk id="129" creationId="{F4956035-9B76-A42B-5093-17B29F214F3E}"/>
          </ac:spMkLst>
        </pc:spChg>
        <pc:spChg chg="mod">
          <ac:chgData name="Jade Zhenjie HUANG" userId="879176f8-54f1-4133-bc9a-b17335350ec0" providerId="ADAL" clId="{D8EFBF44-63CF-4A10-B76F-BA01E678379C}" dt="2025-07-15T08:49:41.489" v="778"/>
          <ac:spMkLst>
            <pc:docMk/>
            <pc:sldMk cId="1905844991" sldId="2147477228"/>
            <ac:spMk id="131" creationId="{BEF561D9-9218-6717-69F3-EF013B3E6628}"/>
          </ac:spMkLst>
        </pc:spChg>
        <pc:spChg chg="mod">
          <ac:chgData name="Jade Zhenjie HUANG" userId="879176f8-54f1-4133-bc9a-b17335350ec0" providerId="ADAL" clId="{D8EFBF44-63CF-4A10-B76F-BA01E678379C}" dt="2025-07-15T08:49:41.489" v="778"/>
          <ac:spMkLst>
            <pc:docMk/>
            <pc:sldMk cId="1905844991" sldId="2147477228"/>
            <ac:spMk id="132" creationId="{8AFE17B8-9B9B-C730-424C-3151B4F5F749}"/>
          </ac:spMkLst>
        </pc:spChg>
        <pc:spChg chg="mod">
          <ac:chgData name="Jade Zhenjie HUANG" userId="879176f8-54f1-4133-bc9a-b17335350ec0" providerId="ADAL" clId="{D8EFBF44-63CF-4A10-B76F-BA01E678379C}" dt="2025-07-15T08:49:41.489" v="778"/>
          <ac:spMkLst>
            <pc:docMk/>
            <pc:sldMk cId="1905844991" sldId="2147477228"/>
            <ac:spMk id="133" creationId="{7A0D3121-CB3C-F7FF-D147-8E77874DB615}"/>
          </ac:spMkLst>
        </pc:spChg>
        <pc:spChg chg="mod">
          <ac:chgData name="Jade Zhenjie HUANG" userId="879176f8-54f1-4133-bc9a-b17335350ec0" providerId="ADAL" clId="{D8EFBF44-63CF-4A10-B76F-BA01E678379C}" dt="2025-07-15T08:49:41.489" v="778"/>
          <ac:spMkLst>
            <pc:docMk/>
            <pc:sldMk cId="1905844991" sldId="2147477228"/>
            <ac:spMk id="135" creationId="{EF990E3D-C473-0290-4E90-6350C9FC80D1}"/>
          </ac:spMkLst>
        </pc:spChg>
        <pc:spChg chg="mod">
          <ac:chgData name="Jade Zhenjie HUANG" userId="879176f8-54f1-4133-bc9a-b17335350ec0" providerId="ADAL" clId="{D8EFBF44-63CF-4A10-B76F-BA01E678379C}" dt="2025-07-15T08:49:41.489" v="778"/>
          <ac:spMkLst>
            <pc:docMk/>
            <pc:sldMk cId="1905844991" sldId="2147477228"/>
            <ac:spMk id="136" creationId="{61B08436-E881-944B-C7E5-6227CFECEC40}"/>
          </ac:spMkLst>
        </pc:spChg>
        <pc:spChg chg="mod">
          <ac:chgData name="Jade Zhenjie HUANG" userId="879176f8-54f1-4133-bc9a-b17335350ec0" providerId="ADAL" clId="{D8EFBF44-63CF-4A10-B76F-BA01E678379C}" dt="2025-07-15T08:49:41.489" v="778"/>
          <ac:spMkLst>
            <pc:docMk/>
            <pc:sldMk cId="1905844991" sldId="2147477228"/>
            <ac:spMk id="137" creationId="{AF2392C4-6246-741C-3684-8E07DE546EF3}"/>
          </ac:spMkLst>
        </pc:spChg>
        <pc:spChg chg="mod">
          <ac:chgData name="Jade Zhenjie HUANG" userId="879176f8-54f1-4133-bc9a-b17335350ec0" providerId="ADAL" clId="{D8EFBF44-63CF-4A10-B76F-BA01E678379C}" dt="2025-07-15T08:49:41.489" v="778"/>
          <ac:spMkLst>
            <pc:docMk/>
            <pc:sldMk cId="1905844991" sldId="2147477228"/>
            <ac:spMk id="138" creationId="{E9667FCC-4CB3-DC02-93E2-5C7FB7E9ACC3}"/>
          </ac:spMkLst>
        </pc:spChg>
        <pc:spChg chg="mod">
          <ac:chgData name="Jade Zhenjie HUANG" userId="879176f8-54f1-4133-bc9a-b17335350ec0" providerId="ADAL" clId="{D8EFBF44-63CF-4A10-B76F-BA01E678379C}" dt="2025-07-15T08:49:41.489" v="778"/>
          <ac:spMkLst>
            <pc:docMk/>
            <pc:sldMk cId="1905844991" sldId="2147477228"/>
            <ac:spMk id="140" creationId="{D6570B1B-F83D-4FB0-AABF-DD881F5A2BA0}"/>
          </ac:spMkLst>
        </pc:spChg>
        <pc:spChg chg="mod">
          <ac:chgData name="Jade Zhenjie HUANG" userId="879176f8-54f1-4133-bc9a-b17335350ec0" providerId="ADAL" clId="{D8EFBF44-63CF-4A10-B76F-BA01E678379C}" dt="2025-07-15T08:49:41.489" v="778"/>
          <ac:spMkLst>
            <pc:docMk/>
            <pc:sldMk cId="1905844991" sldId="2147477228"/>
            <ac:spMk id="141" creationId="{F931F236-4A66-840A-A503-C5B906303A3E}"/>
          </ac:spMkLst>
        </pc:spChg>
        <pc:spChg chg="mod">
          <ac:chgData name="Jade Zhenjie HUANG" userId="879176f8-54f1-4133-bc9a-b17335350ec0" providerId="ADAL" clId="{D8EFBF44-63CF-4A10-B76F-BA01E678379C}" dt="2025-07-15T08:49:41.489" v="778"/>
          <ac:spMkLst>
            <pc:docMk/>
            <pc:sldMk cId="1905844991" sldId="2147477228"/>
            <ac:spMk id="143" creationId="{933701B0-2AB4-E56E-9A55-3A8FAC319BAD}"/>
          </ac:spMkLst>
        </pc:spChg>
        <pc:spChg chg="mod">
          <ac:chgData name="Jade Zhenjie HUANG" userId="879176f8-54f1-4133-bc9a-b17335350ec0" providerId="ADAL" clId="{D8EFBF44-63CF-4A10-B76F-BA01E678379C}" dt="2025-07-15T08:49:41.489" v="778"/>
          <ac:spMkLst>
            <pc:docMk/>
            <pc:sldMk cId="1905844991" sldId="2147477228"/>
            <ac:spMk id="144" creationId="{A1A8DC56-276C-DD93-9954-290178EFD984}"/>
          </ac:spMkLst>
        </pc:spChg>
        <pc:spChg chg="mod">
          <ac:chgData name="Jade Zhenjie HUANG" userId="879176f8-54f1-4133-bc9a-b17335350ec0" providerId="ADAL" clId="{D8EFBF44-63CF-4A10-B76F-BA01E678379C}" dt="2025-07-15T08:49:41.489" v="778"/>
          <ac:spMkLst>
            <pc:docMk/>
            <pc:sldMk cId="1905844991" sldId="2147477228"/>
            <ac:spMk id="145" creationId="{D47DD542-23DB-9A11-77A0-E1CB91ECA897}"/>
          </ac:spMkLst>
        </pc:spChg>
        <pc:spChg chg="mod">
          <ac:chgData name="Jade Zhenjie HUANG" userId="879176f8-54f1-4133-bc9a-b17335350ec0" providerId="ADAL" clId="{D8EFBF44-63CF-4A10-B76F-BA01E678379C}" dt="2025-07-15T08:49:41.489" v="778"/>
          <ac:spMkLst>
            <pc:docMk/>
            <pc:sldMk cId="1905844991" sldId="2147477228"/>
            <ac:spMk id="147" creationId="{8A68912E-50BF-83F4-A041-5832AB832B01}"/>
          </ac:spMkLst>
        </pc:spChg>
        <pc:spChg chg="mod">
          <ac:chgData name="Jade Zhenjie HUANG" userId="879176f8-54f1-4133-bc9a-b17335350ec0" providerId="ADAL" clId="{D8EFBF44-63CF-4A10-B76F-BA01E678379C}" dt="2025-07-15T08:49:41.489" v="778"/>
          <ac:spMkLst>
            <pc:docMk/>
            <pc:sldMk cId="1905844991" sldId="2147477228"/>
            <ac:spMk id="148" creationId="{EF081451-3091-652F-130B-7D013E0BBD53}"/>
          </ac:spMkLst>
        </pc:spChg>
        <pc:spChg chg="mod">
          <ac:chgData name="Jade Zhenjie HUANG" userId="879176f8-54f1-4133-bc9a-b17335350ec0" providerId="ADAL" clId="{D8EFBF44-63CF-4A10-B76F-BA01E678379C}" dt="2025-07-15T08:49:41.489" v="778"/>
          <ac:spMkLst>
            <pc:docMk/>
            <pc:sldMk cId="1905844991" sldId="2147477228"/>
            <ac:spMk id="149" creationId="{BA65D0BE-83A1-D0D0-BEAE-26AC3E3E9849}"/>
          </ac:spMkLst>
        </pc:spChg>
        <pc:spChg chg="mod">
          <ac:chgData name="Jade Zhenjie HUANG" userId="879176f8-54f1-4133-bc9a-b17335350ec0" providerId="ADAL" clId="{D8EFBF44-63CF-4A10-B76F-BA01E678379C}" dt="2025-07-15T08:49:41.489" v="778"/>
          <ac:spMkLst>
            <pc:docMk/>
            <pc:sldMk cId="1905844991" sldId="2147477228"/>
            <ac:spMk id="151" creationId="{D94E5C86-9411-73C8-82F9-0AB35BFECDD7}"/>
          </ac:spMkLst>
        </pc:spChg>
        <pc:spChg chg="mod">
          <ac:chgData name="Jade Zhenjie HUANG" userId="879176f8-54f1-4133-bc9a-b17335350ec0" providerId="ADAL" clId="{D8EFBF44-63CF-4A10-B76F-BA01E678379C}" dt="2025-07-15T08:49:41.489" v="778"/>
          <ac:spMkLst>
            <pc:docMk/>
            <pc:sldMk cId="1905844991" sldId="2147477228"/>
            <ac:spMk id="152" creationId="{6CE51654-2C6B-6D5D-CACD-50F7232274E6}"/>
          </ac:spMkLst>
        </pc:spChg>
        <pc:spChg chg="mod">
          <ac:chgData name="Jade Zhenjie HUANG" userId="879176f8-54f1-4133-bc9a-b17335350ec0" providerId="ADAL" clId="{D8EFBF44-63CF-4A10-B76F-BA01E678379C}" dt="2025-07-15T08:49:41.489" v="778"/>
          <ac:spMkLst>
            <pc:docMk/>
            <pc:sldMk cId="1905844991" sldId="2147477228"/>
            <ac:spMk id="153" creationId="{5D5273FB-0BDB-652A-ABD3-0730D2F0C365}"/>
          </ac:spMkLst>
        </pc:spChg>
        <pc:spChg chg="mod">
          <ac:chgData name="Jade Zhenjie HUANG" userId="879176f8-54f1-4133-bc9a-b17335350ec0" providerId="ADAL" clId="{D8EFBF44-63CF-4A10-B76F-BA01E678379C}" dt="2025-07-15T08:49:41.489" v="778"/>
          <ac:spMkLst>
            <pc:docMk/>
            <pc:sldMk cId="1905844991" sldId="2147477228"/>
            <ac:spMk id="154" creationId="{F9832223-0F6C-FF42-2576-F69200261A0F}"/>
          </ac:spMkLst>
        </pc:spChg>
        <pc:spChg chg="mod">
          <ac:chgData name="Jade Zhenjie HUANG" userId="879176f8-54f1-4133-bc9a-b17335350ec0" providerId="ADAL" clId="{D8EFBF44-63CF-4A10-B76F-BA01E678379C}" dt="2025-07-15T08:49:41.489" v="778"/>
          <ac:spMkLst>
            <pc:docMk/>
            <pc:sldMk cId="1905844991" sldId="2147477228"/>
            <ac:spMk id="155" creationId="{25302498-D511-5184-89E4-BB4BB1363146}"/>
          </ac:spMkLst>
        </pc:spChg>
        <pc:spChg chg="mod">
          <ac:chgData name="Jade Zhenjie HUANG" userId="879176f8-54f1-4133-bc9a-b17335350ec0" providerId="ADAL" clId="{D8EFBF44-63CF-4A10-B76F-BA01E678379C}" dt="2025-07-15T08:49:41.489" v="778"/>
          <ac:spMkLst>
            <pc:docMk/>
            <pc:sldMk cId="1905844991" sldId="2147477228"/>
            <ac:spMk id="156" creationId="{AC860D42-5877-EAD4-15A1-920FFD046A9F}"/>
          </ac:spMkLst>
        </pc:spChg>
        <pc:spChg chg="mod">
          <ac:chgData name="Jade Zhenjie HUANG" userId="879176f8-54f1-4133-bc9a-b17335350ec0" providerId="ADAL" clId="{D8EFBF44-63CF-4A10-B76F-BA01E678379C}" dt="2025-07-15T08:49:41.489" v="778"/>
          <ac:spMkLst>
            <pc:docMk/>
            <pc:sldMk cId="1905844991" sldId="2147477228"/>
            <ac:spMk id="157" creationId="{CB543217-6296-A883-4AA4-6CC9D5F82483}"/>
          </ac:spMkLst>
        </pc:spChg>
        <pc:spChg chg="mod">
          <ac:chgData name="Jade Zhenjie HUANG" userId="879176f8-54f1-4133-bc9a-b17335350ec0" providerId="ADAL" clId="{D8EFBF44-63CF-4A10-B76F-BA01E678379C}" dt="2025-07-15T08:49:41.489" v="778"/>
          <ac:spMkLst>
            <pc:docMk/>
            <pc:sldMk cId="1905844991" sldId="2147477228"/>
            <ac:spMk id="158" creationId="{AF668C58-3476-27A9-6979-2233DC379D49}"/>
          </ac:spMkLst>
        </pc:spChg>
        <pc:spChg chg="mod">
          <ac:chgData name="Jade Zhenjie HUANG" userId="879176f8-54f1-4133-bc9a-b17335350ec0" providerId="ADAL" clId="{D8EFBF44-63CF-4A10-B76F-BA01E678379C}" dt="2025-07-15T08:49:41.489" v="778"/>
          <ac:spMkLst>
            <pc:docMk/>
            <pc:sldMk cId="1905844991" sldId="2147477228"/>
            <ac:spMk id="160" creationId="{7DDC84E1-6EF8-3F2D-E5EF-2DCFB417ECAE}"/>
          </ac:spMkLst>
        </pc:spChg>
        <pc:spChg chg="mod">
          <ac:chgData name="Jade Zhenjie HUANG" userId="879176f8-54f1-4133-bc9a-b17335350ec0" providerId="ADAL" clId="{D8EFBF44-63CF-4A10-B76F-BA01E678379C}" dt="2025-07-15T08:49:41.489" v="778"/>
          <ac:spMkLst>
            <pc:docMk/>
            <pc:sldMk cId="1905844991" sldId="2147477228"/>
            <ac:spMk id="161" creationId="{EC5950E6-14A6-DA39-F461-EE17E1749BDF}"/>
          </ac:spMkLst>
        </pc:spChg>
        <pc:spChg chg="mod">
          <ac:chgData name="Jade Zhenjie HUANG" userId="879176f8-54f1-4133-bc9a-b17335350ec0" providerId="ADAL" clId="{D8EFBF44-63CF-4A10-B76F-BA01E678379C}" dt="2025-07-15T08:49:41.489" v="778"/>
          <ac:spMkLst>
            <pc:docMk/>
            <pc:sldMk cId="1905844991" sldId="2147477228"/>
            <ac:spMk id="162" creationId="{1FB7DD33-FC25-FE75-E8A9-023128A6D26E}"/>
          </ac:spMkLst>
        </pc:spChg>
        <pc:spChg chg="mod">
          <ac:chgData name="Jade Zhenjie HUANG" userId="879176f8-54f1-4133-bc9a-b17335350ec0" providerId="ADAL" clId="{D8EFBF44-63CF-4A10-B76F-BA01E678379C}" dt="2025-07-15T08:49:41.489" v="778"/>
          <ac:spMkLst>
            <pc:docMk/>
            <pc:sldMk cId="1905844991" sldId="2147477228"/>
            <ac:spMk id="164" creationId="{8007D36A-01AD-107A-DB6D-377CCA36DC49}"/>
          </ac:spMkLst>
        </pc:spChg>
        <pc:spChg chg="mod">
          <ac:chgData name="Jade Zhenjie HUANG" userId="879176f8-54f1-4133-bc9a-b17335350ec0" providerId="ADAL" clId="{D8EFBF44-63CF-4A10-B76F-BA01E678379C}" dt="2025-07-15T08:49:41.489" v="778"/>
          <ac:spMkLst>
            <pc:docMk/>
            <pc:sldMk cId="1905844991" sldId="2147477228"/>
            <ac:spMk id="165" creationId="{CC5E8309-FBC2-FD45-B1C1-F861DBFA0A46}"/>
          </ac:spMkLst>
        </pc:spChg>
        <pc:spChg chg="mod">
          <ac:chgData name="Jade Zhenjie HUANG" userId="879176f8-54f1-4133-bc9a-b17335350ec0" providerId="ADAL" clId="{D8EFBF44-63CF-4A10-B76F-BA01E678379C}" dt="2025-07-15T08:49:41.489" v="778"/>
          <ac:spMkLst>
            <pc:docMk/>
            <pc:sldMk cId="1905844991" sldId="2147477228"/>
            <ac:spMk id="166" creationId="{3CB00D7C-E5D8-9D1C-89AD-9FA88834E6EC}"/>
          </ac:spMkLst>
        </pc:spChg>
        <pc:spChg chg="mod">
          <ac:chgData name="Jade Zhenjie HUANG" userId="879176f8-54f1-4133-bc9a-b17335350ec0" providerId="ADAL" clId="{D8EFBF44-63CF-4A10-B76F-BA01E678379C}" dt="2025-07-15T08:49:41.489" v="778"/>
          <ac:spMkLst>
            <pc:docMk/>
            <pc:sldMk cId="1905844991" sldId="2147477228"/>
            <ac:spMk id="167" creationId="{DF5FE5DC-10B0-F8BE-3B81-5A96DE9B7E32}"/>
          </ac:spMkLst>
        </pc:spChg>
        <pc:spChg chg="mod">
          <ac:chgData name="Jade Zhenjie HUANG" userId="879176f8-54f1-4133-bc9a-b17335350ec0" providerId="ADAL" clId="{D8EFBF44-63CF-4A10-B76F-BA01E678379C}" dt="2025-07-15T08:49:41.489" v="778"/>
          <ac:spMkLst>
            <pc:docMk/>
            <pc:sldMk cId="1905844991" sldId="2147477228"/>
            <ac:spMk id="168" creationId="{A9312F27-E64B-7140-FEB9-3F25BC2504B9}"/>
          </ac:spMkLst>
        </pc:spChg>
        <pc:spChg chg="mod">
          <ac:chgData name="Jade Zhenjie HUANG" userId="879176f8-54f1-4133-bc9a-b17335350ec0" providerId="ADAL" clId="{D8EFBF44-63CF-4A10-B76F-BA01E678379C}" dt="2025-07-15T08:49:41.489" v="778"/>
          <ac:spMkLst>
            <pc:docMk/>
            <pc:sldMk cId="1905844991" sldId="2147477228"/>
            <ac:spMk id="169" creationId="{2E66E2D1-19C4-73AE-2675-87134199D5F2}"/>
          </ac:spMkLst>
        </pc:spChg>
        <pc:spChg chg="mod">
          <ac:chgData name="Jade Zhenjie HUANG" userId="879176f8-54f1-4133-bc9a-b17335350ec0" providerId="ADAL" clId="{D8EFBF44-63CF-4A10-B76F-BA01E678379C}" dt="2025-07-15T08:49:41.489" v="778"/>
          <ac:spMkLst>
            <pc:docMk/>
            <pc:sldMk cId="1905844991" sldId="2147477228"/>
            <ac:spMk id="170" creationId="{443AC7AC-7326-050D-CDF9-0D74DDE3052E}"/>
          </ac:spMkLst>
        </pc:spChg>
        <pc:spChg chg="mod">
          <ac:chgData name="Jade Zhenjie HUANG" userId="879176f8-54f1-4133-bc9a-b17335350ec0" providerId="ADAL" clId="{D8EFBF44-63CF-4A10-B76F-BA01E678379C}" dt="2025-07-15T08:49:41.489" v="778"/>
          <ac:spMkLst>
            <pc:docMk/>
            <pc:sldMk cId="1905844991" sldId="2147477228"/>
            <ac:spMk id="171" creationId="{3C629171-3B73-F396-8F6B-147573B3FC86}"/>
          </ac:spMkLst>
        </pc:spChg>
        <pc:spChg chg="mod">
          <ac:chgData name="Jade Zhenjie HUANG" userId="879176f8-54f1-4133-bc9a-b17335350ec0" providerId="ADAL" clId="{D8EFBF44-63CF-4A10-B76F-BA01E678379C}" dt="2025-07-15T08:49:41.489" v="778"/>
          <ac:spMkLst>
            <pc:docMk/>
            <pc:sldMk cId="1905844991" sldId="2147477228"/>
            <ac:spMk id="172" creationId="{E4B0AB5F-1B32-D852-8A28-ADB1D1205129}"/>
          </ac:spMkLst>
        </pc:spChg>
        <pc:spChg chg="mod">
          <ac:chgData name="Jade Zhenjie HUANG" userId="879176f8-54f1-4133-bc9a-b17335350ec0" providerId="ADAL" clId="{D8EFBF44-63CF-4A10-B76F-BA01E678379C}" dt="2025-07-15T08:49:41.489" v="778"/>
          <ac:spMkLst>
            <pc:docMk/>
            <pc:sldMk cId="1905844991" sldId="2147477228"/>
            <ac:spMk id="173" creationId="{BACA8816-037C-494A-93C2-250C9E2DDA85}"/>
          </ac:spMkLst>
        </pc:spChg>
        <pc:spChg chg="mod">
          <ac:chgData name="Jade Zhenjie HUANG" userId="879176f8-54f1-4133-bc9a-b17335350ec0" providerId="ADAL" clId="{D8EFBF44-63CF-4A10-B76F-BA01E678379C}" dt="2025-07-15T08:49:41.489" v="778"/>
          <ac:spMkLst>
            <pc:docMk/>
            <pc:sldMk cId="1905844991" sldId="2147477228"/>
            <ac:spMk id="174" creationId="{C5C2CCF5-935A-9D07-0CEA-DC5D8D295602}"/>
          </ac:spMkLst>
        </pc:spChg>
        <pc:spChg chg="mod">
          <ac:chgData name="Jade Zhenjie HUANG" userId="879176f8-54f1-4133-bc9a-b17335350ec0" providerId="ADAL" clId="{D8EFBF44-63CF-4A10-B76F-BA01E678379C}" dt="2025-07-15T08:49:41.489" v="778"/>
          <ac:spMkLst>
            <pc:docMk/>
            <pc:sldMk cId="1905844991" sldId="2147477228"/>
            <ac:spMk id="175" creationId="{EA56D9B2-A689-AB7D-9B44-3C8E5D55D54A}"/>
          </ac:spMkLst>
        </pc:spChg>
        <pc:spChg chg="mod">
          <ac:chgData name="Jade Zhenjie HUANG" userId="879176f8-54f1-4133-bc9a-b17335350ec0" providerId="ADAL" clId="{D8EFBF44-63CF-4A10-B76F-BA01E678379C}" dt="2025-07-15T08:49:41.489" v="778"/>
          <ac:spMkLst>
            <pc:docMk/>
            <pc:sldMk cId="1905844991" sldId="2147477228"/>
            <ac:spMk id="176" creationId="{C411570C-6044-AFA8-A7C4-72434448F2E9}"/>
          </ac:spMkLst>
        </pc:spChg>
        <pc:spChg chg="mod">
          <ac:chgData name="Jade Zhenjie HUANG" userId="879176f8-54f1-4133-bc9a-b17335350ec0" providerId="ADAL" clId="{D8EFBF44-63CF-4A10-B76F-BA01E678379C}" dt="2025-07-15T08:49:41.489" v="778"/>
          <ac:spMkLst>
            <pc:docMk/>
            <pc:sldMk cId="1905844991" sldId="2147477228"/>
            <ac:spMk id="177" creationId="{2F496C1B-38B3-842D-CDE2-DA5DA260AD53}"/>
          </ac:spMkLst>
        </pc:spChg>
        <pc:spChg chg="mod">
          <ac:chgData name="Jade Zhenjie HUANG" userId="879176f8-54f1-4133-bc9a-b17335350ec0" providerId="ADAL" clId="{D8EFBF44-63CF-4A10-B76F-BA01E678379C}" dt="2025-07-15T08:49:41.489" v="778"/>
          <ac:spMkLst>
            <pc:docMk/>
            <pc:sldMk cId="1905844991" sldId="2147477228"/>
            <ac:spMk id="178" creationId="{5F542454-00A7-D61F-EC65-669F4E277888}"/>
          </ac:spMkLst>
        </pc:spChg>
        <pc:spChg chg="mod">
          <ac:chgData name="Jade Zhenjie HUANG" userId="879176f8-54f1-4133-bc9a-b17335350ec0" providerId="ADAL" clId="{D8EFBF44-63CF-4A10-B76F-BA01E678379C}" dt="2025-07-15T08:49:41.489" v="778"/>
          <ac:spMkLst>
            <pc:docMk/>
            <pc:sldMk cId="1905844991" sldId="2147477228"/>
            <ac:spMk id="179" creationId="{350CC235-F4C5-6CD3-972F-6B97CE9183ED}"/>
          </ac:spMkLst>
        </pc:spChg>
        <pc:spChg chg="mod">
          <ac:chgData name="Jade Zhenjie HUANG" userId="879176f8-54f1-4133-bc9a-b17335350ec0" providerId="ADAL" clId="{D8EFBF44-63CF-4A10-B76F-BA01E678379C}" dt="2025-07-15T08:49:41.489" v="778"/>
          <ac:spMkLst>
            <pc:docMk/>
            <pc:sldMk cId="1905844991" sldId="2147477228"/>
            <ac:spMk id="183" creationId="{5147D75F-0315-2D5E-20FC-E2A02FEF0DB8}"/>
          </ac:spMkLst>
        </pc:spChg>
        <pc:spChg chg="mod">
          <ac:chgData name="Jade Zhenjie HUANG" userId="879176f8-54f1-4133-bc9a-b17335350ec0" providerId="ADAL" clId="{D8EFBF44-63CF-4A10-B76F-BA01E678379C}" dt="2025-07-15T08:49:41.489" v="778"/>
          <ac:spMkLst>
            <pc:docMk/>
            <pc:sldMk cId="1905844991" sldId="2147477228"/>
            <ac:spMk id="184" creationId="{97FA74D9-8C0F-198B-46E3-50C345BAC6A5}"/>
          </ac:spMkLst>
        </pc:spChg>
        <pc:spChg chg="mod">
          <ac:chgData name="Jade Zhenjie HUANG" userId="879176f8-54f1-4133-bc9a-b17335350ec0" providerId="ADAL" clId="{D8EFBF44-63CF-4A10-B76F-BA01E678379C}" dt="2025-07-15T08:49:41.489" v="778"/>
          <ac:spMkLst>
            <pc:docMk/>
            <pc:sldMk cId="1905844991" sldId="2147477228"/>
            <ac:spMk id="189" creationId="{8C5873F9-A7F3-2CBA-3CC3-4922F30A18DF}"/>
          </ac:spMkLst>
        </pc:spChg>
        <pc:spChg chg="mod">
          <ac:chgData name="Jade Zhenjie HUANG" userId="879176f8-54f1-4133-bc9a-b17335350ec0" providerId="ADAL" clId="{D8EFBF44-63CF-4A10-B76F-BA01E678379C}" dt="2025-07-15T08:49:41.489" v="778"/>
          <ac:spMkLst>
            <pc:docMk/>
            <pc:sldMk cId="1905844991" sldId="2147477228"/>
            <ac:spMk id="190" creationId="{FB70731B-7E48-C619-51A7-E3258F93AB78}"/>
          </ac:spMkLst>
        </pc:spChg>
        <pc:spChg chg="mod">
          <ac:chgData name="Jade Zhenjie HUANG" userId="879176f8-54f1-4133-bc9a-b17335350ec0" providerId="ADAL" clId="{D8EFBF44-63CF-4A10-B76F-BA01E678379C}" dt="2025-07-15T08:49:41.489" v="778"/>
          <ac:spMkLst>
            <pc:docMk/>
            <pc:sldMk cId="1905844991" sldId="2147477228"/>
            <ac:spMk id="192" creationId="{98774780-BE73-9C82-86B1-886CBFFC133D}"/>
          </ac:spMkLst>
        </pc:spChg>
        <pc:spChg chg="mod">
          <ac:chgData name="Jade Zhenjie HUANG" userId="879176f8-54f1-4133-bc9a-b17335350ec0" providerId="ADAL" clId="{D8EFBF44-63CF-4A10-B76F-BA01E678379C}" dt="2025-07-15T08:49:41.489" v="778"/>
          <ac:spMkLst>
            <pc:docMk/>
            <pc:sldMk cId="1905844991" sldId="2147477228"/>
            <ac:spMk id="193" creationId="{93DD56F4-06D1-997E-6D07-E17C9710E9E4}"/>
          </ac:spMkLst>
        </pc:spChg>
        <pc:spChg chg="mod">
          <ac:chgData name="Jade Zhenjie HUANG" userId="879176f8-54f1-4133-bc9a-b17335350ec0" providerId="ADAL" clId="{D8EFBF44-63CF-4A10-B76F-BA01E678379C}" dt="2025-07-15T08:49:41.489" v="778"/>
          <ac:spMkLst>
            <pc:docMk/>
            <pc:sldMk cId="1905844991" sldId="2147477228"/>
            <ac:spMk id="194" creationId="{4A41523D-57AE-75C5-F4C3-C238E72F2510}"/>
          </ac:spMkLst>
        </pc:spChg>
        <pc:spChg chg="mod">
          <ac:chgData name="Jade Zhenjie HUANG" userId="879176f8-54f1-4133-bc9a-b17335350ec0" providerId="ADAL" clId="{D8EFBF44-63CF-4A10-B76F-BA01E678379C}" dt="2025-07-15T08:49:41.489" v="778"/>
          <ac:spMkLst>
            <pc:docMk/>
            <pc:sldMk cId="1905844991" sldId="2147477228"/>
            <ac:spMk id="195" creationId="{D2E547EE-C919-2E7E-4B85-1597F274E3BF}"/>
          </ac:spMkLst>
        </pc:spChg>
        <pc:spChg chg="mod">
          <ac:chgData name="Jade Zhenjie HUANG" userId="879176f8-54f1-4133-bc9a-b17335350ec0" providerId="ADAL" clId="{D8EFBF44-63CF-4A10-B76F-BA01E678379C}" dt="2025-07-15T08:49:41.489" v="778"/>
          <ac:spMkLst>
            <pc:docMk/>
            <pc:sldMk cId="1905844991" sldId="2147477228"/>
            <ac:spMk id="201" creationId="{310CD95B-3C3F-5887-4656-07CBDF793FEE}"/>
          </ac:spMkLst>
        </pc:spChg>
        <pc:spChg chg="mod">
          <ac:chgData name="Jade Zhenjie HUANG" userId="879176f8-54f1-4133-bc9a-b17335350ec0" providerId="ADAL" clId="{D8EFBF44-63CF-4A10-B76F-BA01E678379C}" dt="2025-07-15T08:49:41.489" v="778"/>
          <ac:spMkLst>
            <pc:docMk/>
            <pc:sldMk cId="1905844991" sldId="2147477228"/>
            <ac:spMk id="202" creationId="{C9A58F17-8D61-C06F-B289-55DF55350474}"/>
          </ac:spMkLst>
        </pc:spChg>
        <pc:spChg chg="mod">
          <ac:chgData name="Jade Zhenjie HUANG" userId="879176f8-54f1-4133-bc9a-b17335350ec0" providerId="ADAL" clId="{D8EFBF44-63CF-4A10-B76F-BA01E678379C}" dt="2025-07-15T08:49:41.489" v="778"/>
          <ac:spMkLst>
            <pc:docMk/>
            <pc:sldMk cId="1905844991" sldId="2147477228"/>
            <ac:spMk id="203" creationId="{E6875CC0-BE07-4A1F-D605-C813432B1D43}"/>
          </ac:spMkLst>
        </pc:spChg>
        <pc:spChg chg="mod">
          <ac:chgData name="Jade Zhenjie HUANG" userId="879176f8-54f1-4133-bc9a-b17335350ec0" providerId="ADAL" clId="{D8EFBF44-63CF-4A10-B76F-BA01E678379C}" dt="2025-07-15T08:49:41.489" v="778"/>
          <ac:spMkLst>
            <pc:docMk/>
            <pc:sldMk cId="1905844991" sldId="2147477228"/>
            <ac:spMk id="207" creationId="{36351AFB-D760-C687-2CBD-8479F0CC3DBF}"/>
          </ac:spMkLst>
        </pc:spChg>
        <pc:spChg chg="mod">
          <ac:chgData name="Jade Zhenjie HUANG" userId="879176f8-54f1-4133-bc9a-b17335350ec0" providerId="ADAL" clId="{D8EFBF44-63CF-4A10-B76F-BA01E678379C}" dt="2025-07-15T08:49:41.489" v="778"/>
          <ac:spMkLst>
            <pc:docMk/>
            <pc:sldMk cId="1905844991" sldId="2147477228"/>
            <ac:spMk id="209" creationId="{93A6FE5D-4746-BCD2-9537-EE767E8ABD83}"/>
          </ac:spMkLst>
        </pc:spChg>
        <pc:spChg chg="mod">
          <ac:chgData name="Jade Zhenjie HUANG" userId="879176f8-54f1-4133-bc9a-b17335350ec0" providerId="ADAL" clId="{D8EFBF44-63CF-4A10-B76F-BA01E678379C}" dt="2025-07-15T08:49:41.489" v="778"/>
          <ac:spMkLst>
            <pc:docMk/>
            <pc:sldMk cId="1905844991" sldId="2147477228"/>
            <ac:spMk id="210" creationId="{923DC0BE-0A7E-E4AC-AFF7-0CB62BD2E248}"/>
          </ac:spMkLst>
        </pc:spChg>
        <pc:spChg chg="mod">
          <ac:chgData name="Jade Zhenjie HUANG" userId="879176f8-54f1-4133-bc9a-b17335350ec0" providerId="ADAL" clId="{D8EFBF44-63CF-4A10-B76F-BA01E678379C}" dt="2025-07-15T08:49:41.489" v="778"/>
          <ac:spMkLst>
            <pc:docMk/>
            <pc:sldMk cId="1905844991" sldId="2147477228"/>
            <ac:spMk id="211" creationId="{4F8B093B-B879-E8C1-20F8-EA94CBD6FABC}"/>
          </ac:spMkLst>
        </pc:spChg>
        <pc:grpChg chg="mod">
          <ac:chgData name="Jade Zhenjie HUANG" userId="879176f8-54f1-4133-bc9a-b17335350ec0" providerId="ADAL" clId="{D8EFBF44-63CF-4A10-B76F-BA01E678379C}" dt="2025-07-15T08:49:29.632" v="777" actId="2711"/>
          <ac:grpSpMkLst>
            <pc:docMk/>
            <pc:sldMk cId="1905844991" sldId="2147477228"/>
            <ac:grpSpMk id="24" creationId="{D430050C-AAB1-A94F-C61C-4A33EF4E0625}"/>
          </ac:grpSpMkLst>
        </pc:grpChg>
        <pc:grpChg chg="mod">
          <ac:chgData name="Jade Zhenjie HUANG" userId="879176f8-54f1-4133-bc9a-b17335350ec0" providerId="ADAL" clId="{D8EFBF44-63CF-4A10-B76F-BA01E678379C}" dt="2025-07-15T08:49:29.632" v="777" actId="2711"/>
          <ac:grpSpMkLst>
            <pc:docMk/>
            <pc:sldMk cId="1905844991" sldId="2147477228"/>
            <ac:grpSpMk id="41" creationId="{1D194E6E-A232-1F22-450D-EA6EEE6801AF}"/>
          </ac:grpSpMkLst>
        </pc:grpChg>
        <pc:grpChg chg="mod">
          <ac:chgData name="Jade Zhenjie HUANG" userId="879176f8-54f1-4133-bc9a-b17335350ec0" providerId="ADAL" clId="{D8EFBF44-63CF-4A10-B76F-BA01E678379C}" dt="2025-07-15T08:49:29.632" v="777" actId="2711"/>
          <ac:grpSpMkLst>
            <pc:docMk/>
            <pc:sldMk cId="1905844991" sldId="2147477228"/>
            <ac:grpSpMk id="53" creationId="{3073A296-528E-7520-3FEF-73D57F55B00C}"/>
          </ac:grpSpMkLst>
        </pc:grpChg>
        <pc:grpChg chg="mod">
          <ac:chgData name="Jade Zhenjie HUANG" userId="879176f8-54f1-4133-bc9a-b17335350ec0" providerId="ADAL" clId="{D8EFBF44-63CF-4A10-B76F-BA01E678379C}" dt="2025-07-15T08:49:29.632" v="777" actId="2711"/>
          <ac:grpSpMkLst>
            <pc:docMk/>
            <pc:sldMk cId="1905844991" sldId="2147477228"/>
            <ac:grpSpMk id="54" creationId="{DE043954-364C-9708-ADD1-7DB7243FE1F3}"/>
          </ac:grpSpMkLst>
        </pc:grpChg>
        <pc:grpChg chg="mod">
          <ac:chgData name="Jade Zhenjie HUANG" userId="879176f8-54f1-4133-bc9a-b17335350ec0" providerId="ADAL" clId="{D8EFBF44-63CF-4A10-B76F-BA01E678379C}" dt="2025-07-15T08:49:29.632" v="777" actId="2711"/>
          <ac:grpSpMkLst>
            <pc:docMk/>
            <pc:sldMk cId="1905844991" sldId="2147477228"/>
            <ac:grpSpMk id="85" creationId="{B1D683D0-0D52-19AC-4436-3D455D868F40}"/>
          </ac:grpSpMkLst>
        </pc:grpChg>
        <pc:grpChg chg="mod">
          <ac:chgData name="Jade Zhenjie HUANG" userId="879176f8-54f1-4133-bc9a-b17335350ec0" providerId="ADAL" clId="{D8EFBF44-63CF-4A10-B76F-BA01E678379C}" dt="2025-07-15T08:49:29.632" v="777" actId="2711"/>
          <ac:grpSpMkLst>
            <pc:docMk/>
            <pc:sldMk cId="1905844991" sldId="2147477228"/>
            <ac:grpSpMk id="111" creationId="{0D12CB4E-01A9-7608-F40B-ED8092F08FF5}"/>
          </ac:grpSpMkLst>
        </pc:grpChg>
        <pc:grpChg chg="mod">
          <ac:chgData name="Jade Zhenjie HUANG" userId="879176f8-54f1-4133-bc9a-b17335350ec0" providerId="ADAL" clId="{D8EFBF44-63CF-4A10-B76F-BA01E678379C}" dt="2025-07-15T08:49:29.632" v="777" actId="2711"/>
          <ac:grpSpMkLst>
            <pc:docMk/>
            <pc:sldMk cId="1905844991" sldId="2147477228"/>
            <ac:grpSpMk id="115" creationId="{12881DCB-CF17-AC74-298F-5C525C5155AB}"/>
          </ac:grpSpMkLst>
        </pc:grpChg>
        <pc:grpChg chg="mod">
          <ac:chgData name="Jade Zhenjie HUANG" userId="879176f8-54f1-4133-bc9a-b17335350ec0" providerId="ADAL" clId="{D8EFBF44-63CF-4A10-B76F-BA01E678379C}" dt="2025-07-15T08:49:29.632" v="777" actId="2711"/>
          <ac:grpSpMkLst>
            <pc:docMk/>
            <pc:sldMk cId="1905844991" sldId="2147477228"/>
            <ac:grpSpMk id="118" creationId="{C772101F-7F5E-44B2-7656-CAD55B494C11}"/>
          </ac:grpSpMkLst>
        </pc:grpChg>
        <pc:grpChg chg="mod">
          <ac:chgData name="Jade Zhenjie HUANG" userId="879176f8-54f1-4133-bc9a-b17335350ec0" providerId="ADAL" clId="{D8EFBF44-63CF-4A10-B76F-BA01E678379C}" dt="2025-07-15T08:49:29.632" v="777" actId="2711"/>
          <ac:grpSpMkLst>
            <pc:docMk/>
            <pc:sldMk cId="1905844991" sldId="2147477228"/>
            <ac:grpSpMk id="122" creationId="{50C2B192-027E-00C0-A19B-314CD2C1F773}"/>
          </ac:grpSpMkLst>
        </pc:grpChg>
        <pc:grpChg chg="mod">
          <ac:chgData name="Jade Zhenjie HUANG" userId="879176f8-54f1-4133-bc9a-b17335350ec0" providerId="ADAL" clId="{D8EFBF44-63CF-4A10-B76F-BA01E678379C}" dt="2025-07-15T08:49:29.632" v="777" actId="2711"/>
          <ac:grpSpMkLst>
            <pc:docMk/>
            <pc:sldMk cId="1905844991" sldId="2147477228"/>
            <ac:grpSpMk id="126" creationId="{13869806-C7E8-0F7B-FE94-1C61E40670F3}"/>
          </ac:grpSpMkLst>
        </pc:grpChg>
        <pc:grpChg chg="mod">
          <ac:chgData name="Jade Zhenjie HUANG" userId="879176f8-54f1-4133-bc9a-b17335350ec0" providerId="ADAL" clId="{D8EFBF44-63CF-4A10-B76F-BA01E678379C}" dt="2025-07-15T08:49:29.632" v="777" actId="2711"/>
          <ac:grpSpMkLst>
            <pc:docMk/>
            <pc:sldMk cId="1905844991" sldId="2147477228"/>
            <ac:grpSpMk id="130" creationId="{8EB4A66A-4DB4-D277-2DA1-8FFDF5510CB8}"/>
          </ac:grpSpMkLst>
        </pc:grpChg>
        <pc:grpChg chg="mod">
          <ac:chgData name="Jade Zhenjie HUANG" userId="879176f8-54f1-4133-bc9a-b17335350ec0" providerId="ADAL" clId="{D8EFBF44-63CF-4A10-B76F-BA01E678379C}" dt="2025-07-15T08:49:29.632" v="777" actId="2711"/>
          <ac:grpSpMkLst>
            <pc:docMk/>
            <pc:sldMk cId="1905844991" sldId="2147477228"/>
            <ac:grpSpMk id="134" creationId="{3861E224-7F04-E90A-16A0-D8E1491C340B}"/>
          </ac:grpSpMkLst>
        </pc:grpChg>
        <pc:grpChg chg="mod">
          <ac:chgData name="Jade Zhenjie HUANG" userId="879176f8-54f1-4133-bc9a-b17335350ec0" providerId="ADAL" clId="{D8EFBF44-63CF-4A10-B76F-BA01E678379C}" dt="2025-07-15T08:49:29.632" v="777" actId="2711"/>
          <ac:grpSpMkLst>
            <pc:docMk/>
            <pc:sldMk cId="1905844991" sldId="2147477228"/>
            <ac:grpSpMk id="139" creationId="{5FC0F033-49CC-1F50-27E3-C7A4B4287124}"/>
          </ac:grpSpMkLst>
        </pc:grpChg>
        <pc:grpChg chg="mod">
          <ac:chgData name="Jade Zhenjie HUANG" userId="879176f8-54f1-4133-bc9a-b17335350ec0" providerId="ADAL" clId="{D8EFBF44-63CF-4A10-B76F-BA01E678379C}" dt="2025-07-15T08:49:29.632" v="777" actId="2711"/>
          <ac:grpSpMkLst>
            <pc:docMk/>
            <pc:sldMk cId="1905844991" sldId="2147477228"/>
            <ac:grpSpMk id="142" creationId="{D9F0D26A-37A1-1CFD-56ED-1D17C12EC3C2}"/>
          </ac:grpSpMkLst>
        </pc:grpChg>
        <pc:grpChg chg="mod">
          <ac:chgData name="Jade Zhenjie HUANG" userId="879176f8-54f1-4133-bc9a-b17335350ec0" providerId="ADAL" clId="{D8EFBF44-63CF-4A10-B76F-BA01E678379C}" dt="2025-07-15T08:49:29.632" v="777" actId="2711"/>
          <ac:grpSpMkLst>
            <pc:docMk/>
            <pc:sldMk cId="1905844991" sldId="2147477228"/>
            <ac:grpSpMk id="146" creationId="{6747F62A-B3BB-4381-6FDB-9A36ADBF9664}"/>
          </ac:grpSpMkLst>
        </pc:grpChg>
        <pc:grpChg chg="mod">
          <ac:chgData name="Jade Zhenjie HUANG" userId="879176f8-54f1-4133-bc9a-b17335350ec0" providerId="ADAL" clId="{D8EFBF44-63CF-4A10-B76F-BA01E678379C}" dt="2025-07-15T08:49:29.632" v="777" actId="2711"/>
          <ac:grpSpMkLst>
            <pc:docMk/>
            <pc:sldMk cId="1905844991" sldId="2147477228"/>
            <ac:grpSpMk id="150" creationId="{8E5D140D-0C4A-8BFF-200F-49B18E00CF9B}"/>
          </ac:grpSpMkLst>
        </pc:grpChg>
        <pc:grpChg chg="mod">
          <ac:chgData name="Jade Zhenjie HUANG" userId="879176f8-54f1-4133-bc9a-b17335350ec0" providerId="ADAL" clId="{D8EFBF44-63CF-4A10-B76F-BA01E678379C}" dt="2025-07-15T08:49:29.632" v="777" actId="2711"/>
          <ac:grpSpMkLst>
            <pc:docMk/>
            <pc:sldMk cId="1905844991" sldId="2147477228"/>
            <ac:grpSpMk id="159" creationId="{6035493A-6AB2-F167-830D-933A45FEA80E}"/>
          </ac:grpSpMkLst>
        </pc:grpChg>
        <pc:grpChg chg="mod">
          <ac:chgData name="Jade Zhenjie HUANG" userId="879176f8-54f1-4133-bc9a-b17335350ec0" providerId="ADAL" clId="{D8EFBF44-63CF-4A10-B76F-BA01E678379C}" dt="2025-07-15T08:49:29.632" v="777" actId="2711"/>
          <ac:grpSpMkLst>
            <pc:docMk/>
            <pc:sldMk cId="1905844991" sldId="2147477228"/>
            <ac:grpSpMk id="163" creationId="{B7326DC4-2A49-63A7-E36D-FD6AA870B27A}"/>
          </ac:grpSpMkLst>
        </pc:grpChg>
        <pc:grpChg chg="mod">
          <ac:chgData name="Jade Zhenjie HUANG" userId="879176f8-54f1-4133-bc9a-b17335350ec0" providerId="ADAL" clId="{D8EFBF44-63CF-4A10-B76F-BA01E678379C}" dt="2025-07-15T08:49:29.632" v="777" actId="2711"/>
          <ac:grpSpMkLst>
            <pc:docMk/>
            <pc:sldMk cId="1905844991" sldId="2147477228"/>
            <ac:grpSpMk id="182" creationId="{E9736ABD-9FD1-8462-0382-B96F992B75CC}"/>
          </ac:grpSpMkLst>
        </pc:grpChg>
        <pc:grpChg chg="mod">
          <ac:chgData name="Jade Zhenjie HUANG" userId="879176f8-54f1-4133-bc9a-b17335350ec0" providerId="ADAL" clId="{D8EFBF44-63CF-4A10-B76F-BA01E678379C}" dt="2025-07-15T08:49:29.632" v="777" actId="2711"/>
          <ac:grpSpMkLst>
            <pc:docMk/>
            <pc:sldMk cId="1905844991" sldId="2147477228"/>
            <ac:grpSpMk id="188" creationId="{D5F4FB9F-0D6A-8B0E-A70C-BF0DBA5698CE}"/>
          </ac:grpSpMkLst>
        </pc:grpChg>
        <pc:grpChg chg="mod">
          <ac:chgData name="Jade Zhenjie HUANG" userId="879176f8-54f1-4133-bc9a-b17335350ec0" providerId="ADAL" clId="{D8EFBF44-63CF-4A10-B76F-BA01E678379C}" dt="2025-07-15T08:49:29.632" v="777" actId="2711"/>
          <ac:grpSpMkLst>
            <pc:docMk/>
            <pc:sldMk cId="1905844991" sldId="2147477228"/>
            <ac:grpSpMk id="191" creationId="{5BB40A67-E253-FC7E-F124-50E8F502B664}"/>
          </ac:grpSpMkLst>
        </pc:grpChg>
        <pc:picChg chg="mod">
          <ac:chgData name="Jade Zhenjie HUANG" userId="879176f8-54f1-4133-bc9a-b17335350ec0" providerId="ADAL" clId="{D8EFBF44-63CF-4A10-B76F-BA01E678379C}" dt="2025-07-15T08:49:41.489" v="778"/>
          <ac:picMkLst>
            <pc:docMk/>
            <pc:sldMk cId="1905844991" sldId="2147477228"/>
            <ac:picMk id="196" creationId="{1046E31E-C02C-FE90-00F3-2FA786B607A3}"/>
          </ac:picMkLst>
        </pc:picChg>
        <pc:cxnChg chg="mod">
          <ac:chgData name="Jade Zhenjie HUANG" userId="879176f8-54f1-4133-bc9a-b17335350ec0" providerId="ADAL" clId="{D8EFBF44-63CF-4A10-B76F-BA01E678379C}" dt="2025-07-15T08:49:41.489" v="778"/>
          <ac:cxnSpMkLst>
            <pc:docMk/>
            <pc:sldMk cId="1905844991" sldId="2147477228"/>
            <ac:cxnSpMk id="5" creationId="{A6161672-3518-7491-2BA6-D186CDAA49D9}"/>
          </ac:cxnSpMkLst>
        </pc:cxnChg>
        <pc:cxnChg chg="mod">
          <ac:chgData name="Jade Zhenjie HUANG" userId="879176f8-54f1-4133-bc9a-b17335350ec0" providerId="ADAL" clId="{D8EFBF44-63CF-4A10-B76F-BA01E678379C}" dt="2025-07-15T08:49:41.489" v="778"/>
          <ac:cxnSpMkLst>
            <pc:docMk/>
            <pc:sldMk cId="1905844991" sldId="2147477228"/>
            <ac:cxnSpMk id="113" creationId="{65098548-B16B-61BB-D773-B1442D4C45D8}"/>
          </ac:cxnSpMkLst>
        </pc:cxnChg>
        <pc:cxnChg chg="mod">
          <ac:chgData name="Jade Zhenjie HUANG" userId="879176f8-54f1-4133-bc9a-b17335350ec0" providerId="ADAL" clId="{D8EFBF44-63CF-4A10-B76F-BA01E678379C}" dt="2025-07-15T08:49:41.489" v="778"/>
          <ac:cxnSpMkLst>
            <pc:docMk/>
            <pc:sldMk cId="1905844991" sldId="2147477228"/>
            <ac:cxnSpMk id="114" creationId="{3CD3AA40-7396-38EF-A259-52FA9A81E518}"/>
          </ac:cxnSpMkLst>
        </pc:cxnChg>
        <pc:cxnChg chg="mod">
          <ac:chgData name="Jade Zhenjie HUANG" userId="879176f8-54f1-4133-bc9a-b17335350ec0" providerId="ADAL" clId="{D8EFBF44-63CF-4A10-B76F-BA01E678379C}" dt="2025-07-15T08:49:41.489" v="778"/>
          <ac:cxnSpMkLst>
            <pc:docMk/>
            <pc:sldMk cId="1905844991" sldId="2147477228"/>
            <ac:cxnSpMk id="180" creationId="{A3A7261E-D285-0222-8D61-8C94A7300FF1}"/>
          </ac:cxnSpMkLst>
        </pc:cxnChg>
        <pc:cxnChg chg="mod">
          <ac:chgData name="Jade Zhenjie HUANG" userId="879176f8-54f1-4133-bc9a-b17335350ec0" providerId="ADAL" clId="{D8EFBF44-63CF-4A10-B76F-BA01E678379C}" dt="2025-07-15T08:49:41.489" v="778"/>
          <ac:cxnSpMkLst>
            <pc:docMk/>
            <pc:sldMk cId="1905844991" sldId="2147477228"/>
            <ac:cxnSpMk id="181" creationId="{18B069EC-13EB-D5CD-B871-C72552E6DA8C}"/>
          </ac:cxnSpMkLst>
        </pc:cxnChg>
        <pc:cxnChg chg="mod">
          <ac:chgData name="Jade Zhenjie HUANG" userId="879176f8-54f1-4133-bc9a-b17335350ec0" providerId="ADAL" clId="{D8EFBF44-63CF-4A10-B76F-BA01E678379C}" dt="2025-07-15T08:49:41.489" v="778"/>
          <ac:cxnSpMkLst>
            <pc:docMk/>
            <pc:sldMk cId="1905844991" sldId="2147477228"/>
            <ac:cxnSpMk id="197" creationId="{5C4B3B3A-4C5E-D9BE-125D-E3BDE8CC4224}"/>
          </ac:cxnSpMkLst>
        </pc:cxnChg>
        <pc:cxnChg chg="mod">
          <ac:chgData name="Jade Zhenjie HUANG" userId="879176f8-54f1-4133-bc9a-b17335350ec0" providerId="ADAL" clId="{D8EFBF44-63CF-4A10-B76F-BA01E678379C}" dt="2025-07-15T08:49:41.489" v="778"/>
          <ac:cxnSpMkLst>
            <pc:docMk/>
            <pc:sldMk cId="1905844991" sldId="2147477228"/>
            <ac:cxnSpMk id="198" creationId="{23ED6C8C-7E19-76E4-DFBE-0F71E814602E}"/>
          </ac:cxnSpMkLst>
        </pc:cxnChg>
        <pc:cxnChg chg="mod">
          <ac:chgData name="Jade Zhenjie HUANG" userId="879176f8-54f1-4133-bc9a-b17335350ec0" providerId="ADAL" clId="{D8EFBF44-63CF-4A10-B76F-BA01E678379C}" dt="2025-07-15T08:49:41.489" v="778"/>
          <ac:cxnSpMkLst>
            <pc:docMk/>
            <pc:sldMk cId="1905844991" sldId="2147477228"/>
            <ac:cxnSpMk id="199" creationId="{6B3F9FDE-7AA0-4859-9DE9-27D1E80911B4}"/>
          </ac:cxnSpMkLst>
        </pc:cxnChg>
        <pc:cxnChg chg="mod">
          <ac:chgData name="Jade Zhenjie HUANG" userId="879176f8-54f1-4133-bc9a-b17335350ec0" providerId="ADAL" clId="{D8EFBF44-63CF-4A10-B76F-BA01E678379C}" dt="2025-07-15T08:49:41.489" v="778"/>
          <ac:cxnSpMkLst>
            <pc:docMk/>
            <pc:sldMk cId="1905844991" sldId="2147477228"/>
            <ac:cxnSpMk id="204" creationId="{374E1E82-8B44-E6AC-AF9F-05587F664C62}"/>
          </ac:cxnSpMkLst>
        </pc:cxnChg>
        <pc:cxnChg chg="mod">
          <ac:chgData name="Jade Zhenjie HUANG" userId="879176f8-54f1-4133-bc9a-b17335350ec0" providerId="ADAL" clId="{D8EFBF44-63CF-4A10-B76F-BA01E678379C}" dt="2025-07-15T08:49:41.489" v="778"/>
          <ac:cxnSpMkLst>
            <pc:docMk/>
            <pc:sldMk cId="1905844991" sldId="2147477228"/>
            <ac:cxnSpMk id="205" creationId="{8D15943A-BE88-6700-D9AF-BC02522C4EBD}"/>
          </ac:cxnSpMkLst>
        </pc:cxnChg>
        <pc:cxnChg chg="mod">
          <ac:chgData name="Jade Zhenjie HUANG" userId="879176f8-54f1-4133-bc9a-b17335350ec0" providerId="ADAL" clId="{D8EFBF44-63CF-4A10-B76F-BA01E678379C}" dt="2025-07-15T08:49:41.489" v="778"/>
          <ac:cxnSpMkLst>
            <pc:docMk/>
            <pc:sldMk cId="1905844991" sldId="2147477228"/>
            <ac:cxnSpMk id="206" creationId="{32F43476-9B1F-5645-DD97-2E98875843DC}"/>
          </ac:cxnSpMkLst>
        </pc:cxnChg>
        <pc:cxnChg chg="mod">
          <ac:chgData name="Jade Zhenjie HUANG" userId="879176f8-54f1-4133-bc9a-b17335350ec0" providerId="ADAL" clId="{D8EFBF44-63CF-4A10-B76F-BA01E678379C}" dt="2025-07-15T08:49:41.489" v="778"/>
          <ac:cxnSpMkLst>
            <pc:docMk/>
            <pc:sldMk cId="1905844991" sldId="2147477228"/>
            <ac:cxnSpMk id="208" creationId="{03EB95C4-72C5-0C57-5551-24048120DB8B}"/>
          </ac:cxnSpMkLst>
        </pc:cxnChg>
        <pc:cxnChg chg="mod">
          <ac:chgData name="Jade Zhenjie HUANG" userId="879176f8-54f1-4133-bc9a-b17335350ec0" providerId="ADAL" clId="{D8EFBF44-63CF-4A10-B76F-BA01E678379C}" dt="2025-07-15T08:49:41.489" v="778"/>
          <ac:cxnSpMkLst>
            <pc:docMk/>
            <pc:sldMk cId="1905844991" sldId="2147477228"/>
            <ac:cxnSpMk id="212" creationId="{694C7595-49B9-1888-6926-53B0D357054A}"/>
          </ac:cxnSpMkLst>
        </pc:cxnChg>
        <pc:cxnChg chg="mod">
          <ac:chgData name="Jade Zhenjie HUANG" userId="879176f8-54f1-4133-bc9a-b17335350ec0" providerId="ADAL" clId="{D8EFBF44-63CF-4A10-B76F-BA01E678379C}" dt="2025-07-15T08:49:41.489" v="778"/>
          <ac:cxnSpMkLst>
            <pc:docMk/>
            <pc:sldMk cId="1905844991" sldId="2147477228"/>
            <ac:cxnSpMk id="213" creationId="{8C97AE5C-98AC-4493-E315-FC4B071B5F11}"/>
          </ac:cxnSpMkLst>
        </pc:cxnChg>
        <pc:cxnChg chg="mod">
          <ac:chgData name="Jade Zhenjie HUANG" userId="879176f8-54f1-4133-bc9a-b17335350ec0" providerId="ADAL" clId="{D8EFBF44-63CF-4A10-B76F-BA01E678379C}" dt="2025-07-15T08:49:41.489" v="778"/>
          <ac:cxnSpMkLst>
            <pc:docMk/>
            <pc:sldMk cId="1905844991" sldId="2147477228"/>
            <ac:cxnSpMk id="214" creationId="{4DEE93FF-134C-524D-6293-92885D3256FF}"/>
          </ac:cxnSpMkLst>
        </pc:cxnChg>
      </pc:sldChg>
      <pc:sldChg chg="add">
        <pc:chgData name="Jade Zhenjie HUANG" userId="879176f8-54f1-4133-bc9a-b17335350ec0" providerId="ADAL" clId="{D8EFBF44-63CF-4A10-B76F-BA01E678379C}" dt="2025-07-15T08:58:46.599" v="781"/>
        <pc:sldMkLst>
          <pc:docMk/>
          <pc:sldMk cId="1517281162" sldId="2147477229"/>
        </pc:sldMkLst>
      </pc:sldChg>
      <pc:sldChg chg="modSp add mod">
        <pc:chgData name="Jade Zhenjie HUANG" userId="879176f8-54f1-4133-bc9a-b17335350ec0" providerId="ADAL" clId="{D8EFBF44-63CF-4A10-B76F-BA01E678379C}" dt="2025-07-16T14:54:35.050" v="13388" actId="20577"/>
        <pc:sldMkLst>
          <pc:docMk/>
          <pc:sldMk cId="3011030265" sldId="2147477230"/>
        </pc:sldMkLst>
        <pc:graphicFrameChg chg="modGraphic">
          <ac:chgData name="Jade Zhenjie HUANG" userId="879176f8-54f1-4133-bc9a-b17335350ec0" providerId="ADAL" clId="{D8EFBF44-63CF-4A10-B76F-BA01E678379C}" dt="2025-07-16T14:54:35.050" v="13388" actId="20577"/>
          <ac:graphicFrameMkLst>
            <pc:docMk/>
            <pc:sldMk cId="3011030265" sldId="2147477230"/>
            <ac:graphicFrameMk id="4" creationId="{497FBE30-88B8-46EB-AF64-26CA17170CAB}"/>
          </ac:graphicFrameMkLst>
        </pc:graphicFrameChg>
      </pc:sldChg>
      <pc:sldChg chg="add">
        <pc:chgData name="Jade Zhenjie HUANG" userId="879176f8-54f1-4133-bc9a-b17335350ec0" providerId="ADAL" clId="{D8EFBF44-63CF-4A10-B76F-BA01E678379C}" dt="2025-07-15T08:58:46.599" v="781"/>
        <pc:sldMkLst>
          <pc:docMk/>
          <pc:sldMk cId="363374581" sldId="2147477231"/>
        </pc:sldMkLst>
      </pc:sldChg>
      <pc:sldChg chg="add">
        <pc:chgData name="Jade Zhenjie HUANG" userId="879176f8-54f1-4133-bc9a-b17335350ec0" providerId="ADAL" clId="{D8EFBF44-63CF-4A10-B76F-BA01E678379C}" dt="2025-07-15T08:58:46.599" v="781"/>
        <pc:sldMkLst>
          <pc:docMk/>
          <pc:sldMk cId="1592794854" sldId="2147477232"/>
        </pc:sldMkLst>
      </pc:sldChg>
      <pc:sldChg chg="add">
        <pc:chgData name="Jade Zhenjie HUANG" userId="879176f8-54f1-4133-bc9a-b17335350ec0" providerId="ADAL" clId="{D8EFBF44-63CF-4A10-B76F-BA01E678379C}" dt="2025-07-15T08:58:46.599" v="781"/>
        <pc:sldMkLst>
          <pc:docMk/>
          <pc:sldMk cId="2444486549" sldId="2147477233"/>
        </pc:sldMkLst>
      </pc:sldChg>
      <pc:sldChg chg="modSp add mod">
        <pc:chgData name="Jade Zhenjie HUANG" userId="879176f8-54f1-4133-bc9a-b17335350ec0" providerId="ADAL" clId="{D8EFBF44-63CF-4A10-B76F-BA01E678379C}" dt="2025-07-16T11:29:44.246" v="11368" actId="20577"/>
        <pc:sldMkLst>
          <pc:docMk/>
          <pc:sldMk cId="4023558697" sldId="2147477234"/>
        </pc:sldMkLst>
        <pc:graphicFrameChg chg="modGraphic">
          <ac:chgData name="Jade Zhenjie HUANG" userId="879176f8-54f1-4133-bc9a-b17335350ec0" providerId="ADAL" clId="{D8EFBF44-63CF-4A10-B76F-BA01E678379C}" dt="2025-07-16T11:29:44.246" v="11368" actId="20577"/>
          <ac:graphicFrameMkLst>
            <pc:docMk/>
            <pc:sldMk cId="4023558697" sldId="2147477234"/>
            <ac:graphicFrameMk id="4" creationId="{497FBE30-88B8-46EB-AF64-26CA17170CAB}"/>
          </ac:graphicFrameMkLst>
        </pc:graphicFrameChg>
      </pc:sldChg>
      <pc:sldChg chg="add">
        <pc:chgData name="Jade Zhenjie HUANG" userId="879176f8-54f1-4133-bc9a-b17335350ec0" providerId="ADAL" clId="{D8EFBF44-63CF-4A10-B76F-BA01E678379C}" dt="2025-07-15T08:58:46.599" v="781"/>
        <pc:sldMkLst>
          <pc:docMk/>
          <pc:sldMk cId="841095147" sldId="2147477235"/>
        </pc:sldMkLst>
      </pc:sldChg>
      <pc:sldChg chg="add">
        <pc:chgData name="Jade Zhenjie HUANG" userId="879176f8-54f1-4133-bc9a-b17335350ec0" providerId="ADAL" clId="{D8EFBF44-63CF-4A10-B76F-BA01E678379C}" dt="2025-07-15T08:58:46.599" v="781"/>
        <pc:sldMkLst>
          <pc:docMk/>
          <pc:sldMk cId="3969844518" sldId="2147477236"/>
        </pc:sldMkLst>
      </pc:sldChg>
      <pc:sldChg chg="add">
        <pc:chgData name="Jade Zhenjie HUANG" userId="879176f8-54f1-4133-bc9a-b17335350ec0" providerId="ADAL" clId="{D8EFBF44-63CF-4A10-B76F-BA01E678379C}" dt="2025-07-15T08:58:46.599" v="781"/>
        <pc:sldMkLst>
          <pc:docMk/>
          <pc:sldMk cId="1457153815" sldId="2147477237"/>
        </pc:sldMkLst>
      </pc:sldChg>
      <pc:sldChg chg="add">
        <pc:chgData name="Jade Zhenjie HUANG" userId="879176f8-54f1-4133-bc9a-b17335350ec0" providerId="ADAL" clId="{D8EFBF44-63CF-4A10-B76F-BA01E678379C}" dt="2025-07-15T08:58:46.599" v="781"/>
        <pc:sldMkLst>
          <pc:docMk/>
          <pc:sldMk cId="2382550596" sldId="2147477238"/>
        </pc:sldMkLst>
      </pc:sldChg>
      <pc:sldChg chg="add">
        <pc:chgData name="Jade Zhenjie HUANG" userId="879176f8-54f1-4133-bc9a-b17335350ec0" providerId="ADAL" clId="{D8EFBF44-63CF-4A10-B76F-BA01E678379C}" dt="2025-07-15T08:58:46.599" v="781"/>
        <pc:sldMkLst>
          <pc:docMk/>
          <pc:sldMk cId="1303989580" sldId="2147477239"/>
        </pc:sldMkLst>
      </pc:sldChg>
      <pc:sldChg chg="modSp add mod">
        <pc:chgData name="Jade Zhenjie HUANG" userId="879176f8-54f1-4133-bc9a-b17335350ec0" providerId="ADAL" clId="{D8EFBF44-63CF-4A10-B76F-BA01E678379C}" dt="2025-07-16T14:51:02.955" v="13334" actId="20577"/>
        <pc:sldMkLst>
          <pc:docMk/>
          <pc:sldMk cId="2308597234" sldId="2147477240"/>
        </pc:sldMkLst>
        <pc:spChg chg="mod">
          <ac:chgData name="Jade Zhenjie HUANG" userId="879176f8-54f1-4133-bc9a-b17335350ec0" providerId="ADAL" clId="{D8EFBF44-63CF-4A10-B76F-BA01E678379C}" dt="2025-07-16T11:35:32.102" v="11438" actId="2711"/>
          <ac:spMkLst>
            <pc:docMk/>
            <pc:sldMk cId="2308597234" sldId="2147477240"/>
            <ac:spMk id="2" creationId="{30E0D0D5-DE45-D199-0E55-01DD85B2CA20}"/>
          </ac:spMkLst>
        </pc:spChg>
        <pc:spChg chg="mod">
          <ac:chgData name="Jade Zhenjie HUANG" userId="879176f8-54f1-4133-bc9a-b17335350ec0" providerId="ADAL" clId="{D8EFBF44-63CF-4A10-B76F-BA01E678379C}" dt="2025-07-16T14:51:02.955" v="13334" actId="20577"/>
          <ac:spMkLst>
            <pc:docMk/>
            <pc:sldMk cId="2308597234" sldId="2147477240"/>
            <ac:spMk id="3" creationId="{79CA7D4A-17E0-45F8-8FB5-32421E0BB920}"/>
          </ac:spMkLst>
        </pc:spChg>
        <pc:spChg chg="mod">
          <ac:chgData name="Jade Zhenjie HUANG" userId="879176f8-54f1-4133-bc9a-b17335350ec0" providerId="ADAL" clId="{D8EFBF44-63CF-4A10-B76F-BA01E678379C}" dt="2025-07-16T11:35:32.102" v="11438" actId="2711"/>
          <ac:spMkLst>
            <pc:docMk/>
            <pc:sldMk cId="2308597234" sldId="2147477240"/>
            <ac:spMk id="4" creationId="{FF93B29A-FFD7-CEF9-D3CE-ABDED13F30F4}"/>
          </ac:spMkLst>
        </pc:spChg>
        <pc:spChg chg="mod">
          <ac:chgData name="Jade Zhenjie HUANG" userId="879176f8-54f1-4133-bc9a-b17335350ec0" providerId="ADAL" clId="{D8EFBF44-63CF-4A10-B76F-BA01E678379C}" dt="2025-07-16T11:35:32.102" v="11438" actId="2711"/>
          <ac:spMkLst>
            <pc:docMk/>
            <pc:sldMk cId="2308597234" sldId="2147477240"/>
            <ac:spMk id="5" creationId="{0AFC5122-40ED-EF96-8D0E-EB9189A26DAB}"/>
          </ac:spMkLst>
        </pc:spChg>
        <pc:spChg chg="mod">
          <ac:chgData name="Jade Zhenjie HUANG" userId="879176f8-54f1-4133-bc9a-b17335350ec0" providerId="ADAL" clId="{D8EFBF44-63CF-4A10-B76F-BA01E678379C}" dt="2025-07-16T11:35:32.102" v="11438" actId="2711"/>
          <ac:spMkLst>
            <pc:docMk/>
            <pc:sldMk cId="2308597234" sldId="2147477240"/>
            <ac:spMk id="6" creationId="{00F13C8A-0762-3A21-7C66-ADD9C46F08B5}"/>
          </ac:spMkLst>
        </pc:spChg>
        <pc:spChg chg="mod">
          <ac:chgData name="Jade Zhenjie HUANG" userId="879176f8-54f1-4133-bc9a-b17335350ec0" providerId="ADAL" clId="{D8EFBF44-63CF-4A10-B76F-BA01E678379C}" dt="2025-07-16T11:35:32.102" v="11438" actId="2711"/>
          <ac:spMkLst>
            <pc:docMk/>
            <pc:sldMk cId="2308597234" sldId="2147477240"/>
            <ac:spMk id="7" creationId="{5B99434D-B9D5-D9F4-8B4E-7A59DCDE5DBC}"/>
          </ac:spMkLst>
        </pc:spChg>
        <pc:spChg chg="mod">
          <ac:chgData name="Jade Zhenjie HUANG" userId="879176f8-54f1-4133-bc9a-b17335350ec0" providerId="ADAL" clId="{D8EFBF44-63CF-4A10-B76F-BA01E678379C}" dt="2025-07-16T11:35:32.102" v="11438" actId="2711"/>
          <ac:spMkLst>
            <pc:docMk/>
            <pc:sldMk cId="2308597234" sldId="2147477240"/>
            <ac:spMk id="8" creationId="{CF9BED9E-C6DD-8999-138F-73FA8B874CEA}"/>
          </ac:spMkLst>
        </pc:spChg>
        <pc:spChg chg="mod">
          <ac:chgData name="Jade Zhenjie HUANG" userId="879176f8-54f1-4133-bc9a-b17335350ec0" providerId="ADAL" clId="{D8EFBF44-63CF-4A10-B76F-BA01E678379C}" dt="2025-07-16T11:35:32.102" v="11438" actId="2711"/>
          <ac:spMkLst>
            <pc:docMk/>
            <pc:sldMk cId="2308597234" sldId="2147477240"/>
            <ac:spMk id="51" creationId="{067CF0BE-1E27-C323-07BD-D2347208D989}"/>
          </ac:spMkLst>
        </pc:spChg>
        <pc:spChg chg="mod">
          <ac:chgData name="Jade Zhenjie HUANG" userId="879176f8-54f1-4133-bc9a-b17335350ec0" providerId="ADAL" clId="{D8EFBF44-63CF-4A10-B76F-BA01E678379C}" dt="2025-07-16T11:35:32.102" v="11438" actId="2711"/>
          <ac:spMkLst>
            <pc:docMk/>
            <pc:sldMk cId="2308597234" sldId="2147477240"/>
            <ac:spMk id="53" creationId="{B1EAD668-EF48-C89F-8C5B-0CCDBF5402B0}"/>
          </ac:spMkLst>
        </pc:spChg>
        <pc:spChg chg="mod">
          <ac:chgData name="Jade Zhenjie HUANG" userId="879176f8-54f1-4133-bc9a-b17335350ec0" providerId="ADAL" clId="{D8EFBF44-63CF-4A10-B76F-BA01E678379C}" dt="2025-07-16T11:35:32.102" v="11438" actId="2711"/>
          <ac:spMkLst>
            <pc:docMk/>
            <pc:sldMk cId="2308597234" sldId="2147477240"/>
            <ac:spMk id="54" creationId="{CCB53538-2C97-2A04-2D11-CFBFB543409C}"/>
          </ac:spMkLst>
        </pc:spChg>
        <pc:spChg chg="mod">
          <ac:chgData name="Jade Zhenjie HUANG" userId="879176f8-54f1-4133-bc9a-b17335350ec0" providerId="ADAL" clId="{D8EFBF44-63CF-4A10-B76F-BA01E678379C}" dt="2025-07-16T11:35:32.102" v="11438" actId="2711"/>
          <ac:spMkLst>
            <pc:docMk/>
            <pc:sldMk cId="2308597234" sldId="2147477240"/>
            <ac:spMk id="55" creationId="{F46BA38C-9D6C-6A49-8DB4-32072D178F77}"/>
          </ac:spMkLst>
        </pc:spChg>
        <pc:spChg chg="mod">
          <ac:chgData name="Jade Zhenjie HUANG" userId="879176f8-54f1-4133-bc9a-b17335350ec0" providerId="ADAL" clId="{D8EFBF44-63CF-4A10-B76F-BA01E678379C}" dt="2025-07-16T11:35:32.102" v="11438" actId="2711"/>
          <ac:spMkLst>
            <pc:docMk/>
            <pc:sldMk cId="2308597234" sldId="2147477240"/>
            <ac:spMk id="60" creationId="{74890FF6-DB6E-B640-A2FA-F166D3312A20}"/>
          </ac:spMkLst>
        </pc:spChg>
        <pc:spChg chg="mod">
          <ac:chgData name="Jade Zhenjie HUANG" userId="879176f8-54f1-4133-bc9a-b17335350ec0" providerId="ADAL" clId="{D8EFBF44-63CF-4A10-B76F-BA01E678379C}" dt="2025-07-16T11:35:32.102" v="11438" actId="2711"/>
          <ac:spMkLst>
            <pc:docMk/>
            <pc:sldMk cId="2308597234" sldId="2147477240"/>
            <ac:spMk id="61" creationId="{BD9142DC-B771-CB24-7F77-F6F45C1E81D2}"/>
          </ac:spMkLst>
        </pc:spChg>
        <pc:spChg chg="mod">
          <ac:chgData name="Jade Zhenjie HUANG" userId="879176f8-54f1-4133-bc9a-b17335350ec0" providerId="ADAL" clId="{D8EFBF44-63CF-4A10-B76F-BA01E678379C}" dt="2025-07-16T11:35:32.102" v="11438" actId="2711"/>
          <ac:spMkLst>
            <pc:docMk/>
            <pc:sldMk cId="2308597234" sldId="2147477240"/>
            <ac:spMk id="62" creationId="{16113570-1BB7-7E44-969B-B2AD535842AA}"/>
          </ac:spMkLst>
        </pc:spChg>
        <pc:spChg chg="mod">
          <ac:chgData name="Jade Zhenjie HUANG" userId="879176f8-54f1-4133-bc9a-b17335350ec0" providerId="ADAL" clId="{D8EFBF44-63CF-4A10-B76F-BA01E678379C}" dt="2025-07-16T11:35:32.102" v="11438" actId="2711"/>
          <ac:spMkLst>
            <pc:docMk/>
            <pc:sldMk cId="2308597234" sldId="2147477240"/>
            <ac:spMk id="67" creationId="{C46E64E5-B372-2462-0AED-F373B81AAFB4}"/>
          </ac:spMkLst>
        </pc:spChg>
        <pc:spChg chg="mod">
          <ac:chgData name="Jade Zhenjie HUANG" userId="879176f8-54f1-4133-bc9a-b17335350ec0" providerId="ADAL" clId="{D8EFBF44-63CF-4A10-B76F-BA01E678379C}" dt="2025-07-16T11:35:32.102" v="11438" actId="2711"/>
          <ac:spMkLst>
            <pc:docMk/>
            <pc:sldMk cId="2308597234" sldId="2147477240"/>
            <ac:spMk id="68" creationId="{615AE6BA-56A2-DAAC-C059-3DBE9D908BC6}"/>
          </ac:spMkLst>
        </pc:spChg>
        <pc:spChg chg="mod">
          <ac:chgData name="Jade Zhenjie HUANG" userId="879176f8-54f1-4133-bc9a-b17335350ec0" providerId="ADAL" clId="{D8EFBF44-63CF-4A10-B76F-BA01E678379C}" dt="2025-07-16T11:35:32.102" v="11438" actId="2711"/>
          <ac:spMkLst>
            <pc:docMk/>
            <pc:sldMk cId="2308597234" sldId="2147477240"/>
            <ac:spMk id="69" creationId="{80459F26-5F3B-1FB9-E874-3E1E737EB3A1}"/>
          </ac:spMkLst>
        </pc:spChg>
        <pc:spChg chg="mod">
          <ac:chgData name="Jade Zhenjie HUANG" userId="879176f8-54f1-4133-bc9a-b17335350ec0" providerId="ADAL" clId="{D8EFBF44-63CF-4A10-B76F-BA01E678379C}" dt="2025-07-16T11:35:32.102" v="11438" actId="2711"/>
          <ac:spMkLst>
            <pc:docMk/>
            <pc:sldMk cId="2308597234" sldId="2147477240"/>
            <ac:spMk id="70" creationId="{E83EDC6D-31FC-8834-2168-2E2D4A6767C3}"/>
          </ac:spMkLst>
        </pc:spChg>
        <pc:spChg chg="mod">
          <ac:chgData name="Jade Zhenjie HUANG" userId="879176f8-54f1-4133-bc9a-b17335350ec0" providerId="ADAL" clId="{D8EFBF44-63CF-4A10-B76F-BA01E678379C}" dt="2025-07-16T11:35:32.102" v="11438" actId="2711"/>
          <ac:spMkLst>
            <pc:docMk/>
            <pc:sldMk cId="2308597234" sldId="2147477240"/>
            <ac:spMk id="71" creationId="{5342316B-942F-57B5-257E-37577936AA0A}"/>
          </ac:spMkLst>
        </pc:spChg>
        <pc:spChg chg="mod">
          <ac:chgData name="Jade Zhenjie HUANG" userId="879176f8-54f1-4133-bc9a-b17335350ec0" providerId="ADAL" clId="{D8EFBF44-63CF-4A10-B76F-BA01E678379C}" dt="2025-07-16T11:35:32.102" v="11438" actId="2711"/>
          <ac:spMkLst>
            <pc:docMk/>
            <pc:sldMk cId="2308597234" sldId="2147477240"/>
            <ac:spMk id="72" creationId="{EFE4BA35-7938-D02A-05B1-D325FB93AA67}"/>
          </ac:spMkLst>
        </pc:spChg>
        <pc:spChg chg="mod">
          <ac:chgData name="Jade Zhenjie HUANG" userId="879176f8-54f1-4133-bc9a-b17335350ec0" providerId="ADAL" clId="{D8EFBF44-63CF-4A10-B76F-BA01E678379C}" dt="2025-07-16T11:35:32.102" v="11438" actId="2711"/>
          <ac:spMkLst>
            <pc:docMk/>
            <pc:sldMk cId="2308597234" sldId="2147477240"/>
            <ac:spMk id="74" creationId="{A140ECED-A551-CA9A-039C-E635B2BFF59E}"/>
          </ac:spMkLst>
        </pc:spChg>
        <pc:spChg chg="mod">
          <ac:chgData name="Jade Zhenjie HUANG" userId="879176f8-54f1-4133-bc9a-b17335350ec0" providerId="ADAL" clId="{D8EFBF44-63CF-4A10-B76F-BA01E678379C}" dt="2025-07-16T11:35:32.102" v="11438" actId="2711"/>
          <ac:spMkLst>
            <pc:docMk/>
            <pc:sldMk cId="2308597234" sldId="2147477240"/>
            <ac:spMk id="79" creationId="{21AB8ED7-4130-FADD-7910-F9E0F84DAE67}"/>
          </ac:spMkLst>
        </pc:spChg>
        <pc:spChg chg="mod">
          <ac:chgData name="Jade Zhenjie HUANG" userId="879176f8-54f1-4133-bc9a-b17335350ec0" providerId="ADAL" clId="{D8EFBF44-63CF-4A10-B76F-BA01E678379C}" dt="2025-07-16T11:35:32.102" v="11438" actId="2711"/>
          <ac:spMkLst>
            <pc:docMk/>
            <pc:sldMk cId="2308597234" sldId="2147477240"/>
            <ac:spMk id="80" creationId="{7C175114-9698-9331-820A-31F16907F7AB}"/>
          </ac:spMkLst>
        </pc:spChg>
        <pc:spChg chg="mod">
          <ac:chgData name="Jade Zhenjie HUANG" userId="879176f8-54f1-4133-bc9a-b17335350ec0" providerId="ADAL" clId="{D8EFBF44-63CF-4A10-B76F-BA01E678379C}" dt="2025-07-16T11:35:32.102" v="11438" actId="2711"/>
          <ac:spMkLst>
            <pc:docMk/>
            <pc:sldMk cId="2308597234" sldId="2147477240"/>
            <ac:spMk id="81" creationId="{5745B6FD-802A-2414-3457-70B0C76FDB02}"/>
          </ac:spMkLst>
        </pc:spChg>
        <pc:spChg chg="mod">
          <ac:chgData name="Jade Zhenjie HUANG" userId="879176f8-54f1-4133-bc9a-b17335350ec0" providerId="ADAL" clId="{D8EFBF44-63CF-4A10-B76F-BA01E678379C}" dt="2025-07-16T11:35:32.102" v="11438" actId="2711"/>
          <ac:spMkLst>
            <pc:docMk/>
            <pc:sldMk cId="2308597234" sldId="2147477240"/>
            <ac:spMk id="82" creationId="{EC2578FD-82BF-C1DE-A46D-69F6777B2D53}"/>
          </ac:spMkLst>
        </pc:spChg>
      </pc:sldChg>
      <pc:sldChg chg="add del">
        <pc:chgData name="Jade Zhenjie HUANG" userId="879176f8-54f1-4133-bc9a-b17335350ec0" providerId="ADAL" clId="{D8EFBF44-63CF-4A10-B76F-BA01E678379C}" dt="2025-07-16T14:35:37.198" v="13035" actId="47"/>
        <pc:sldMkLst>
          <pc:docMk/>
          <pc:sldMk cId="829582467" sldId="2147477241"/>
        </pc:sldMkLst>
      </pc:sldChg>
      <pc:sldChg chg="del">
        <pc:chgData name="Jade Zhenjie HUANG" userId="879176f8-54f1-4133-bc9a-b17335350ec0" providerId="ADAL" clId="{D8EFBF44-63CF-4A10-B76F-BA01E678379C}" dt="2025-07-16T09:56:29.610" v="9346" actId="47"/>
        <pc:sldMkLst>
          <pc:docMk/>
          <pc:sldMk cId="3016829572" sldId="2147477242"/>
        </pc:sldMkLst>
      </pc:sldChg>
      <pc:sldChg chg="modSp del mod">
        <pc:chgData name="Jade Zhenjie HUANG" userId="879176f8-54f1-4133-bc9a-b17335350ec0" providerId="ADAL" clId="{D8EFBF44-63CF-4A10-B76F-BA01E678379C}" dt="2025-07-16T11:12:10.462" v="11038" actId="47"/>
        <pc:sldMkLst>
          <pc:docMk/>
          <pc:sldMk cId="3696434467" sldId="2147477243"/>
        </pc:sldMkLst>
        <pc:graphicFrameChg chg="mod modGraphic">
          <ac:chgData name="Jade Zhenjie HUANG" userId="879176f8-54f1-4133-bc9a-b17335350ec0" providerId="ADAL" clId="{D8EFBF44-63CF-4A10-B76F-BA01E678379C}" dt="2025-07-16T09:25:19.404" v="8216" actId="108"/>
          <ac:graphicFrameMkLst>
            <pc:docMk/>
            <pc:sldMk cId="3696434467" sldId="2147477243"/>
            <ac:graphicFrameMk id="7" creationId="{90B85D19-D6FB-4A3A-9A02-691B0E9D75BA}"/>
          </ac:graphicFrameMkLst>
        </pc:graphicFrameChg>
      </pc:sldChg>
      <pc:sldChg chg="modSp mod">
        <pc:chgData name="Jade Zhenjie HUANG" userId="879176f8-54f1-4133-bc9a-b17335350ec0" providerId="ADAL" clId="{D8EFBF44-63CF-4A10-B76F-BA01E678379C}" dt="2025-07-16T14:51:10.980" v="13338" actId="20577"/>
        <pc:sldMkLst>
          <pc:docMk/>
          <pc:sldMk cId="3882592094" sldId="2147477245"/>
        </pc:sldMkLst>
        <pc:spChg chg="mod">
          <ac:chgData name="Jade Zhenjie HUANG" userId="879176f8-54f1-4133-bc9a-b17335350ec0" providerId="ADAL" clId="{D8EFBF44-63CF-4A10-B76F-BA01E678379C}" dt="2025-07-16T14:51:10.980" v="13338" actId="20577"/>
          <ac:spMkLst>
            <pc:docMk/>
            <pc:sldMk cId="3882592094" sldId="2147477245"/>
            <ac:spMk id="134149" creationId="{00000000-0000-0000-0000-000000000000}"/>
          </ac:spMkLst>
        </pc:spChg>
        <pc:graphicFrameChg chg="mod modGraphic">
          <ac:chgData name="Jade Zhenjie HUANG" userId="879176f8-54f1-4133-bc9a-b17335350ec0" providerId="ADAL" clId="{D8EFBF44-63CF-4A10-B76F-BA01E678379C}" dt="2025-07-16T14:43:16.511" v="13275" actId="20577"/>
          <ac:graphicFrameMkLst>
            <pc:docMk/>
            <pc:sldMk cId="3882592094" sldId="2147477245"/>
            <ac:graphicFrameMk id="7" creationId="{90B85D19-D6FB-4A3A-9A02-691B0E9D75BA}"/>
          </ac:graphicFrameMkLst>
        </pc:graphicFrameChg>
      </pc:sldChg>
      <pc:sldChg chg="modSp mod">
        <pc:chgData name="Jade Zhenjie HUANG" userId="879176f8-54f1-4133-bc9a-b17335350ec0" providerId="ADAL" clId="{D8EFBF44-63CF-4A10-B76F-BA01E678379C}" dt="2025-07-16T14:51:16.890" v="13339"/>
        <pc:sldMkLst>
          <pc:docMk/>
          <pc:sldMk cId="130656847" sldId="2147477246"/>
        </pc:sldMkLst>
        <pc:spChg chg="mod">
          <ac:chgData name="Jade Zhenjie HUANG" userId="879176f8-54f1-4133-bc9a-b17335350ec0" providerId="ADAL" clId="{D8EFBF44-63CF-4A10-B76F-BA01E678379C}" dt="2025-07-16T14:51:16.890" v="13339"/>
          <ac:spMkLst>
            <pc:docMk/>
            <pc:sldMk cId="130656847" sldId="2147477246"/>
            <ac:spMk id="134149" creationId="{00000000-0000-0000-0000-000000000000}"/>
          </ac:spMkLst>
        </pc:spChg>
        <pc:graphicFrameChg chg="mod modGraphic">
          <ac:chgData name="Jade Zhenjie HUANG" userId="879176f8-54f1-4133-bc9a-b17335350ec0" providerId="ADAL" clId="{D8EFBF44-63CF-4A10-B76F-BA01E678379C}" dt="2025-07-16T14:41:46.674" v="13112" actId="20577"/>
          <ac:graphicFrameMkLst>
            <pc:docMk/>
            <pc:sldMk cId="130656847" sldId="2147477246"/>
            <ac:graphicFrameMk id="7" creationId="{90B85D19-D6FB-4A3A-9A02-691B0E9D75BA}"/>
          </ac:graphicFrameMkLst>
        </pc:graphicFrameChg>
      </pc:sldChg>
      <pc:sldChg chg="modSp del mod">
        <pc:chgData name="Jade Zhenjie HUANG" userId="879176f8-54f1-4133-bc9a-b17335350ec0" providerId="ADAL" clId="{D8EFBF44-63CF-4A10-B76F-BA01E678379C}" dt="2025-07-16T11:12:51.538" v="11048" actId="47"/>
        <pc:sldMkLst>
          <pc:docMk/>
          <pc:sldMk cId="1898357900" sldId="2147477247"/>
        </pc:sldMkLst>
        <pc:graphicFrameChg chg="mod modGraphic">
          <ac:chgData name="Jade Zhenjie HUANG" userId="879176f8-54f1-4133-bc9a-b17335350ec0" providerId="ADAL" clId="{D8EFBF44-63CF-4A10-B76F-BA01E678379C}" dt="2025-07-16T11:12:43.904" v="11046" actId="21"/>
          <ac:graphicFrameMkLst>
            <pc:docMk/>
            <pc:sldMk cId="1898357900" sldId="2147477247"/>
            <ac:graphicFrameMk id="7" creationId="{90B85D19-D6FB-4A3A-9A02-691B0E9D75BA}"/>
          </ac:graphicFrameMkLst>
        </pc:graphicFrameChg>
      </pc:sldChg>
      <pc:sldChg chg="modSp mod">
        <pc:chgData name="Jade Zhenjie HUANG" userId="879176f8-54f1-4133-bc9a-b17335350ec0" providerId="ADAL" clId="{D8EFBF44-63CF-4A10-B76F-BA01E678379C}" dt="2025-07-16T14:51:20.471" v="13340"/>
        <pc:sldMkLst>
          <pc:docMk/>
          <pc:sldMk cId="115805348" sldId="2147477248"/>
        </pc:sldMkLst>
        <pc:spChg chg="mod">
          <ac:chgData name="Jade Zhenjie HUANG" userId="879176f8-54f1-4133-bc9a-b17335350ec0" providerId="ADAL" clId="{D8EFBF44-63CF-4A10-B76F-BA01E678379C}" dt="2025-07-16T14:51:20.471" v="13340"/>
          <ac:spMkLst>
            <pc:docMk/>
            <pc:sldMk cId="115805348" sldId="2147477248"/>
            <ac:spMk id="134149" creationId="{00000000-0000-0000-0000-000000000000}"/>
          </ac:spMkLst>
        </pc:spChg>
        <pc:graphicFrameChg chg="mod modGraphic">
          <ac:chgData name="Jade Zhenjie HUANG" userId="879176f8-54f1-4133-bc9a-b17335350ec0" providerId="ADAL" clId="{D8EFBF44-63CF-4A10-B76F-BA01E678379C}" dt="2025-07-16T14:46:12.848" v="13309"/>
          <ac:graphicFrameMkLst>
            <pc:docMk/>
            <pc:sldMk cId="115805348" sldId="2147477248"/>
            <ac:graphicFrameMk id="7" creationId="{90B85D19-D6FB-4A3A-9A02-691B0E9D75BA}"/>
          </ac:graphicFrameMkLst>
        </pc:graphicFrameChg>
      </pc:sldChg>
      <pc:sldChg chg="modSp mod">
        <pc:chgData name="Jade Zhenjie HUANG" userId="879176f8-54f1-4133-bc9a-b17335350ec0" providerId="ADAL" clId="{D8EFBF44-63CF-4A10-B76F-BA01E678379C}" dt="2025-07-16T14:51:24.037" v="13341"/>
        <pc:sldMkLst>
          <pc:docMk/>
          <pc:sldMk cId="4187873973" sldId="2147477249"/>
        </pc:sldMkLst>
        <pc:spChg chg="mod">
          <ac:chgData name="Jade Zhenjie HUANG" userId="879176f8-54f1-4133-bc9a-b17335350ec0" providerId="ADAL" clId="{D8EFBF44-63CF-4A10-B76F-BA01E678379C}" dt="2025-07-16T14:51:24.037" v="13341"/>
          <ac:spMkLst>
            <pc:docMk/>
            <pc:sldMk cId="4187873973" sldId="2147477249"/>
            <ac:spMk id="134149" creationId="{00000000-0000-0000-0000-000000000000}"/>
          </ac:spMkLst>
        </pc:spChg>
        <pc:graphicFrameChg chg="mod modGraphic">
          <ac:chgData name="Jade Zhenjie HUANG" userId="879176f8-54f1-4133-bc9a-b17335350ec0" providerId="ADAL" clId="{D8EFBF44-63CF-4A10-B76F-BA01E678379C}" dt="2025-07-16T14:46:12.848" v="13309"/>
          <ac:graphicFrameMkLst>
            <pc:docMk/>
            <pc:sldMk cId="4187873973" sldId="2147477249"/>
            <ac:graphicFrameMk id="7" creationId="{90B85D19-D6FB-4A3A-9A02-691B0E9D75BA}"/>
          </ac:graphicFrameMkLst>
        </pc:graphicFrameChg>
      </pc:sldChg>
      <pc:sldChg chg="modSp mod">
        <pc:chgData name="Jade Zhenjie HUANG" userId="879176f8-54f1-4133-bc9a-b17335350ec0" providerId="ADAL" clId="{D8EFBF44-63CF-4A10-B76F-BA01E678379C}" dt="2025-07-16T14:51:27.352" v="13342"/>
        <pc:sldMkLst>
          <pc:docMk/>
          <pc:sldMk cId="423686458" sldId="2147477250"/>
        </pc:sldMkLst>
        <pc:spChg chg="mod">
          <ac:chgData name="Jade Zhenjie HUANG" userId="879176f8-54f1-4133-bc9a-b17335350ec0" providerId="ADAL" clId="{D8EFBF44-63CF-4A10-B76F-BA01E678379C}" dt="2025-07-16T14:51:27.352" v="13342"/>
          <ac:spMkLst>
            <pc:docMk/>
            <pc:sldMk cId="423686458" sldId="2147477250"/>
            <ac:spMk id="134149" creationId="{00000000-0000-0000-0000-000000000000}"/>
          </ac:spMkLst>
        </pc:spChg>
        <pc:graphicFrameChg chg="mod modGraphic">
          <ac:chgData name="Jade Zhenjie HUANG" userId="879176f8-54f1-4133-bc9a-b17335350ec0" providerId="ADAL" clId="{D8EFBF44-63CF-4A10-B76F-BA01E678379C}" dt="2025-07-16T14:32:48.019" v="13026"/>
          <ac:graphicFrameMkLst>
            <pc:docMk/>
            <pc:sldMk cId="423686458" sldId="2147477250"/>
            <ac:graphicFrameMk id="7" creationId="{90B85D19-D6FB-4A3A-9A02-691B0E9D75BA}"/>
          </ac:graphicFrameMkLst>
        </pc:graphicFrameChg>
      </pc:sldChg>
      <pc:sldChg chg="modSp mod">
        <pc:chgData name="Jade Zhenjie HUANG" userId="879176f8-54f1-4133-bc9a-b17335350ec0" providerId="ADAL" clId="{D8EFBF44-63CF-4A10-B76F-BA01E678379C}" dt="2025-07-16T14:51:30.956" v="13343"/>
        <pc:sldMkLst>
          <pc:docMk/>
          <pc:sldMk cId="1856712376" sldId="2147477251"/>
        </pc:sldMkLst>
        <pc:spChg chg="mod">
          <ac:chgData name="Jade Zhenjie HUANG" userId="879176f8-54f1-4133-bc9a-b17335350ec0" providerId="ADAL" clId="{D8EFBF44-63CF-4A10-B76F-BA01E678379C}" dt="2025-07-16T14:51:30.956" v="13343"/>
          <ac:spMkLst>
            <pc:docMk/>
            <pc:sldMk cId="1856712376" sldId="2147477251"/>
            <ac:spMk id="134149" creationId="{00000000-0000-0000-0000-000000000000}"/>
          </ac:spMkLst>
        </pc:spChg>
        <pc:graphicFrameChg chg="mod modGraphic">
          <ac:chgData name="Jade Zhenjie HUANG" userId="879176f8-54f1-4133-bc9a-b17335350ec0" providerId="ADAL" clId="{D8EFBF44-63CF-4A10-B76F-BA01E678379C}" dt="2025-07-16T14:46:12.848" v="13309"/>
          <ac:graphicFrameMkLst>
            <pc:docMk/>
            <pc:sldMk cId="1856712376" sldId="2147477251"/>
            <ac:graphicFrameMk id="7" creationId="{90B85D19-D6FB-4A3A-9A02-691B0E9D75BA}"/>
          </ac:graphicFrameMkLst>
        </pc:graphicFrameChg>
      </pc:sldChg>
      <pc:sldChg chg="modSp mod">
        <pc:chgData name="Jade Zhenjie HUANG" userId="879176f8-54f1-4133-bc9a-b17335350ec0" providerId="ADAL" clId="{D8EFBF44-63CF-4A10-B76F-BA01E678379C}" dt="2025-07-16T14:51:34.259" v="13344"/>
        <pc:sldMkLst>
          <pc:docMk/>
          <pc:sldMk cId="21675634" sldId="2147477252"/>
        </pc:sldMkLst>
        <pc:spChg chg="mod">
          <ac:chgData name="Jade Zhenjie HUANG" userId="879176f8-54f1-4133-bc9a-b17335350ec0" providerId="ADAL" clId="{D8EFBF44-63CF-4A10-B76F-BA01E678379C}" dt="2025-07-16T14:51:34.259" v="13344"/>
          <ac:spMkLst>
            <pc:docMk/>
            <pc:sldMk cId="21675634" sldId="2147477252"/>
            <ac:spMk id="134149" creationId="{00000000-0000-0000-0000-000000000000}"/>
          </ac:spMkLst>
        </pc:spChg>
        <pc:graphicFrameChg chg="mod modGraphic">
          <ac:chgData name="Jade Zhenjie HUANG" userId="879176f8-54f1-4133-bc9a-b17335350ec0" providerId="ADAL" clId="{D8EFBF44-63CF-4A10-B76F-BA01E678379C}" dt="2025-07-16T14:46:12.848" v="13309"/>
          <ac:graphicFrameMkLst>
            <pc:docMk/>
            <pc:sldMk cId="21675634" sldId="2147477252"/>
            <ac:graphicFrameMk id="7" creationId="{90B85D19-D6FB-4A3A-9A02-691B0E9D75BA}"/>
          </ac:graphicFrameMkLst>
        </pc:graphicFrameChg>
      </pc:sldChg>
      <pc:sldChg chg="modSp mod">
        <pc:chgData name="Jade Zhenjie HUANG" userId="879176f8-54f1-4133-bc9a-b17335350ec0" providerId="ADAL" clId="{D8EFBF44-63CF-4A10-B76F-BA01E678379C}" dt="2025-07-16T14:51:37.636" v="13345"/>
        <pc:sldMkLst>
          <pc:docMk/>
          <pc:sldMk cId="2838203928" sldId="2147477253"/>
        </pc:sldMkLst>
        <pc:spChg chg="mod">
          <ac:chgData name="Jade Zhenjie HUANG" userId="879176f8-54f1-4133-bc9a-b17335350ec0" providerId="ADAL" clId="{D8EFBF44-63CF-4A10-B76F-BA01E678379C}" dt="2025-07-16T14:51:37.636" v="13345"/>
          <ac:spMkLst>
            <pc:docMk/>
            <pc:sldMk cId="2838203928" sldId="2147477253"/>
            <ac:spMk id="134149" creationId="{00000000-0000-0000-0000-000000000000}"/>
          </ac:spMkLst>
        </pc:spChg>
        <pc:graphicFrameChg chg="mod modGraphic">
          <ac:chgData name="Jade Zhenjie HUANG" userId="879176f8-54f1-4133-bc9a-b17335350ec0" providerId="ADAL" clId="{D8EFBF44-63CF-4A10-B76F-BA01E678379C}" dt="2025-07-16T14:49:35.281" v="13332" actId="20577"/>
          <ac:graphicFrameMkLst>
            <pc:docMk/>
            <pc:sldMk cId="2838203928" sldId="2147477253"/>
            <ac:graphicFrameMk id="7" creationId="{90B85D19-D6FB-4A3A-9A02-691B0E9D75BA}"/>
          </ac:graphicFrameMkLst>
        </pc:graphicFrameChg>
      </pc:sldChg>
      <pc:sldChg chg="modSp mod">
        <pc:chgData name="Jade Zhenjie HUANG" userId="879176f8-54f1-4133-bc9a-b17335350ec0" providerId="ADAL" clId="{D8EFBF44-63CF-4A10-B76F-BA01E678379C}" dt="2025-07-16T14:51:40.904" v="13346"/>
        <pc:sldMkLst>
          <pc:docMk/>
          <pc:sldMk cId="4251988053" sldId="2147477254"/>
        </pc:sldMkLst>
        <pc:spChg chg="mod">
          <ac:chgData name="Jade Zhenjie HUANG" userId="879176f8-54f1-4133-bc9a-b17335350ec0" providerId="ADAL" clId="{D8EFBF44-63CF-4A10-B76F-BA01E678379C}" dt="2025-07-16T14:51:40.904" v="13346"/>
          <ac:spMkLst>
            <pc:docMk/>
            <pc:sldMk cId="4251988053" sldId="2147477254"/>
            <ac:spMk id="134149" creationId="{00000000-0000-0000-0000-000000000000}"/>
          </ac:spMkLst>
        </pc:spChg>
        <pc:graphicFrameChg chg="mod modGraphic">
          <ac:chgData name="Jade Zhenjie HUANG" userId="879176f8-54f1-4133-bc9a-b17335350ec0" providerId="ADAL" clId="{D8EFBF44-63CF-4A10-B76F-BA01E678379C}" dt="2025-07-16T14:33:25.509" v="13034"/>
          <ac:graphicFrameMkLst>
            <pc:docMk/>
            <pc:sldMk cId="4251988053" sldId="2147477254"/>
            <ac:graphicFrameMk id="7" creationId="{90B85D19-D6FB-4A3A-9A02-691B0E9D75BA}"/>
          </ac:graphicFrameMkLst>
        </pc:graphicFrameChg>
      </pc:sldChg>
      <pc:sldChg chg="del">
        <pc:chgData name="Jade Zhenjie HUANG" userId="879176f8-54f1-4133-bc9a-b17335350ec0" providerId="ADAL" clId="{D8EFBF44-63CF-4A10-B76F-BA01E678379C}" dt="2025-07-16T09:56:29.610" v="9346" actId="47"/>
        <pc:sldMkLst>
          <pc:docMk/>
          <pc:sldMk cId="450873708" sldId="2147477255"/>
        </pc:sldMkLst>
      </pc:sldChg>
      <pc:sldChg chg="del">
        <pc:chgData name="Jade Zhenjie HUANG" userId="879176f8-54f1-4133-bc9a-b17335350ec0" providerId="ADAL" clId="{D8EFBF44-63CF-4A10-B76F-BA01E678379C}" dt="2025-07-16T09:56:29.610" v="9346" actId="47"/>
        <pc:sldMkLst>
          <pc:docMk/>
          <pc:sldMk cId="1910106038" sldId="2147477266"/>
        </pc:sldMkLst>
      </pc:sldChg>
      <pc:sldChg chg="del">
        <pc:chgData name="Jade Zhenjie HUANG" userId="879176f8-54f1-4133-bc9a-b17335350ec0" providerId="ADAL" clId="{D8EFBF44-63CF-4A10-B76F-BA01E678379C}" dt="2025-07-16T09:56:29.610" v="9346" actId="47"/>
        <pc:sldMkLst>
          <pc:docMk/>
          <pc:sldMk cId="2287301098" sldId="2147477267"/>
        </pc:sldMkLst>
      </pc:sldChg>
      <pc:sldChg chg="del">
        <pc:chgData name="Jade Zhenjie HUANG" userId="879176f8-54f1-4133-bc9a-b17335350ec0" providerId="ADAL" clId="{D8EFBF44-63CF-4A10-B76F-BA01E678379C}" dt="2025-07-16T09:56:29.610" v="9346" actId="47"/>
        <pc:sldMkLst>
          <pc:docMk/>
          <pc:sldMk cId="3825652571" sldId="2147477268"/>
        </pc:sldMkLst>
      </pc:sldChg>
      <pc:sldChg chg="del">
        <pc:chgData name="Jade Zhenjie HUANG" userId="879176f8-54f1-4133-bc9a-b17335350ec0" providerId="ADAL" clId="{D8EFBF44-63CF-4A10-B76F-BA01E678379C}" dt="2025-07-16T06:37:31.156" v="5600" actId="47"/>
        <pc:sldMkLst>
          <pc:docMk/>
          <pc:sldMk cId="2008683104" sldId="2147477269"/>
        </pc:sldMkLst>
      </pc:sldChg>
      <pc:sldChg chg="del">
        <pc:chgData name="Jade Zhenjie HUANG" userId="879176f8-54f1-4133-bc9a-b17335350ec0" providerId="ADAL" clId="{D8EFBF44-63CF-4A10-B76F-BA01E678379C}" dt="2025-07-16T06:37:31.156" v="5600" actId="47"/>
        <pc:sldMkLst>
          <pc:docMk/>
          <pc:sldMk cId="176026563" sldId="2147477270"/>
        </pc:sldMkLst>
      </pc:sldChg>
      <pc:sldChg chg="del">
        <pc:chgData name="Jade Zhenjie HUANG" userId="879176f8-54f1-4133-bc9a-b17335350ec0" providerId="ADAL" clId="{D8EFBF44-63CF-4A10-B76F-BA01E678379C}" dt="2025-07-16T06:37:31.156" v="5600" actId="47"/>
        <pc:sldMkLst>
          <pc:docMk/>
          <pc:sldMk cId="3226976625" sldId="2147477271"/>
        </pc:sldMkLst>
      </pc:sldChg>
      <pc:sldChg chg="del">
        <pc:chgData name="Jade Zhenjie HUANG" userId="879176f8-54f1-4133-bc9a-b17335350ec0" providerId="ADAL" clId="{D8EFBF44-63CF-4A10-B76F-BA01E678379C}" dt="2025-07-16T06:37:31.156" v="5600" actId="47"/>
        <pc:sldMkLst>
          <pc:docMk/>
          <pc:sldMk cId="424535101" sldId="2147477272"/>
        </pc:sldMkLst>
      </pc:sldChg>
      <pc:sldChg chg="del">
        <pc:chgData name="Jade Zhenjie HUANG" userId="879176f8-54f1-4133-bc9a-b17335350ec0" providerId="ADAL" clId="{D8EFBF44-63CF-4A10-B76F-BA01E678379C}" dt="2025-07-16T06:37:31.156" v="5600" actId="47"/>
        <pc:sldMkLst>
          <pc:docMk/>
          <pc:sldMk cId="3662893632" sldId="2147477273"/>
        </pc:sldMkLst>
      </pc:sldChg>
      <pc:sldChg chg="del">
        <pc:chgData name="Jade Zhenjie HUANG" userId="879176f8-54f1-4133-bc9a-b17335350ec0" providerId="ADAL" clId="{D8EFBF44-63CF-4A10-B76F-BA01E678379C}" dt="2025-07-16T06:37:31.156" v="5600" actId="47"/>
        <pc:sldMkLst>
          <pc:docMk/>
          <pc:sldMk cId="2364448218" sldId="2147477274"/>
        </pc:sldMkLst>
      </pc:sldChg>
      <pc:sldChg chg="del">
        <pc:chgData name="Jade Zhenjie HUANG" userId="879176f8-54f1-4133-bc9a-b17335350ec0" providerId="ADAL" clId="{D8EFBF44-63CF-4A10-B76F-BA01E678379C}" dt="2025-07-16T06:37:31.156" v="5600" actId="47"/>
        <pc:sldMkLst>
          <pc:docMk/>
          <pc:sldMk cId="1134820796" sldId="2147477275"/>
        </pc:sldMkLst>
      </pc:sldChg>
      <pc:sldChg chg="del">
        <pc:chgData name="Jade Zhenjie HUANG" userId="879176f8-54f1-4133-bc9a-b17335350ec0" providerId="ADAL" clId="{D8EFBF44-63CF-4A10-B76F-BA01E678379C}" dt="2025-07-16T06:37:31.156" v="5600" actId="47"/>
        <pc:sldMkLst>
          <pc:docMk/>
          <pc:sldMk cId="120029629" sldId="2147477276"/>
        </pc:sldMkLst>
      </pc:sldChg>
      <pc:sldChg chg="del">
        <pc:chgData name="Jade Zhenjie HUANG" userId="879176f8-54f1-4133-bc9a-b17335350ec0" providerId="ADAL" clId="{D8EFBF44-63CF-4A10-B76F-BA01E678379C}" dt="2025-07-16T06:37:31.156" v="5600" actId="47"/>
        <pc:sldMkLst>
          <pc:docMk/>
          <pc:sldMk cId="897920652" sldId="2147477277"/>
        </pc:sldMkLst>
      </pc:sldChg>
      <pc:sldChg chg="del">
        <pc:chgData name="Jade Zhenjie HUANG" userId="879176f8-54f1-4133-bc9a-b17335350ec0" providerId="ADAL" clId="{D8EFBF44-63CF-4A10-B76F-BA01E678379C}" dt="2025-07-16T06:37:31.156" v="5600" actId="47"/>
        <pc:sldMkLst>
          <pc:docMk/>
          <pc:sldMk cId="514516444" sldId="2147477278"/>
        </pc:sldMkLst>
      </pc:sldChg>
      <pc:sldChg chg="del">
        <pc:chgData name="Jade Zhenjie HUANG" userId="879176f8-54f1-4133-bc9a-b17335350ec0" providerId="ADAL" clId="{D8EFBF44-63CF-4A10-B76F-BA01E678379C}" dt="2025-07-16T06:37:31.156" v="5600" actId="47"/>
        <pc:sldMkLst>
          <pc:docMk/>
          <pc:sldMk cId="4287503585" sldId="2147477279"/>
        </pc:sldMkLst>
      </pc:sldChg>
      <pc:sldChg chg="del">
        <pc:chgData name="Jade Zhenjie HUANG" userId="879176f8-54f1-4133-bc9a-b17335350ec0" providerId="ADAL" clId="{D8EFBF44-63CF-4A10-B76F-BA01E678379C}" dt="2025-07-16T06:37:31.156" v="5600" actId="47"/>
        <pc:sldMkLst>
          <pc:docMk/>
          <pc:sldMk cId="750235306" sldId="2147477280"/>
        </pc:sldMkLst>
      </pc:sldChg>
      <pc:sldChg chg="del">
        <pc:chgData name="Jade Zhenjie HUANG" userId="879176f8-54f1-4133-bc9a-b17335350ec0" providerId="ADAL" clId="{D8EFBF44-63CF-4A10-B76F-BA01E678379C}" dt="2025-07-16T06:37:31.156" v="5600" actId="47"/>
        <pc:sldMkLst>
          <pc:docMk/>
          <pc:sldMk cId="2541933958" sldId="2147477281"/>
        </pc:sldMkLst>
      </pc:sldChg>
      <pc:sldChg chg="del">
        <pc:chgData name="Jade Zhenjie HUANG" userId="879176f8-54f1-4133-bc9a-b17335350ec0" providerId="ADAL" clId="{D8EFBF44-63CF-4A10-B76F-BA01E678379C}" dt="2025-07-16T06:37:31.156" v="5600" actId="47"/>
        <pc:sldMkLst>
          <pc:docMk/>
          <pc:sldMk cId="211419190" sldId="2147477282"/>
        </pc:sldMkLst>
      </pc:sldChg>
      <pc:sldChg chg="del">
        <pc:chgData name="Jade Zhenjie HUANG" userId="879176f8-54f1-4133-bc9a-b17335350ec0" providerId="ADAL" clId="{D8EFBF44-63CF-4A10-B76F-BA01E678379C}" dt="2025-07-16T06:37:31.156" v="5600" actId="47"/>
        <pc:sldMkLst>
          <pc:docMk/>
          <pc:sldMk cId="2478673351" sldId="2147477283"/>
        </pc:sldMkLst>
      </pc:sldChg>
      <pc:sldChg chg="del">
        <pc:chgData name="Jade Zhenjie HUANG" userId="879176f8-54f1-4133-bc9a-b17335350ec0" providerId="ADAL" clId="{D8EFBF44-63CF-4A10-B76F-BA01E678379C}" dt="2025-07-16T06:37:31.156" v="5600" actId="47"/>
        <pc:sldMkLst>
          <pc:docMk/>
          <pc:sldMk cId="418765907" sldId="2147477284"/>
        </pc:sldMkLst>
      </pc:sldChg>
      <pc:sldChg chg="del">
        <pc:chgData name="Jade Zhenjie HUANG" userId="879176f8-54f1-4133-bc9a-b17335350ec0" providerId="ADAL" clId="{D8EFBF44-63CF-4A10-B76F-BA01E678379C}" dt="2025-07-16T06:37:31.156" v="5600" actId="47"/>
        <pc:sldMkLst>
          <pc:docMk/>
          <pc:sldMk cId="2622872400" sldId="2147477285"/>
        </pc:sldMkLst>
      </pc:sldChg>
      <pc:sldChg chg="delSp modSp add del mod">
        <pc:chgData name="Jade Zhenjie HUANG" userId="879176f8-54f1-4133-bc9a-b17335350ec0" providerId="ADAL" clId="{D8EFBF44-63CF-4A10-B76F-BA01E678379C}" dt="2025-07-16T06:24:42.536" v="5396" actId="47"/>
        <pc:sldMkLst>
          <pc:docMk/>
          <pc:sldMk cId="2567740262" sldId="2147477286"/>
        </pc:sldMkLst>
        <pc:spChg chg="mod">
          <ac:chgData name="Jade Zhenjie HUANG" userId="879176f8-54f1-4133-bc9a-b17335350ec0" providerId="ADAL" clId="{D8EFBF44-63CF-4A10-B76F-BA01E678379C}" dt="2025-07-16T06:23:18.790" v="5192" actId="20577"/>
          <ac:spMkLst>
            <pc:docMk/>
            <pc:sldMk cId="2567740262" sldId="2147477286"/>
            <ac:spMk id="2" creationId="{DF76431A-9B9A-5B2E-79F3-13F27AF65E77}"/>
          </ac:spMkLst>
        </pc:spChg>
        <pc:spChg chg="del">
          <ac:chgData name="Jade Zhenjie HUANG" userId="879176f8-54f1-4133-bc9a-b17335350ec0" providerId="ADAL" clId="{D8EFBF44-63CF-4A10-B76F-BA01E678379C}" dt="2025-07-16T03:08:10.242" v="4666" actId="478"/>
          <ac:spMkLst>
            <pc:docMk/>
            <pc:sldMk cId="2567740262" sldId="2147477286"/>
            <ac:spMk id="5" creationId="{E9455A1C-EB0C-B8F8-BC75-BCD44922A158}"/>
          </ac:spMkLst>
        </pc:spChg>
        <pc:spChg chg="del">
          <ac:chgData name="Jade Zhenjie HUANG" userId="879176f8-54f1-4133-bc9a-b17335350ec0" providerId="ADAL" clId="{D8EFBF44-63CF-4A10-B76F-BA01E678379C}" dt="2025-07-16T03:08:10.242" v="4666" actId="478"/>
          <ac:spMkLst>
            <pc:docMk/>
            <pc:sldMk cId="2567740262" sldId="2147477286"/>
            <ac:spMk id="6" creationId="{C729CF3A-BEBD-6AFA-E73B-AADD0DB4F8AB}"/>
          </ac:spMkLst>
        </pc:spChg>
        <pc:spChg chg="del">
          <ac:chgData name="Jade Zhenjie HUANG" userId="879176f8-54f1-4133-bc9a-b17335350ec0" providerId="ADAL" clId="{D8EFBF44-63CF-4A10-B76F-BA01E678379C}" dt="2025-07-16T03:08:10.242" v="4666" actId="478"/>
          <ac:spMkLst>
            <pc:docMk/>
            <pc:sldMk cId="2567740262" sldId="2147477286"/>
            <ac:spMk id="7" creationId="{EFF7057F-7212-05E4-DCFB-B4FA01B6AA13}"/>
          </ac:spMkLst>
        </pc:spChg>
        <pc:spChg chg="del">
          <ac:chgData name="Jade Zhenjie HUANG" userId="879176f8-54f1-4133-bc9a-b17335350ec0" providerId="ADAL" clId="{D8EFBF44-63CF-4A10-B76F-BA01E678379C}" dt="2025-07-16T03:08:10.242" v="4666" actId="478"/>
          <ac:spMkLst>
            <pc:docMk/>
            <pc:sldMk cId="2567740262" sldId="2147477286"/>
            <ac:spMk id="9" creationId="{B8293F15-3FE4-3CBA-526C-1DE4C200BB31}"/>
          </ac:spMkLst>
        </pc:spChg>
        <pc:spChg chg="mod">
          <ac:chgData name="Jade Zhenjie HUANG" userId="879176f8-54f1-4133-bc9a-b17335350ec0" providerId="ADAL" clId="{D8EFBF44-63CF-4A10-B76F-BA01E678379C}" dt="2025-07-16T03:09:12.121" v="4673" actId="14100"/>
          <ac:spMkLst>
            <pc:docMk/>
            <pc:sldMk cId="2567740262" sldId="2147477286"/>
            <ac:spMk id="16" creationId="{C738B42B-D797-40C7-BBE0-BA14892C404C}"/>
          </ac:spMkLst>
        </pc:spChg>
        <pc:spChg chg="del">
          <ac:chgData name="Jade Zhenjie HUANG" userId="879176f8-54f1-4133-bc9a-b17335350ec0" providerId="ADAL" clId="{D8EFBF44-63CF-4A10-B76F-BA01E678379C}" dt="2025-07-16T03:26:23.831" v="4808" actId="478"/>
          <ac:spMkLst>
            <pc:docMk/>
            <pc:sldMk cId="2567740262" sldId="2147477286"/>
            <ac:spMk id="28" creationId="{209CFD12-C784-4841-940F-3515F3C4C859}"/>
          </ac:spMkLst>
        </pc:spChg>
        <pc:cxnChg chg="mod">
          <ac:chgData name="Jade Zhenjie HUANG" userId="879176f8-54f1-4133-bc9a-b17335350ec0" providerId="ADAL" clId="{D8EFBF44-63CF-4A10-B76F-BA01E678379C}" dt="2025-07-16T03:09:19.530" v="4704" actId="1035"/>
          <ac:cxnSpMkLst>
            <pc:docMk/>
            <pc:sldMk cId="2567740262" sldId="2147477286"/>
            <ac:cxnSpMk id="4" creationId="{8670B353-2281-B7A1-BCC3-EF1507C1C029}"/>
          </ac:cxnSpMkLst>
        </pc:cxnChg>
        <pc:cxnChg chg="del">
          <ac:chgData name="Jade Zhenjie HUANG" userId="879176f8-54f1-4133-bc9a-b17335350ec0" providerId="ADAL" clId="{D8EFBF44-63CF-4A10-B76F-BA01E678379C}" dt="2025-07-16T03:08:13.208" v="4667" actId="478"/>
          <ac:cxnSpMkLst>
            <pc:docMk/>
            <pc:sldMk cId="2567740262" sldId="2147477286"/>
            <ac:cxnSpMk id="8" creationId="{08746B18-C9DC-1156-9BF2-BDE00B11264D}"/>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xfrm>
            <a:off x="8" y="2"/>
            <a:ext cx="3042459" cy="465223"/>
          </a:xfrm>
          <a:prstGeom prst="rect">
            <a:avLst/>
          </a:prstGeom>
          <a:noFill/>
          <a:ln w="9525">
            <a:noFill/>
            <a:miter lim="800000"/>
            <a:headEnd/>
            <a:tailEnd/>
          </a:ln>
          <a:effectLst/>
        </p:spPr>
        <p:txBody>
          <a:bodyPr vert="horz" wrap="square" lIns="91690" tIns="45845" rIns="91690" bIns="45845" numCol="1" anchor="t" anchorCtr="0" compatLnSpc="1">
            <a:prstTxWarp prst="textNoShape">
              <a:avLst/>
            </a:prstTxWarp>
          </a:bodyPr>
          <a:lstStyle>
            <a:lvl1pPr algn="l" defTabSz="918469">
              <a:spcAft>
                <a:spcPct val="0"/>
              </a:spcAft>
              <a:buClrTx/>
              <a:buFontTx/>
              <a:buNone/>
              <a:defRPr sz="1200" b="0" i="0" smtClean="0">
                <a:latin typeface="新細明體" pitchFamily="18" charset="-120"/>
                <a:cs typeface="+mn-cs"/>
              </a:defRPr>
            </a:lvl1pPr>
          </a:lstStyle>
          <a:p>
            <a:pPr>
              <a:defRPr/>
            </a:pPr>
            <a:endParaRPr lang="en-GB" altLang="en-US"/>
          </a:p>
        </p:txBody>
      </p:sp>
      <p:sp>
        <p:nvSpPr>
          <p:cNvPr id="28675" name="Rectangle 3"/>
          <p:cNvSpPr>
            <a:spLocks noGrp="1" noChangeArrowheads="1"/>
          </p:cNvSpPr>
          <p:nvPr>
            <p:ph type="dt" sz="quarter" idx="1"/>
          </p:nvPr>
        </p:nvSpPr>
        <p:spPr bwMode="auto">
          <a:xfrm>
            <a:off x="3977480" y="2"/>
            <a:ext cx="3042459" cy="465223"/>
          </a:xfrm>
          <a:prstGeom prst="rect">
            <a:avLst/>
          </a:prstGeom>
          <a:noFill/>
          <a:ln w="9525">
            <a:noFill/>
            <a:miter lim="800000"/>
            <a:headEnd/>
            <a:tailEnd/>
          </a:ln>
          <a:effectLst/>
        </p:spPr>
        <p:txBody>
          <a:bodyPr vert="horz" wrap="square" lIns="91690" tIns="45845" rIns="91690" bIns="45845" numCol="1" anchor="t" anchorCtr="0" compatLnSpc="1">
            <a:prstTxWarp prst="textNoShape">
              <a:avLst/>
            </a:prstTxWarp>
          </a:bodyPr>
          <a:lstStyle>
            <a:lvl1pPr algn="r" defTabSz="918469">
              <a:spcAft>
                <a:spcPct val="0"/>
              </a:spcAft>
              <a:buClrTx/>
              <a:buFontTx/>
              <a:buNone/>
              <a:defRPr sz="1200" b="0" i="0" smtClean="0">
                <a:latin typeface="新細明體" pitchFamily="18" charset="-120"/>
                <a:cs typeface="+mn-cs"/>
              </a:defRPr>
            </a:lvl1pPr>
          </a:lstStyle>
          <a:p>
            <a:pPr>
              <a:defRPr/>
            </a:pPr>
            <a:endParaRPr lang="en-GB" altLang="en-US"/>
          </a:p>
        </p:txBody>
      </p:sp>
      <p:sp>
        <p:nvSpPr>
          <p:cNvPr id="28676" name="Rectangle 4"/>
          <p:cNvSpPr>
            <a:spLocks noGrp="1" noChangeArrowheads="1"/>
          </p:cNvSpPr>
          <p:nvPr>
            <p:ph type="ftr" sz="quarter" idx="2"/>
          </p:nvPr>
        </p:nvSpPr>
        <p:spPr bwMode="auto">
          <a:xfrm>
            <a:off x="8" y="8840711"/>
            <a:ext cx="3042459" cy="465223"/>
          </a:xfrm>
          <a:prstGeom prst="rect">
            <a:avLst/>
          </a:prstGeom>
          <a:noFill/>
          <a:ln w="9525">
            <a:noFill/>
            <a:miter lim="800000"/>
            <a:headEnd/>
            <a:tailEnd/>
          </a:ln>
          <a:effectLst/>
        </p:spPr>
        <p:txBody>
          <a:bodyPr vert="horz" wrap="square" lIns="91690" tIns="45845" rIns="91690" bIns="45845" numCol="1" anchor="b" anchorCtr="0" compatLnSpc="1">
            <a:prstTxWarp prst="textNoShape">
              <a:avLst/>
            </a:prstTxWarp>
          </a:bodyPr>
          <a:lstStyle>
            <a:lvl1pPr algn="l" defTabSz="918469">
              <a:spcAft>
                <a:spcPct val="0"/>
              </a:spcAft>
              <a:buClrTx/>
              <a:buFontTx/>
              <a:buNone/>
              <a:defRPr sz="1200" b="0" i="0" smtClean="0">
                <a:latin typeface="新細明體" pitchFamily="18" charset="-120"/>
                <a:cs typeface="+mn-cs"/>
              </a:defRPr>
            </a:lvl1pPr>
          </a:lstStyle>
          <a:p>
            <a:pPr>
              <a:defRPr/>
            </a:pPr>
            <a:endParaRPr lang="en-GB" altLang="en-US"/>
          </a:p>
        </p:txBody>
      </p:sp>
      <p:sp>
        <p:nvSpPr>
          <p:cNvPr id="28677" name="Rectangle 5"/>
          <p:cNvSpPr>
            <a:spLocks noGrp="1" noChangeArrowheads="1"/>
          </p:cNvSpPr>
          <p:nvPr>
            <p:ph type="sldNum" sz="quarter" idx="3"/>
          </p:nvPr>
        </p:nvSpPr>
        <p:spPr bwMode="auto">
          <a:xfrm>
            <a:off x="3977480" y="8840711"/>
            <a:ext cx="3042459" cy="465223"/>
          </a:xfrm>
          <a:prstGeom prst="rect">
            <a:avLst/>
          </a:prstGeom>
          <a:noFill/>
          <a:ln w="9525">
            <a:noFill/>
            <a:miter lim="800000"/>
            <a:headEnd/>
            <a:tailEnd/>
          </a:ln>
          <a:effectLst/>
        </p:spPr>
        <p:txBody>
          <a:bodyPr vert="horz" wrap="square" lIns="91690" tIns="45845" rIns="91690" bIns="45845" numCol="1" anchor="b" anchorCtr="0" compatLnSpc="1">
            <a:prstTxWarp prst="textNoShape">
              <a:avLst/>
            </a:prstTxWarp>
          </a:bodyPr>
          <a:lstStyle>
            <a:lvl1pPr algn="r" defTabSz="918469">
              <a:spcAft>
                <a:spcPct val="0"/>
              </a:spcAft>
              <a:buClrTx/>
              <a:buFontTx/>
              <a:buNone/>
              <a:defRPr i="0">
                <a:latin typeface="PMingLiU" pitchFamily="18" charset="-120"/>
              </a:defRPr>
            </a:lvl1pPr>
          </a:lstStyle>
          <a:p>
            <a:fld id="{62AB4B86-0D98-49FB-8576-E193F5BEEA0F}" type="slidenum">
              <a:rPr lang="en-GB" altLang="en-US"/>
              <a:pPr/>
              <a:t>‹#›</a:t>
            </a:fld>
            <a:endParaRPr lang="en-GB" altLang="en-US"/>
          </a:p>
        </p:txBody>
      </p:sp>
    </p:spTree>
    <p:extLst>
      <p:ext uri="{BB962C8B-B14F-4D97-AF65-F5344CB8AC3E}">
        <p14:creationId xmlns:p14="http://schemas.microsoft.com/office/powerpoint/2010/main" val="40257383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8" y="2"/>
            <a:ext cx="3042459" cy="465223"/>
          </a:xfrm>
          <a:prstGeom prst="rect">
            <a:avLst/>
          </a:prstGeom>
          <a:noFill/>
          <a:ln w="9525">
            <a:noFill/>
            <a:miter lim="800000"/>
            <a:headEnd/>
            <a:tailEnd/>
          </a:ln>
          <a:effectLst/>
        </p:spPr>
        <p:txBody>
          <a:bodyPr vert="horz" wrap="square" lIns="91690" tIns="45845" rIns="91690" bIns="45845" numCol="1" anchor="t" anchorCtr="0" compatLnSpc="1">
            <a:prstTxWarp prst="textNoShape">
              <a:avLst/>
            </a:prstTxWarp>
          </a:bodyPr>
          <a:lstStyle>
            <a:lvl1pPr algn="l" defTabSz="918469">
              <a:spcAft>
                <a:spcPct val="0"/>
              </a:spcAft>
              <a:buClrTx/>
              <a:buFontTx/>
              <a:buNone/>
              <a:defRPr sz="1200" b="0" i="0" smtClean="0">
                <a:latin typeface="新細明體" pitchFamily="18" charset="-120"/>
                <a:cs typeface="+mn-cs"/>
              </a:defRPr>
            </a:lvl1pPr>
          </a:lstStyle>
          <a:p>
            <a:pPr>
              <a:defRPr/>
            </a:pPr>
            <a:endParaRPr lang="en-GB" altLang="en-US"/>
          </a:p>
        </p:txBody>
      </p:sp>
      <p:sp>
        <p:nvSpPr>
          <p:cNvPr id="30723" name="Rectangle 3"/>
          <p:cNvSpPr>
            <a:spLocks noGrp="1" noChangeArrowheads="1"/>
          </p:cNvSpPr>
          <p:nvPr>
            <p:ph type="dt" idx="1"/>
          </p:nvPr>
        </p:nvSpPr>
        <p:spPr bwMode="auto">
          <a:xfrm>
            <a:off x="3977480" y="2"/>
            <a:ext cx="3042459" cy="465223"/>
          </a:xfrm>
          <a:prstGeom prst="rect">
            <a:avLst/>
          </a:prstGeom>
          <a:noFill/>
          <a:ln w="9525">
            <a:noFill/>
            <a:miter lim="800000"/>
            <a:headEnd/>
            <a:tailEnd/>
          </a:ln>
          <a:effectLst/>
        </p:spPr>
        <p:txBody>
          <a:bodyPr vert="horz" wrap="square" lIns="91690" tIns="45845" rIns="91690" bIns="45845" numCol="1" anchor="t" anchorCtr="0" compatLnSpc="1">
            <a:prstTxWarp prst="textNoShape">
              <a:avLst/>
            </a:prstTxWarp>
          </a:bodyPr>
          <a:lstStyle>
            <a:lvl1pPr algn="r" defTabSz="918469">
              <a:spcAft>
                <a:spcPct val="0"/>
              </a:spcAft>
              <a:buClrTx/>
              <a:buFontTx/>
              <a:buNone/>
              <a:defRPr sz="1200" b="0" i="0" smtClean="0">
                <a:latin typeface="新細明體" pitchFamily="18" charset="-120"/>
                <a:cs typeface="+mn-cs"/>
              </a:defRPr>
            </a:lvl1pPr>
          </a:lstStyle>
          <a:p>
            <a:pPr>
              <a:defRPr/>
            </a:pPr>
            <a:endParaRPr lang="en-GB" altLang="en-US"/>
          </a:p>
        </p:txBody>
      </p:sp>
      <p:sp>
        <p:nvSpPr>
          <p:cNvPr id="32772" name="Rectangle 4"/>
          <p:cNvSpPr>
            <a:spLocks noGrp="1" noRot="1" noChangeAspect="1" noChangeArrowheads="1" noTextEdit="1"/>
          </p:cNvSpPr>
          <p:nvPr>
            <p:ph type="sldImg" idx="2"/>
          </p:nvPr>
        </p:nvSpPr>
        <p:spPr bwMode="auto">
          <a:xfrm>
            <a:off x="1190625" y="698500"/>
            <a:ext cx="4656138" cy="3490913"/>
          </a:xfrm>
          <a:prstGeom prst="rect">
            <a:avLst/>
          </a:prstGeom>
          <a:noFill/>
          <a:ln w="9525">
            <a:solidFill>
              <a:srgbClr val="000000"/>
            </a:solidFill>
            <a:miter lim="800000"/>
            <a:headEnd/>
            <a:tailEnd/>
          </a:ln>
        </p:spPr>
      </p:sp>
      <p:sp>
        <p:nvSpPr>
          <p:cNvPr id="30725" name="Rectangle 5"/>
          <p:cNvSpPr>
            <a:spLocks noGrp="1" noChangeArrowheads="1"/>
          </p:cNvSpPr>
          <p:nvPr>
            <p:ph type="body" sz="quarter" idx="3"/>
          </p:nvPr>
        </p:nvSpPr>
        <p:spPr bwMode="auto">
          <a:xfrm>
            <a:off x="936654" y="4421842"/>
            <a:ext cx="5146638" cy="4184025"/>
          </a:xfrm>
          <a:prstGeom prst="rect">
            <a:avLst/>
          </a:prstGeom>
          <a:noFill/>
          <a:ln w="9525">
            <a:noFill/>
            <a:miter lim="800000"/>
            <a:headEnd/>
            <a:tailEnd/>
          </a:ln>
          <a:effectLst/>
        </p:spPr>
        <p:txBody>
          <a:bodyPr vert="horz" wrap="square" lIns="91690" tIns="45845" rIns="91690" bIns="45845" numCol="1" anchor="t" anchorCtr="0" compatLnSpc="1">
            <a:prstTxWarp prst="textNoShape">
              <a:avLst/>
            </a:prstTxWarp>
          </a:bodyPr>
          <a:lstStyle/>
          <a:p>
            <a:pPr lvl="0"/>
            <a:r>
              <a:rPr lang="en-GB" altLang="en-US" noProof="0"/>
              <a:t>Click to edit Master text styles</a:t>
            </a:r>
          </a:p>
          <a:p>
            <a:pPr lvl="1"/>
            <a:r>
              <a:rPr lang="en-GB" altLang="en-US" noProof="0"/>
              <a:t>Second level</a:t>
            </a:r>
          </a:p>
          <a:p>
            <a:pPr lvl="2"/>
            <a:r>
              <a:rPr lang="en-GB" altLang="en-US" noProof="0"/>
              <a:t>Third level</a:t>
            </a:r>
          </a:p>
          <a:p>
            <a:pPr lvl="3"/>
            <a:r>
              <a:rPr lang="en-GB" altLang="en-US" noProof="0"/>
              <a:t>Fourth level</a:t>
            </a:r>
          </a:p>
          <a:p>
            <a:pPr lvl="4"/>
            <a:r>
              <a:rPr lang="en-GB" altLang="en-US" noProof="0"/>
              <a:t>Fifth level</a:t>
            </a:r>
          </a:p>
        </p:txBody>
      </p:sp>
      <p:sp>
        <p:nvSpPr>
          <p:cNvPr id="30726" name="Rectangle 6"/>
          <p:cNvSpPr>
            <a:spLocks noGrp="1" noChangeArrowheads="1"/>
          </p:cNvSpPr>
          <p:nvPr>
            <p:ph type="ftr" sz="quarter" idx="4"/>
          </p:nvPr>
        </p:nvSpPr>
        <p:spPr bwMode="auto">
          <a:xfrm>
            <a:off x="8" y="8840711"/>
            <a:ext cx="3042459" cy="465223"/>
          </a:xfrm>
          <a:prstGeom prst="rect">
            <a:avLst/>
          </a:prstGeom>
          <a:noFill/>
          <a:ln w="9525">
            <a:noFill/>
            <a:miter lim="800000"/>
            <a:headEnd/>
            <a:tailEnd/>
          </a:ln>
          <a:effectLst/>
        </p:spPr>
        <p:txBody>
          <a:bodyPr vert="horz" wrap="square" lIns="91690" tIns="45845" rIns="91690" bIns="45845" numCol="1" anchor="b" anchorCtr="0" compatLnSpc="1">
            <a:prstTxWarp prst="textNoShape">
              <a:avLst/>
            </a:prstTxWarp>
          </a:bodyPr>
          <a:lstStyle>
            <a:lvl1pPr algn="l" defTabSz="918469">
              <a:spcAft>
                <a:spcPct val="0"/>
              </a:spcAft>
              <a:buClrTx/>
              <a:buFontTx/>
              <a:buNone/>
              <a:defRPr sz="1200" b="0" i="0" smtClean="0">
                <a:latin typeface="新細明體" pitchFamily="18" charset="-120"/>
                <a:cs typeface="+mn-cs"/>
              </a:defRPr>
            </a:lvl1pPr>
          </a:lstStyle>
          <a:p>
            <a:pPr>
              <a:defRPr/>
            </a:pPr>
            <a:endParaRPr lang="en-GB" altLang="en-US"/>
          </a:p>
        </p:txBody>
      </p:sp>
      <p:sp>
        <p:nvSpPr>
          <p:cNvPr id="30727" name="Rectangle 7"/>
          <p:cNvSpPr>
            <a:spLocks noGrp="1" noChangeArrowheads="1"/>
          </p:cNvSpPr>
          <p:nvPr>
            <p:ph type="sldNum" sz="quarter" idx="5"/>
          </p:nvPr>
        </p:nvSpPr>
        <p:spPr bwMode="auto">
          <a:xfrm>
            <a:off x="3977480" y="8840711"/>
            <a:ext cx="3042459" cy="465223"/>
          </a:xfrm>
          <a:prstGeom prst="rect">
            <a:avLst/>
          </a:prstGeom>
          <a:noFill/>
          <a:ln w="9525">
            <a:noFill/>
            <a:miter lim="800000"/>
            <a:headEnd/>
            <a:tailEnd/>
          </a:ln>
          <a:effectLst/>
        </p:spPr>
        <p:txBody>
          <a:bodyPr vert="horz" wrap="square" lIns="91690" tIns="45845" rIns="91690" bIns="45845" numCol="1" anchor="b" anchorCtr="0" compatLnSpc="1">
            <a:prstTxWarp prst="textNoShape">
              <a:avLst/>
            </a:prstTxWarp>
          </a:bodyPr>
          <a:lstStyle>
            <a:lvl1pPr algn="r" defTabSz="918469">
              <a:spcAft>
                <a:spcPct val="0"/>
              </a:spcAft>
              <a:buClrTx/>
              <a:buFontTx/>
              <a:buNone/>
              <a:defRPr i="0">
                <a:latin typeface="PMingLiU" pitchFamily="18" charset="-120"/>
              </a:defRPr>
            </a:lvl1pPr>
          </a:lstStyle>
          <a:p>
            <a:fld id="{79CFCEB6-509A-497D-BC33-906A4DFAECB7}" type="slidenum">
              <a:rPr lang="en-GB" altLang="en-US"/>
              <a:pPr/>
              <a:t>‹#›</a:t>
            </a:fld>
            <a:endParaRPr lang="en-GB" altLang="en-US"/>
          </a:p>
        </p:txBody>
      </p:sp>
    </p:spTree>
    <p:extLst>
      <p:ext uri="{BB962C8B-B14F-4D97-AF65-F5344CB8AC3E}">
        <p14:creationId xmlns:p14="http://schemas.microsoft.com/office/powerpoint/2010/main" val="28440386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Arial" charset="0"/>
      </a:defRPr>
    </a:lvl1pPr>
    <a:lvl2pPr marL="457152" algn="l" rtl="0" eaLnBrk="0" fontAlgn="base" hangingPunct="0">
      <a:spcBef>
        <a:spcPct val="30000"/>
      </a:spcBef>
      <a:spcAft>
        <a:spcPct val="0"/>
      </a:spcAft>
      <a:defRPr sz="1200" kern="1200">
        <a:solidFill>
          <a:schemeClr val="tx1"/>
        </a:solidFill>
        <a:latin typeface="Times" pitchFamily="18" charset="0"/>
        <a:ea typeface="+mn-ea"/>
        <a:cs typeface="Arial" charset="0"/>
      </a:defRPr>
    </a:lvl2pPr>
    <a:lvl3pPr marL="914303" algn="l" rtl="0" eaLnBrk="0" fontAlgn="base" hangingPunct="0">
      <a:spcBef>
        <a:spcPct val="30000"/>
      </a:spcBef>
      <a:spcAft>
        <a:spcPct val="0"/>
      </a:spcAft>
      <a:defRPr sz="1200" kern="1200">
        <a:solidFill>
          <a:schemeClr val="tx1"/>
        </a:solidFill>
        <a:latin typeface="Times" pitchFamily="18" charset="0"/>
        <a:ea typeface="+mn-ea"/>
        <a:cs typeface="Arial" charset="0"/>
      </a:defRPr>
    </a:lvl3pPr>
    <a:lvl4pPr marL="1371455" algn="l" rtl="0" eaLnBrk="0" fontAlgn="base" hangingPunct="0">
      <a:spcBef>
        <a:spcPct val="30000"/>
      </a:spcBef>
      <a:spcAft>
        <a:spcPct val="0"/>
      </a:spcAft>
      <a:defRPr sz="1200" kern="1200">
        <a:solidFill>
          <a:schemeClr val="tx1"/>
        </a:solidFill>
        <a:latin typeface="Times" pitchFamily="18" charset="0"/>
        <a:ea typeface="+mn-ea"/>
        <a:cs typeface="Arial" charset="0"/>
      </a:defRPr>
    </a:lvl4pPr>
    <a:lvl5pPr marL="1828606" algn="l" rtl="0" eaLnBrk="0" fontAlgn="base" hangingPunct="0">
      <a:spcBef>
        <a:spcPct val="30000"/>
      </a:spcBef>
      <a:spcAft>
        <a:spcPct val="0"/>
      </a:spcAft>
      <a:defRPr sz="1200" kern="1200">
        <a:solidFill>
          <a:schemeClr val="tx1"/>
        </a:solidFill>
        <a:latin typeface="Times" pitchFamily="18" charset="0"/>
        <a:ea typeface="+mn-ea"/>
        <a:cs typeface="Arial" charset="0"/>
      </a:defRPr>
    </a:lvl5pPr>
    <a:lvl6pPr marL="2285758" algn="l" defTabSz="914303" rtl="0" eaLnBrk="1" latinLnBrk="0" hangingPunct="1">
      <a:defRPr sz="1200" kern="1200">
        <a:solidFill>
          <a:schemeClr val="tx1"/>
        </a:solidFill>
        <a:latin typeface="+mn-lt"/>
        <a:ea typeface="+mn-ea"/>
        <a:cs typeface="+mn-cs"/>
      </a:defRPr>
    </a:lvl6pPr>
    <a:lvl7pPr marL="2742909" algn="l" defTabSz="914303" rtl="0" eaLnBrk="1" latinLnBrk="0" hangingPunct="1">
      <a:defRPr sz="1200" kern="1200">
        <a:solidFill>
          <a:schemeClr val="tx1"/>
        </a:solidFill>
        <a:latin typeface="+mn-lt"/>
        <a:ea typeface="+mn-ea"/>
        <a:cs typeface="+mn-cs"/>
      </a:defRPr>
    </a:lvl7pPr>
    <a:lvl8pPr marL="3200061" algn="l" defTabSz="914303" rtl="0" eaLnBrk="1" latinLnBrk="0" hangingPunct="1">
      <a:defRPr sz="1200" kern="1200">
        <a:solidFill>
          <a:schemeClr val="tx1"/>
        </a:solidFill>
        <a:latin typeface="+mn-lt"/>
        <a:ea typeface="+mn-ea"/>
        <a:cs typeface="+mn-cs"/>
      </a:defRPr>
    </a:lvl8pPr>
    <a:lvl9pPr marL="3657212" algn="l" defTabSz="91430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99CE3C65-B9EB-4BB3-AD27-51507FF40799}" type="slidenum">
              <a:rPr lang="en-GB" altLang="en-US"/>
              <a:pPr/>
              <a:t>28</a:t>
            </a:fld>
            <a:endParaRPr lang="en-GB" altLang="en-US"/>
          </a:p>
        </p:txBody>
      </p:sp>
      <p:sp>
        <p:nvSpPr>
          <p:cNvPr id="43011" name="Rectangle 2"/>
          <p:cNvSpPr>
            <a:spLocks noGrp="1" noRot="1" noChangeAspect="1" noChangeArrowheads="1" noTextEdit="1"/>
          </p:cNvSpPr>
          <p:nvPr>
            <p:ph type="sldImg"/>
          </p:nvPr>
        </p:nvSpPr>
        <p:spPr>
          <a:xfrm>
            <a:off x="1185863" y="695325"/>
            <a:ext cx="4660900" cy="3495675"/>
          </a:xfrm>
          <a:ln/>
        </p:spPr>
      </p:sp>
      <p:sp>
        <p:nvSpPr>
          <p:cNvPr id="43012" name="Rectangle 3"/>
          <p:cNvSpPr>
            <a:spLocks noGrp="1" noChangeArrowheads="1"/>
          </p:cNvSpPr>
          <p:nvPr>
            <p:ph type="body" idx="1"/>
          </p:nvPr>
        </p:nvSpPr>
        <p:spPr>
          <a:xfrm>
            <a:off x="936650" y="4417384"/>
            <a:ext cx="5146639" cy="4192944"/>
          </a:xfrm>
          <a:noFill/>
          <a:ln/>
        </p:spPr>
        <p:txBody>
          <a:bodyPr/>
          <a:lstStyle/>
          <a:p>
            <a:pPr eaLnBrk="1" hangingPunct="1"/>
            <a:endParaRPr lang="en-US" altLang="zh-CN">
              <a:cs typeface="Arial" pitchFamily="34" charset="0"/>
            </a:endParaRPr>
          </a:p>
        </p:txBody>
      </p:sp>
    </p:spTree>
    <p:extLst>
      <p:ext uri="{BB962C8B-B14F-4D97-AF65-F5344CB8AC3E}">
        <p14:creationId xmlns:p14="http://schemas.microsoft.com/office/powerpoint/2010/main" val="41077264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jpe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jpe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61" descr="PPT cover"/>
          <p:cNvPicPr>
            <a:picLocks noChangeAspect="1" noChangeArrowheads="1"/>
          </p:cNvPicPr>
          <p:nvPr/>
        </p:nvPicPr>
        <p:blipFill>
          <a:blip r:embed="rId2" cstate="print"/>
          <a:srcRect/>
          <a:stretch>
            <a:fillRect/>
          </a:stretch>
        </p:blipFill>
        <p:spPr bwMode="auto">
          <a:xfrm>
            <a:off x="0" y="1828801"/>
            <a:ext cx="9144000" cy="3200400"/>
          </a:xfrm>
          <a:prstGeom prst="rect">
            <a:avLst/>
          </a:prstGeom>
          <a:noFill/>
          <a:ln w="9525">
            <a:noFill/>
            <a:miter lim="800000"/>
            <a:headEnd/>
            <a:tailEnd/>
          </a:ln>
        </p:spPr>
      </p:pic>
      <p:pic>
        <p:nvPicPr>
          <p:cNvPr id="6" name="Picture 68"/>
          <p:cNvPicPr>
            <a:picLocks noChangeAspect="1" noChangeArrowheads="1"/>
          </p:cNvPicPr>
          <p:nvPr userDrawn="1"/>
        </p:nvPicPr>
        <p:blipFill>
          <a:blip r:embed="rId3" cstate="print"/>
          <a:srcRect/>
          <a:stretch>
            <a:fillRect/>
          </a:stretch>
        </p:blipFill>
        <p:spPr bwMode="auto">
          <a:xfrm>
            <a:off x="7445383" y="6280151"/>
            <a:ext cx="1089025" cy="317500"/>
          </a:xfrm>
          <a:prstGeom prst="rect">
            <a:avLst/>
          </a:prstGeom>
          <a:noFill/>
          <a:ln w="9525">
            <a:noFill/>
            <a:miter lim="800000"/>
            <a:headEnd/>
            <a:tailEnd/>
          </a:ln>
        </p:spPr>
      </p:pic>
      <p:sp>
        <p:nvSpPr>
          <p:cNvPr id="35842" name="Rectangle 2"/>
          <p:cNvSpPr>
            <a:spLocks noGrp="1" noChangeArrowheads="1"/>
          </p:cNvSpPr>
          <p:nvPr>
            <p:ph type="ctrTitle"/>
          </p:nvPr>
        </p:nvSpPr>
        <p:spPr>
          <a:xfrm>
            <a:off x="685801" y="2501349"/>
            <a:ext cx="7848600" cy="584767"/>
          </a:xfrm>
        </p:spPr>
        <p:txBody>
          <a:bodyPr lIns="91430" rIns="91430" anchor="t" anchorCtr="0"/>
          <a:lstStyle>
            <a:lvl1pPr algn="r">
              <a:spcAft>
                <a:spcPct val="50000"/>
              </a:spcAft>
              <a:defRPr sz="3200">
                <a:solidFill>
                  <a:schemeClr val="bg1"/>
                </a:solidFill>
                <a:latin typeface="+mn-lt"/>
                <a:ea typeface="+mn-ea"/>
              </a:defRPr>
            </a:lvl1pPr>
          </a:lstStyle>
          <a:p>
            <a:r>
              <a:rPr lang="en-GB" altLang="en-US"/>
              <a:t>Click to edit Master title style</a:t>
            </a:r>
          </a:p>
        </p:txBody>
      </p:sp>
      <p:sp>
        <p:nvSpPr>
          <p:cNvPr id="35856" name="Rectangle 16"/>
          <p:cNvSpPr>
            <a:spLocks noGrp="1" noChangeArrowheads="1"/>
          </p:cNvSpPr>
          <p:nvPr>
            <p:ph type="subTitle" idx="1"/>
          </p:nvPr>
        </p:nvSpPr>
        <p:spPr>
          <a:xfrm>
            <a:off x="2562233" y="3962400"/>
            <a:ext cx="5972175" cy="609600"/>
          </a:xfrm>
        </p:spPr>
        <p:txBody>
          <a:bodyPr lIns="91430" rIns="91430" anchor="b" anchorCtr="0"/>
          <a:lstStyle>
            <a:lvl1pPr marL="0" indent="0" algn="r">
              <a:buFont typeface="Wingdings" pitchFamily="2" charset="2"/>
              <a:buNone/>
              <a:defRPr sz="2400" b="1">
                <a:solidFill>
                  <a:schemeClr val="bg1"/>
                </a:solidFill>
                <a:latin typeface="+mn-lt"/>
                <a:ea typeface="+mn-ea"/>
              </a:defRPr>
            </a:lvl1pPr>
          </a:lstStyle>
          <a:p>
            <a:r>
              <a:rPr lang="en-GB" altLang="en-US"/>
              <a:t>Click to edit</a:t>
            </a:r>
          </a:p>
        </p:txBody>
      </p:sp>
      <p:sp>
        <p:nvSpPr>
          <p:cNvPr id="8" name="Text Box 52"/>
          <p:cNvSpPr txBox="1">
            <a:spLocks noChangeArrowheads="1"/>
          </p:cNvSpPr>
          <p:nvPr userDrawn="1"/>
        </p:nvSpPr>
        <p:spPr bwMode="auto">
          <a:xfrm>
            <a:off x="663576" y="6241750"/>
            <a:ext cx="6705600" cy="374950"/>
          </a:xfrm>
          <a:prstGeom prst="rect">
            <a:avLst/>
          </a:prstGeom>
          <a:noFill/>
          <a:ln w="9525">
            <a:noFill/>
            <a:miter lim="800000"/>
            <a:headEnd/>
            <a:tailEnd/>
          </a:ln>
          <a:effectLst/>
        </p:spPr>
        <p:txBody>
          <a:bodyPr lIns="45716" tIns="45716" rIns="45716" bIns="45716" anchor="b">
            <a:spAutoFit/>
          </a:bodyPr>
          <a:lstStyle/>
          <a:p>
            <a:pPr>
              <a:spcAft>
                <a:spcPct val="0"/>
              </a:spcAft>
              <a:buClrTx/>
              <a:buFontTx/>
              <a:buNone/>
            </a:pPr>
            <a:r>
              <a:rPr lang="en-US" altLang="zh-CN" sz="900" i="0" dirty="0" err="1">
                <a:latin typeface="+mn-lt"/>
                <a:ea typeface="+mn-ea"/>
              </a:rPr>
              <a:t>声明</a:t>
            </a:r>
            <a:r>
              <a:rPr lang="en-US" altLang="zh-CN" sz="900" i="0" dirty="0">
                <a:latin typeface="+mn-lt"/>
                <a:ea typeface="+mn-ea"/>
              </a:rPr>
              <a:t> - 本介绍所刊载之内容，只供收件人查阅，收件人必需严密保管。本介绍所刊载统计资料均摘录于公开资料，本介绍所提供的意见均属诚恳之意见，因此我们对有关本介绍之内容并不负任何法律责任。</a:t>
            </a:r>
            <a:endParaRPr lang="en-GB" altLang="en-US" sz="900" i="0" dirty="0">
              <a:latin typeface="+mn-lt"/>
              <a:ea typeface="+mn-ea"/>
            </a:endParaRPr>
          </a:p>
        </p:txBody>
      </p:sp>
      <p:sp>
        <p:nvSpPr>
          <p:cNvPr id="9" name="Text Box 8">
            <a:extLst>
              <a:ext uri="{FF2B5EF4-FFF2-40B4-BE49-F238E27FC236}">
                <a16:creationId xmlns:a16="http://schemas.microsoft.com/office/drawing/2014/main" id="{543162E5-CE12-454D-BCE2-5E0093719641}"/>
              </a:ext>
            </a:extLst>
          </p:cNvPr>
          <p:cNvSpPr txBox="1">
            <a:spLocks noChangeArrowheads="1"/>
          </p:cNvSpPr>
          <p:nvPr userDrawn="1"/>
        </p:nvSpPr>
        <p:spPr bwMode="auto">
          <a:xfrm>
            <a:off x="6216650" y="259822"/>
            <a:ext cx="2286000" cy="169277"/>
          </a:xfrm>
          <a:prstGeom prst="rect">
            <a:avLst/>
          </a:prstGeom>
          <a:noFill/>
          <a:ln w="9525" algn="ctr">
            <a:noFill/>
            <a:miter lim="800000"/>
            <a:headEnd/>
            <a:tailEnd/>
          </a:ln>
        </p:spPr>
        <p:txBody>
          <a:bodyPr lIns="0" tIns="0" rIns="0" bIns="0">
            <a:spAutoFit/>
          </a:bodyPr>
          <a:lstStyle/>
          <a:p>
            <a:pPr algn="r"/>
            <a:r>
              <a:rPr lang="zh-TW" altLang="en-US" sz="1100" b="0" i="1">
                <a:solidFill>
                  <a:schemeClr val="accent1"/>
                </a:solidFill>
                <a:latin typeface="+mj-ea"/>
                <a:ea typeface="+mj-ea"/>
                <a:cs typeface="DFKaiShuW5-B5" pitchFamily="65" charset="-128"/>
              </a:rPr>
              <a:t>严格保密</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58952" y="3276600"/>
            <a:ext cx="7699248" cy="492434"/>
          </a:xfrm>
        </p:spPr>
        <p:txBody>
          <a:bodyPr anchor="t"/>
          <a:lstStyle>
            <a:lvl1pPr algn="r">
              <a:defRPr sz="2600" b="1" cap="none" baseline="0">
                <a:latin typeface="+mn-lt"/>
                <a:ea typeface="+mn-ea"/>
              </a:defRPr>
            </a:lvl1pPr>
          </a:lstStyle>
          <a:p>
            <a:r>
              <a:rPr lang="en-US"/>
              <a:t>Click to edit Master title style</a:t>
            </a:r>
          </a:p>
        </p:txBody>
      </p:sp>
      <p:sp>
        <p:nvSpPr>
          <p:cNvPr id="3" name="Text Placeholder 2"/>
          <p:cNvSpPr>
            <a:spLocks noGrp="1"/>
          </p:cNvSpPr>
          <p:nvPr>
            <p:ph type="body" idx="1"/>
          </p:nvPr>
        </p:nvSpPr>
        <p:spPr>
          <a:xfrm>
            <a:off x="758952" y="2784166"/>
            <a:ext cx="7699248" cy="492434"/>
          </a:xfrm>
        </p:spPr>
        <p:txBody>
          <a:bodyPr anchor="b">
            <a:spAutoFit/>
          </a:bodyPr>
          <a:lstStyle>
            <a:lvl1pPr marL="0" indent="0" algn="r">
              <a:buNone/>
              <a:defRPr sz="2600" b="1">
                <a:latin typeface="+mn-lt"/>
                <a:ea typeface="+mn-ea"/>
              </a:defRPr>
            </a:lvl1pPr>
            <a:lvl2pPr marL="457152" indent="0">
              <a:buNone/>
              <a:defRPr sz="1800"/>
            </a:lvl2pPr>
            <a:lvl3pPr marL="914303" indent="0">
              <a:buNone/>
              <a:defRPr sz="1600"/>
            </a:lvl3pPr>
            <a:lvl4pPr marL="1371455" indent="0">
              <a:buNone/>
              <a:defRPr sz="1400"/>
            </a:lvl4pPr>
            <a:lvl5pPr marL="1828606" indent="0">
              <a:buNone/>
              <a:defRPr sz="1400"/>
            </a:lvl5pPr>
            <a:lvl6pPr marL="2285758" indent="0">
              <a:buNone/>
              <a:defRPr sz="1400"/>
            </a:lvl6pPr>
            <a:lvl7pPr marL="2742909" indent="0">
              <a:buNone/>
              <a:defRPr sz="1400"/>
            </a:lvl7pPr>
            <a:lvl8pPr marL="3200061" indent="0">
              <a:buNone/>
              <a:defRPr sz="1400"/>
            </a:lvl8pPr>
            <a:lvl9pPr marL="3657212" indent="0">
              <a:buNone/>
              <a:defRPr sz="1400"/>
            </a:lvl9pPr>
          </a:lstStyle>
          <a:p>
            <a:pPr lvl="0"/>
            <a:r>
              <a:rPr lang="en-US"/>
              <a:t>Click to edit Master text styles</a:t>
            </a:r>
          </a:p>
        </p:txBody>
      </p:sp>
      <p:sp>
        <p:nvSpPr>
          <p:cNvPr id="4" name="Rectangle 45"/>
          <p:cNvSpPr>
            <a:spLocks noGrp="1" noChangeArrowheads="1"/>
          </p:cNvSpPr>
          <p:nvPr>
            <p:ph type="sldNum" sz="quarter" idx="10"/>
          </p:nvPr>
        </p:nvSpPr>
        <p:spPr>
          <a:ln/>
        </p:spPr>
        <p:txBody>
          <a:bodyPr/>
          <a:lstStyle>
            <a:lvl1pPr>
              <a:defRPr>
                <a:latin typeface="+mn-lt"/>
                <a:ea typeface="+mn-ea"/>
              </a:defRPr>
            </a:lvl1pPr>
          </a:lstStyle>
          <a:p>
            <a:pPr>
              <a:defRPr/>
            </a:pPr>
            <a:fld id="{93668C94-48F6-45B0-9EED-4AB0D089AC8A}" type="slidenum">
              <a:rPr lang="en-US" altLang="en-US" smtClean="0"/>
              <a:pPr>
                <a:defRPr/>
              </a:pPr>
              <a:t>‹#›</a:t>
            </a:fld>
            <a:endParaRPr lang="en-US" altLang="en-US"/>
          </a:p>
        </p:txBody>
      </p:sp>
      <p:sp>
        <p:nvSpPr>
          <p:cNvPr id="5" name="Line 3"/>
          <p:cNvSpPr>
            <a:spLocks noChangeShapeType="1"/>
          </p:cNvSpPr>
          <p:nvPr userDrawn="1"/>
        </p:nvSpPr>
        <p:spPr bwMode="auto">
          <a:xfrm>
            <a:off x="762000" y="3276600"/>
            <a:ext cx="7696200" cy="0"/>
          </a:xfrm>
          <a:prstGeom prst="line">
            <a:avLst/>
          </a:prstGeom>
          <a:noFill/>
          <a:ln w="9525">
            <a:solidFill>
              <a:schemeClr val="tx1"/>
            </a:solidFill>
            <a:round/>
            <a:headEnd/>
            <a:tailEnd/>
          </a:ln>
        </p:spPr>
        <p:txBody>
          <a:bodyPr wrap="none" lIns="91430" tIns="45716" rIns="91430" bIns="45716" anchor="ctr"/>
          <a:lstStyle/>
          <a:p>
            <a:endParaRPr lang="en-US">
              <a:latin typeface="+mn-lt"/>
              <a:ea typeface="+mn-e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63575" y="489692"/>
            <a:ext cx="7845552" cy="469159"/>
          </a:xfrm>
        </p:spPr>
        <p:txBody>
          <a:bodyPr/>
          <a:lstStyle>
            <a:lvl1pPr>
              <a:defRPr>
                <a:latin typeface="+mn-lt"/>
                <a:ea typeface="+mn-ea"/>
              </a:defRPr>
            </a:lvl1pPr>
          </a:lstStyle>
          <a:p>
            <a:r>
              <a:rPr lang="en-US"/>
              <a:t>Click to edit Master title style</a:t>
            </a:r>
          </a:p>
        </p:txBody>
      </p:sp>
      <p:sp>
        <p:nvSpPr>
          <p:cNvPr id="3" name="Content Placeholder 2"/>
          <p:cNvSpPr>
            <a:spLocks noGrp="1"/>
          </p:cNvSpPr>
          <p:nvPr>
            <p:ph idx="1"/>
          </p:nvPr>
        </p:nvSpPr>
        <p:spPr/>
        <p:txBody>
          <a:bodyPr/>
          <a:lstStyle>
            <a:lvl1pPr>
              <a:spcBef>
                <a:spcPts val="300"/>
              </a:spcBef>
              <a:spcAft>
                <a:spcPts val="300"/>
              </a:spcAft>
              <a:defRPr>
                <a:latin typeface="+mn-lt"/>
                <a:ea typeface="+mn-ea"/>
              </a:defRPr>
            </a:lvl1pPr>
            <a:lvl2pPr>
              <a:spcBef>
                <a:spcPts val="300"/>
              </a:spcBef>
              <a:spcAft>
                <a:spcPts val="300"/>
              </a:spcAft>
              <a:defRPr>
                <a:latin typeface="+mn-lt"/>
                <a:ea typeface="+mn-ea"/>
              </a:defRPr>
            </a:lvl2pPr>
            <a:lvl3pPr>
              <a:spcBef>
                <a:spcPts val="300"/>
              </a:spcBef>
              <a:spcAft>
                <a:spcPts val="300"/>
              </a:spcAft>
              <a:defRPr>
                <a:latin typeface="+mn-lt"/>
                <a:ea typeface="+mn-ea"/>
              </a:defRPr>
            </a:lvl3pPr>
            <a:lvl4pPr>
              <a:spcBef>
                <a:spcPts val="300"/>
              </a:spcBef>
              <a:spcAft>
                <a:spcPts val="300"/>
              </a:spcAft>
              <a:defRPr>
                <a:latin typeface="+mn-lt"/>
                <a:ea typeface="+mn-ea"/>
              </a:defRPr>
            </a:lvl4pPr>
            <a:lvl5pPr>
              <a:spcBef>
                <a:spcPts val="300"/>
              </a:spcBef>
              <a:spcAft>
                <a:spcPts val="300"/>
              </a:spcAft>
              <a:defRPr>
                <a:latin typeface="+mn-lt"/>
                <a:ea typeface="+mn-ea"/>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5"/>
          <p:cNvSpPr>
            <a:spLocks noGrp="1" noChangeArrowheads="1"/>
          </p:cNvSpPr>
          <p:nvPr>
            <p:ph type="sldNum" sz="quarter" idx="10"/>
          </p:nvPr>
        </p:nvSpPr>
        <p:spPr>
          <a:ln/>
        </p:spPr>
        <p:txBody>
          <a:bodyPr/>
          <a:lstStyle>
            <a:lvl1pPr>
              <a:defRPr>
                <a:latin typeface="+mn-lt"/>
                <a:ea typeface="+mn-ea"/>
              </a:defRPr>
            </a:lvl1pPr>
          </a:lstStyle>
          <a:p>
            <a:pPr>
              <a:defRPr/>
            </a:pPr>
            <a:fld id="{AA5C1C56-EA11-41C7-933F-2D33B9636297}" type="slidenum">
              <a:rPr lang="en-US" altLang="en-US" smtClean="0"/>
              <a:pPr>
                <a:defRPr/>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n-lt"/>
                <a:ea typeface="+mn-ea"/>
              </a:defRPr>
            </a:lvl1pPr>
          </a:lstStyle>
          <a:p>
            <a:r>
              <a:rPr lang="en-US"/>
              <a:t>Click to edit Master title style</a:t>
            </a:r>
          </a:p>
        </p:txBody>
      </p:sp>
      <p:sp>
        <p:nvSpPr>
          <p:cNvPr id="3" name="Rectangle 45"/>
          <p:cNvSpPr>
            <a:spLocks noGrp="1" noChangeArrowheads="1"/>
          </p:cNvSpPr>
          <p:nvPr>
            <p:ph type="sldNum" sz="quarter" idx="10"/>
          </p:nvPr>
        </p:nvSpPr>
        <p:spPr>
          <a:ln/>
        </p:spPr>
        <p:txBody>
          <a:bodyPr/>
          <a:lstStyle>
            <a:lvl1pPr>
              <a:defRPr>
                <a:latin typeface="+mn-lt"/>
                <a:ea typeface="+mn-ea"/>
              </a:defRPr>
            </a:lvl1pPr>
          </a:lstStyle>
          <a:p>
            <a:pPr>
              <a:defRPr/>
            </a:pPr>
            <a:fld id="{17AE90FD-2A67-4F1C-8A5E-6FE36A4F61F0}" type="slidenum">
              <a:rPr lang="en-US" altLang="en-US" smtClean="0"/>
              <a:pPr>
                <a:defRPr/>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sp>
        <p:nvSpPr>
          <p:cNvPr id="403459" name="Rectangle 3"/>
          <p:cNvSpPr>
            <a:spLocks noGrp="1" noChangeArrowheads="1"/>
          </p:cNvSpPr>
          <p:nvPr>
            <p:ph type="ctrTitle" hasCustomPrompt="1"/>
          </p:nvPr>
        </p:nvSpPr>
        <p:spPr>
          <a:xfrm>
            <a:off x="423500" y="1164450"/>
            <a:ext cx="7052769" cy="397801"/>
          </a:xfrm>
        </p:spPr>
        <p:txBody>
          <a:bodyPr vert="horz" wrap="square" lIns="0" tIns="0" rIns="0" bIns="0" rtlCol="0" anchor="b" anchorCtr="0">
            <a:spAutoFit/>
          </a:bodyPr>
          <a:lstStyle>
            <a:lvl1pPr>
              <a:defRPr lang="en-GB" altLang="en-US" sz="2585" dirty="0">
                <a:solidFill>
                  <a:schemeClr val="tx2"/>
                </a:solidFill>
                <a:latin typeface="Arial" panose="020B0604020202020204" pitchFamily="34" charset="0"/>
                <a:cs typeface="Arial" panose="020B0604020202020204" pitchFamily="34" charset="0"/>
              </a:defRPr>
            </a:lvl1pPr>
          </a:lstStyle>
          <a:p>
            <a:pPr marL="0" lvl="0"/>
            <a:r>
              <a:rPr lang="en-GB" altLang="en-US"/>
              <a:t>[Presentation title]</a:t>
            </a:r>
          </a:p>
        </p:txBody>
      </p:sp>
      <p:sp>
        <p:nvSpPr>
          <p:cNvPr id="403460" name="Rectangle 4"/>
          <p:cNvSpPr>
            <a:spLocks noGrp="1" noChangeArrowheads="1"/>
          </p:cNvSpPr>
          <p:nvPr>
            <p:ph type="subTitle" idx="1" hasCustomPrompt="1"/>
          </p:nvPr>
        </p:nvSpPr>
        <p:spPr>
          <a:xfrm>
            <a:off x="423500" y="1731697"/>
            <a:ext cx="5366238" cy="320985"/>
          </a:xfrm>
          <a:prstGeom prst="rect">
            <a:avLst/>
          </a:prstGeom>
        </p:spPr>
        <p:txBody>
          <a:bodyPr vert="horz" lIns="0" tIns="36576" rIns="0" bIns="0" rtlCol="0">
            <a:spAutoFit/>
          </a:bodyPr>
          <a:lstStyle>
            <a:lvl1pPr marL="0" indent="-316531">
              <a:buNone/>
              <a:defRPr lang="en-GB" altLang="en-US" sz="1846" dirty="0">
                <a:latin typeface="Arial" panose="020B0604020202020204" pitchFamily="34" charset="0"/>
                <a:cs typeface="Arial" panose="020B0604020202020204" pitchFamily="34" charset="0"/>
              </a:defRPr>
            </a:lvl1pPr>
          </a:lstStyle>
          <a:p>
            <a:pPr lvl="0" indent="0"/>
            <a:r>
              <a:rPr lang="en-GB" altLang="en-US"/>
              <a:t>[Subtitle]</a:t>
            </a:r>
          </a:p>
        </p:txBody>
      </p:sp>
      <p:sp>
        <p:nvSpPr>
          <p:cNvPr id="3" name="Text Placeholder 2"/>
          <p:cNvSpPr>
            <a:spLocks noGrp="1"/>
          </p:cNvSpPr>
          <p:nvPr>
            <p:ph type="body" sz="quarter" idx="10" hasCustomPrompt="1"/>
          </p:nvPr>
        </p:nvSpPr>
        <p:spPr>
          <a:xfrm>
            <a:off x="423500" y="2177612"/>
            <a:ext cx="5366238" cy="278718"/>
          </a:xfrm>
        </p:spPr>
        <p:txBody>
          <a:bodyPr lIns="0">
            <a:normAutofit/>
          </a:bodyPr>
          <a:lstStyle>
            <a:lvl1pPr marL="0" indent="0">
              <a:buNone/>
              <a:defRPr sz="1108">
                <a:latin typeface="Arial" panose="020B0604020202020204" pitchFamily="34" charset="0"/>
                <a:cs typeface="Arial" panose="020B0604020202020204" pitchFamily="34" charset="0"/>
              </a:defRPr>
            </a:lvl1pPr>
          </a:lstStyle>
          <a:p>
            <a:pPr lvl="0"/>
            <a:r>
              <a:rPr lang="en-GB"/>
              <a:t>[DATE]</a:t>
            </a:r>
            <a:endParaRPr lang="en-US"/>
          </a:p>
        </p:txBody>
      </p:sp>
      <p:pic>
        <p:nvPicPr>
          <p:cNvPr id="8" name="Picture 7"/>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428" t="37139" r="17" b="8642"/>
          <a:stretch/>
        </p:blipFill>
        <p:spPr>
          <a:xfrm flipH="1">
            <a:off x="-3" y="2812211"/>
            <a:ext cx="9144001" cy="4048647"/>
          </a:xfrm>
          <a:prstGeom prst="rect">
            <a:avLst/>
          </a:prstGeom>
          <a:noFill/>
          <a:ln>
            <a:noFill/>
          </a:ln>
        </p:spPr>
      </p:pic>
      <p:sp>
        <p:nvSpPr>
          <p:cNvPr id="9" name="Text Box 5"/>
          <p:cNvSpPr txBox="1">
            <a:spLocks noChangeArrowheads="1"/>
          </p:cNvSpPr>
          <p:nvPr userDrawn="1"/>
        </p:nvSpPr>
        <p:spPr bwMode="auto">
          <a:xfrm>
            <a:off x="356952" y="6537234"/>
            <a:ext cx="5410200" cy="215444"/>
          </a:xfrm>
          <a:prstGeom prst="rect">
            <a:avLst/>
          </a:prstGeom>
          <a:noFill/>
          <a:ln w="9525">
            <a:noFill/>
            <a:miter lim="800000"/>
            <a:headEnd/>
            <a:tailEnd/>
          </a:ln>
          <a:effectLst/>
        </p:spPr>
        <p:txBody>
          <a:bodyPr wrap="square" lIns="0" tIns="0" rIns="0" bIns="0">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pPr algn="l">
              <a:spcBef>
                <a:spcPct val="0"/>
              </a:spcBef>
            </a:pPr>
            <a:r>
              <a:rPr lang="zh-TW" altLang="en-US" sz="700" b="0" dirty="0">
                <a:solidFill>
                  <a:srgbClr val="000000"/>
                </a:solidFill>
                <a:latin typeface="KaiTi" panose="02010609060101010101" pitchFamily="49" charset="-122"/>
                <a:ea typeface="KaiTi" panose="02010609060101010101" pitchFamily="49" charset="-122"/>
                <a:cs typeface="DFKaiShu-GB5" pitchFamily="65" charset="-128"/>
              </a:rPr>
              <a:t>聲</a:t>
            </a:r>
            <a:r>
              <a:rPr lang="zh-CN" altLang="en-US" sz="700" b="0" dirty="0">
                <a:solidFill>
                  <a:srgbClr val="000000"/>
                </a:solidFill>
                <a:latin typeface="KaiTi" panose="02010609060101010101" pitchFamily="49" charset="-122"/>
                <a:ea typeface="KaiTi" panose="02010609060101010101" pitchFamily="49" charset="-122"/>
                <a:cs typeface="DFKaiShu-GB5" pitchFamily="65" charset="-128"/>
              </a:rPr>
              <a:t>明</a:t>
            </a:r>
            <a:r>
              <a:rPr lang="en-US" altLang="zh-CN" sz="700" b="0" dirty="0">
                <a:solidFill>
                  <a:srgbClr val="000000"/>
                </a:solidFill>
                <a:latin typeface="KaiTi" panose="02010609060101010101" pitchFamily="49" charset="-122"/>
                <a:ea typeface="KaiTi" panose="02010609060101010101" pitchFamily="49" charset="-122"/>
                <a:cs typeface="DFKaiShu-GB5" pitchFamily="65" charset="-128"/>
              </a:rPr>
              <a:t>-</a:t>
            </a:r>
            <a:r>
              <a:rPr lang="zh-TW" altLang="en-US" sz="700" b="0" dirty="0">
                <a:solidFill>
                  <a:srgbClr val="000000"/>
                </a:solidFill>
                <a:latin typeface="KaiTi" panose="02010609060101010101" pitchFamily="49" charset="-122"/>
                <a:ea typeface="KaiTi" panose="02010609060101010101" pitchFamily="49" charset="-122"/>
                <a:cs typeface="DFKaiShu-GB5" pitchFamily="65" charset="-128"/>
              </a:rPr>
              <a:t>本介紹所刊載之內容，只供收件人查閱，收件人必需嚴密保管。本介紹所刊載統計的數據均摘錄於公開數據及本介紹所提供的意見均屬誠懇之意見，然而我們對有關本介紹之內容並不負上任何法律責任。</a:t>
            </a:r>
          </a:p>
        </p:txBody>
      </p:sp>
      <p:sp>
        <p:nvSpPr>
          <p:cNvPr id="10" name="Freeform 9"/>
          <p:cNvSpPr/>
          <p:nvPr userDrawn="1"/>
        </p:nvSpPr>
        <p:spPr>
          <a:xfrm>
            <a:off x="6182751" y="2666367"/>
            <a:ext cx="2971810" cy="3651885"/>
          </a:xfrm>
          <a:custGeom>
            <a:avLst/>
            <a:gdLst>
              <a:gd name="connsiteX0" fmla="*/ 3211209 w 3219461"/>
              <a:gd name="connsiteY0" fmla="*/ 0 h 3651885"/>
              <a:gd name="connsiteX1" fmla="*/ 3219461 w 3219461"/>
              <a:gd name="connsiteY1" fmla="*/ 3651885 h 3651885"/>
              <a:gd name="connsiteX2" fmla="*/ 856413 w 3219461"/>
              <a:gd name="connsiteY2" fmla="*/ 3651885 h 3651885"/>
              <a:gd name="connsiteX3" fmla="*/ 0 w 3219461"/>
              <a:gd name="connsiteY3" fmla="*/ 1486535 h 3651885"/>
            </a:gdLst>
            <a:ahLst/>
            <a:cxnLst>
              <a:cxn ang="0">
                <a:pos x="connsiteX0" y="connsiteY0"/>
              </a:cxn>
              <a:cxn ang="0">
                <a:pos x="connsiteX1" y="connsiteY1"/>
              </a:cxn>
              <a:cxn ang="0">
                <a:pos x="connsiteX2" y="connsiteY2"/>
              </a:cxn>
              <a:cxn ang="0">
                <a:pos x="connsiteX3" y="connsiteY3"/>
              </a:cxn>
            </a:cxnLst>
            <a:rect l="l" t="t" r="r" b="b"/>
            <a:pathLst>
              <a:path w="3219461" h="3651885">
                <a:moveTo>
                  <a:pt x="3211209" y="0"/>
                </a:moveTo>
                <a:lnTo>
                  <a:pt x="3219461" y="3651885"/>
                </a:lnTo>
                <a:lnTo>
                  <a:pt x="856413" y="3651885"/>
                </a:lnTo>
                <a:lnTo>
                  <a:pt x="0" y="1486535"/>
                </a:lnTo>
                <a:close/>
              </a:path>
            </a:pathLst>
          </a:custGeom>
          <a:solidFill>
            <a:srgbClr val="FFFF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0" lang="en-US" sz="1662" b="0" i="0" u="none" strike="noStrike" kern="1200" cap="none" spc="0" normalizeH="0" baseline="0" noProof="0">
              <a:ln>
                <a:noFill/>
              </a:ln>
              <a:solidFill>
                <a:prstClr val="white"/>
              </a:solidFill>
              <a:effectLst/>
              <a:uLnTx/>
              <a:uFillTx/>
              <a:latin typeface="Arial"/>
              <a:ea typeface="+mn-ea"/>
              <a:cs typeface="+mn-cs"/>
            </a:endParaRPr>
          </a:p>
        </p:txBody>
      </p:sp>
      <p:sp>
        <p:nvSpPr>
          <p:cNvPr id="11" name="Freeform 9"/>
          <p:cNvSpPr>
            <a:spLocks/>
          </p:cNvSpPr>
          <p:nvPr userDrawn="1"/>
        </p:nvSpPr>
        <p:spPr bwMode="auto">
          <a:xfrm rot="5400000">
            <a:off x="5866952" y="3468036"/>
            <a:ext cx="1383616" cy="1583216"/>
          </a:xfrm>
          <a:custGeom>
            <a:avLst/>
            <a:gdLst>
              <a:gd name="T0" fmla="*/ 15 w 138"/>
              <a:gd name="T1" fmla="*/ 152 h 176"/>
              <a:gd name="T2" fmla="*/ 48 w 138"/>
              <a:gd name="T3" fmla="*/ 140 h 176"/>
              <a:gd name="T4" fmla="*/ 56 w 138"/>
              <a:gd name="T5" fmla="*/ 140 h 176"/>
              <a:gd name="T6" fmla="*/ 62 w 138"/>
              <a:gd name="T7" fmla="*/ 146 h 176"/>
              <a:gd name="T8" fmla="*/ 79 w 138"/>
              <a:gd name="T9" fmla="*/ 176 h 176"/>
              <a:gd name="T10" fmla="*/ 79 w 138"/>
              <a:gd name="T11" fmla="*/ 176 h 176"/>
              <a:gd name="T12" fmla="*/ 67 w 138"/>
              <a:gd name="T13" fmla="*/ 143 h 176"/>
              <a:gd name="T14" fmla="*/ 67 w 138"/>
              <a:gd name="T15" fmla="*/ 135 h 176"/>
              <a:gd name="T16" fmla="*/ 73 w 138"/>
              <a:gd name="T17" fmla="*/ 129 h 176"/>
              <a:gd name="T18" fmla="*/ 138 w 138"/>
              <a:gd name="T19" fmla="*/ 97 h 176"/>
              <a:gd name="T20" fmla="*/ 138 w 138"/>
              <a:gd name="T21" fmla="*/ 97 h 176"/>
              <a:gd name="T22" fmla="*/ 70 w 138"/>
              <a:gd name="T23" fmla="*/ 124 h 176"/>
              <a:gd name="T24" fmla="*/ 62 w 138"/>
              <a:gd name="T25" fmla="*/ 124 h 176"/>
              <a:gd name="T26" fmla="*/ 56 w 138"/>
              <a:gd name="T27" fmla="*/ 118 h 176"/>
              <a:gd name="T28" fmla="*/ 0 w 138"/>
              <a:gd name="T29" fmla="*/ 0 h 176"/>
              <a:gd name="T30" fmla="*/ 0 w 138"/>
              <a:gd name="T31" fmla="*/ 0 h 176"/>
              <a:gd name="T32" fmla="*/ 51 w 138"/>
              <a:gd name="T33" fmla="*/ 121 h 176"/>
              <a:gd name="T34" fmla="*/ 51 w 138"/>
              <a:gd name="T35" fmla="*/ 129 h 176"/>
              <a:gd name="T36" fmla="*/ 45 w 138"/>
              <a:gd name="T37" fmla="*/ 135 h 176"/>
              <a:gd name="T38" fmla="*/ 15 w 138"/>
              <a:gd name="T39" fmla="*/ 152 h 176"/>
              <a:gd name="T40" fmla="*/ 15 w 138"/>
              <a:gd name="T41" fmla="*/ 15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8" h="176">
                <a:moveTo>
                  <a:pt x="15" y="152"/>
                </a:moveTo>
                <a:cubicBezTo>
                  <a:pt x="48" y="140"/>
                  <a:pt x="48" y="140"/>
                  <a:pt x="48" y="140"/>
                </a:cubicBezTo>
                <a:cubicBezTo>
                  <a:pt x="48" y="140"/>
                  <a:pt x="52" y="138"/>
                  <a:pt x="56" y="140"/>
                </a:cubicBezTo>
                <a:cubicBezTo>
                  <a:pt x="60" y="141"/>
                  <a:pt x="62" y="146"/>
                  <a:pt x="62" y="146"/>
                </a:cubicBezTo>
                <a:cubicBezTo>
                  <a:pt x="79" y="176"/>
                  <a:pt x="79" y="176"/>
                  <a:pt x="79" y="176"/>
                </a:cubicBezTo>
                <a:cubicBezTo>
                  <a:pt x="79" y="176"/>
                  <a:pt x="79" y="176"/>
                  <a:pt x="79" y="176"/>
                </a:cubicBezTo>
                <a:cubicBezTo>
                  <a:pt x="67" y="143"/>
                  <a:pt x="67" y="143"/>
                  <a:pt x="67" y="143"/>
                </a:cubicBezTo>
                <a:cubicBezTo>
                  <a:pt x="67" y="143"/>
                  <a:pt x="66" y="139"/>
                  <a:pt x="67" y="135"/>
                </a:cubicBezTo>
                <a:cubicBezTo>
                  <a:pt x="68" y="131"/>
                  <a:pt x="73" y="129"/>
                  <a:pt x="73" y="129"/>
                </a:cubicBezTo>
                <a:cubicBezTo>
                  <a:pt x="138" y="97"/>
                  <a:pt x="138" y="97"/>
                  <a:pt x="138" y="97"/>
                </a:cubicBezTo>
                <a:cubicBezTo>
                  <a:pt x="138" y="97"/>
                  <a:pt x="138" y="97"/>
                  <a:pt x="138" y="97"/>
                </a:cubicBezTo>
                <a:cubicBezTo>
                  <a:pt x="70" y="124"/>
                  <a:pt x="70" y="124"/>
                  <a:pt x="70" y="124"/>
                </a:cubicBezTo>
                <a:cubicBezTo>
                  <a:pt x="70" y="124"/>
                  <a:pt x="66" y="126"/>
                  <a:pt x="62" y="124"/>
                </a:cubicBezTo>
                <a:cubicBezTo>
                  <a:pt x="58" y="123"/>
                  <a:pt x="56" y="118"/>
                  <a:pt x="56" y="118"/>
                </a:cubicBezTo>
                <a:cubicBezTo>
                  <a:pt x="0" y="0"/>
                  <a:pt x="0" y="0"/>
                  <a:pt x="0" y="0"/>
                </a:cubicBezTo>
                <a:cubicBezTo>
                  <a:pt x="0" y="0"/>
                  <a:pt x="0" y="0"/>
                  <a:pt x="0" y="0"/>
                </a:cubicBezTo>
                <a:cubicBezTo>
                  <a:pt x="51" y="121"/>
                  <a:pt x="51" y="121"/>
                  <a:pt x="51" y="121"/>
                </a:cubicBezTo>
                <a:cubicBezTo>
                  <a:pt x="51" y="121"/>
                  <a:pt x="53" y="125"/>
                  <a:pt x="51" y="129"/>
                </a:cubicBezTo>
                <a:cubicBezTo>
                  <a:pt x="50" y="133"/>
                  <a:pt x="45" y="135"/>
                  <a:pt x="45" y="135"/>
                </a:cubicBezTo>
                <a:cubicBezTo>
                  <a:pt x="15" y="152"/>
                  <a:pt x="15" y="152"/>
                  <a:pt x="15" y="152"/>
                </a:cubicBezTo>
                <a:cubicBezTo>
                  <a:pt x="15" y="152"/>
                  <a:pt x="15" y="152"/>
                  <a:pt x="15" y="152"/>
                </a:cubicBezTo>
              </a:path>
            </a:pathLst>
          </a:custGeom>
          <a:solidFill>
            <a:schemeClr val="bg1"/>
          </a:solidFill>
          <a:ln>
            <a:noFill/>
          </a:ln>
        </p:spPr>
        <p:txBody>
          <a:bodyPr vert="horz" wrap="square" lIns="84406" tIns="42203" rIns="84406" bIns="42203" numCol="1" anchor="t" anchorCtr="0" compatLnSpc="1">
            <a:prstTxWarp prst="textNoShape">
              <a:avLst/>
            </a:prstTxWarp>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662" b="0" i="0" u="none" strike="noStrike" kern="1200" cap="none" spc="0" normalizeH="0" baseline="0" noProof="0">
              <a:ln>
                <a:noFill/>
              </a:ln>
              <a:solidFill>
                <a:prstClr val="black"/>
              </a:solidFill>
              <a:effectLst/>
              <a:uLnTx/>
              <a:uFillTx/>
              <a:latin typeface="Arial"/>
              <a:ea typeface="+mn-ea"/>
              <a:cs typeface="+mn-cs"/>
            </a:endParaRPr>
          </a:p>
        </p:txBody>
      </p:sp>
      <p:sp>
        <p:nvSpPr>
          <p:cNvPr id="12" name="Text Box 8">
            <a:extLst>
              <a:ext uri="{FF2B5EF4-FFF2-40B4-BE49-F238E27FC236}">
                <a16:creationId xmlns:a16="http://schemas.microsoft.com/office/drawing/2014/main" id="{F5E4A89E-A957-455F-BAF8-BBDAE8B49C7C}"/>
              </a:ext>
            </a:extLst>
          </p:cNvPr>
          <p:cNvSpPr txBox="1">
            <a:spLocks noChangeArrowheads="1"/>
          </p:cNvSpPr>
          <p:nvPr userDrawn="1"/>
        </p:nvSpPr>
        <p:spPr bwMode="auto">
          <a:xfrm>
            <a:off x="6216650" y="259822"/>
            <a:ext cx="2286000" cy="169277"/>
          </a:xfrm>
          <a:prstGeom prst="rect">
            <a:avLst/>
          </a:prstGeom>
          <a:noFill/>
          <a:ln w="9525" algn="ctr">
            <a:noFill/>
            <a:miter lim="800000"/>
            <a:headEnd/>
            <a:tailEnd/>
          </a:ln>
        </p:spPr>
        <p:txBody>
          <a:bodyPr lIns="0" tIns="0" rIns="0" bIns="0">
            <a:spAutoFit/>
          </a:bodyPr>
          <a:lstStyle/>
          <a:p>
            <a:pPr algn="r"/>
            <a:r>
              <a:rPr lang="zh-TW" altLang="en-US" sz="1100" b="0" i="1">
                <a:solidFill>
                  <a:schemeClr val="accent1"/>
                </a:solidFill>
                <a:latin typeface="KaiTi" panose="02010609060101010101" pitchFamily="49" charset="-122"/>
                <a:ea typeface="KaiTi" panose="02010609060101010101" pitchFamily="49" charset="-122"/>
                <a:cs typeface="DFKaiShuW5-B5" pitchFamily="65" charset="-128"/>
              </a:rPr>
              <a:t>嚴格保密</a:t>
            </a:r>
          </a:p>
        </p:txBody>
      </p:sp>
    </p:spTree>
    <p:extLst>
      <p:ext uri="{BB962C8B-B14F-4D97-AF65-F5344CB8AC3E}">
        <p14:creationId xmlns:p14="http://schemas.microsoft.com/office/powerpoint/2010/main" val="364105698"/>
      </p:ext>
    </p:extLst>
  </p:cSld>
  <p:clrMapOvr>
    <a:masterClrMapping/>
  </p:clrMapOvr>
  <p:extLst>
    <p:ext uri="{DCECCB84-F9BA-43D5-87BE-67443E8EF086}">
      <p15:sldGuideLst xmlns:p15="http://schemas.microsoft.com/office/powerpoint/2012/main">
        <p15:guide id="1" orient="horz" pos="166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E4BF70EC-A221-DC4C-0E75-1ADE0EBABE07}"/>
              </a:ext>
            </a:extLst>
          </p:cNvPr>
          <p:cNvSpPr>
            <a:spLocks noGrp="1" noChangeArrowheads="1"/>
          </p:cNvSpPr>
          <p:nvPr>
            <p:ph type="sldNum" sz="quarter" idx="4"/>
          </p:nvPr>
        </p:nvSpPr>
        <p:spPr bwMode="auto">
          <a:xfrm>
            <a:off x="7897813" y="6370638"/>
            <a:ext cx="1066800" cy="381000"/>
          </a:xfrm>
          <a:prstGeom prst="rect">
            <a:avLst/>
          </a:prstGeom>
          <a:noFill/>
          <a:ln w="9525">
            <a:noFill/>
            <a:miter lim="800000"/>
            <a:headEnd/>
            <a:tailEnd/>
          </a:ln>
          <a:effectLst/>
        </p:spPr>
        <p:txBody>
          <a:bodyPr vert="horz" wrap="none" lIns="45720" tIns="45720" rIns="45720" bIns="45720" numCol="1" anchor="ctr" anchorCtr="0" compatLnSpc="1">
            <a:prstTxWarp prst="textNoShape">
              <a:avLst/>
            </a:prstTxWarp>
          </a:bodyPr>
          <a:lstStyle>
            <a:lvl1pPr algn="r" eaLnBrk="0" hangingPunct="0">
              <a:defRPr sz="900">
                <a:latin typeface="+mn-lt"/>
                <a:ea typeface="DFKaiShu-GB5" pitchFamily="65" charset="-128"/>
                <a:cs typeface="+mn-cs"/>
              </a:defRPr>
            </a:lvl1pPr>
          </a:lstStyle>
          <a:p>
            <a:pPr>
              <a:spcBef>
                <a:spcPct val="0"/>
              </a:spcBef>
              <a:defRPr/>
            </a:pPr>
            <a:fld id="{EFB97E77-A14C-4D4A-B483-93BB0C8192BC}" type="slidenum">
              <a:rPr lang="en-US" altLang="en-US" b="0" smtClean="0">
                <a:solidFill>
                  <a:srgbClr val="000000"/>
                </a:solidFill>
              </a:rPr>
              <a:pPr>
                <a:spcBef>
                  <a:spcPct val="0"/>
                </a:spcBef>
                <a:defRPr/>
              </a:pPr>
              <a:t>‹#›</a:t>
            </a:fld>
            <a:endParaRPr lang="en-US" altLang="en-US" b="0">
              <a:solidFill>
                <a:srgbClr val="000000"/>
              </a:solidFill>
            </a:endParaRPr>
          </a:p>
        </p:txBody>
      </p:sp>
    </p:spTree>
    <p:extLst>
      <p:ext uri="{BB962C8B-B14F-4D97-AF65-F5344CB8AC3E}">
        <p14:creationId xmlns:p14="http://schemas.microsoft.com/office/powerpoint/2010/main" val="127057558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61" descr="PPT cover"/>
          <p:cNvPicPr>
            <a:picLocks noChangeAspect="1" noChangeArrowheads="1"/>
          </p:cNvPicPr>
          <p:nvPr/>
        </p:nvPicPr>
        <p:blipFill>
          <a:blip r:embed="rId2" cstate="print"/>
          <a:srcRect/>
          <a:stretch>
            <a:fillRect/>
          </a:stretch>
        </p:blipFill>
        <p:spPr bwMode="auto">
          <a:xfrm>
            <a:off x="0" y="1828800"/>
            <a:ext cx="9144000" cy="3200400"/>
          </a:xfrm>
          <a:prstGeom prst="rect">
            <a:avLst/>
          </a:prstGeom>
          <a:noFill/>
          <a:ln w="9525">
            <a:noFill/>
            <a:miter lim="800000"/>
            <a:headEnd/>
            <a:tailEnd/>
          </a:ln>
        </p:spPr>
      </p:pic>
      <p:sp>
        <p:nvSpPr>
          <p:cNvPr id="6" name="Text Box 67"/>
          <p:cNvSpPr txBox="1">
            <a:spLocks noChangeArrowheads="1"/>
          </p:cNvSpPr>
          <p:nvPr/>
        </p:nvSpPr>
        <p:spPr bwMode="auto">
          <a:xfrm>
            <a:off x="501650" y="6327775"/>
            <a:ext cx="6705600" cy="336550"/>
          </a:xfrm>
          <a:prstGeom prst="rect">
            <a:avLst/>
          </a:prstGeom>
          <a:noFill/>
          <a:ln w="9525">
            <a:noFill/>
            <a:miter lim="800000"/>
            <a:headEnd/>
            <a:tailEnd/>
          </a:ln>
          <a:effectLst/>
        </p:spPr>
        <p:txBody>
          <a:bodyPr>
            <a:spAutoFit/>
          </a:bodyPr>
          <a:lstStyle/>
          <a:p>
            <a:pPr eaLnBrk="1" fontAlgn="auto" hangingPunct="1">
              <a:spcBef>
                <a:spcPts val="0"/>
              </a:spcBef>
              <a:spcAft>
                <a:spcPts val="0"/>
              </a:spcAft>
              <a:buClrTx/>
              <a:buFontTx/>
              <a:buNone/>
              <a:defRPr/>
            </a:pPr>
            <a:r>
              <a:rPr lang="en-US" altLang="en-US" sz="800" i="0">
                <a:solidFill>
                  <a:srgbClr val="000000"/>
                </a:solidFill>
                <a:latin typeface="Calibri"/>
              </a:rPr>
              <a:t>Disclaimer: The information contained in this document is intended only for use during the presentation and should not be disseminated or distributed to parties outside the presentation. DBS Bank accepts no liability whatsoever with respect to the use of this document or its contents.  </a:t>
            </a:r>
            <a:endParaRPr lang="en-GB" altLang="en-US" sz="800" i="0">
              <a:solidFill>
                <a:srgbClr val="000000"/>
              </a:solidFill>
              <a:latin typeface="Calibri"/>
            </a:endParaRPr>
          </a:p>
        </p:txBody>
      </p:sp>
      <p:sp>
        <p:nvSpPr>
          <p:cNvPr id="35842" name="Rectangle 2"/>
          <p:cNvSpPr>
            <a:spLocks noGrp="1" noChangeArrowheads="1"/>
          </p:cNvSpPr>
          <p:nvPr>
            <p:ph type="ctrTitle"/>
          </p:nvPr>
        </p:nvSpPr>
        <p:spPr>
          <a:xfrm>
            <a:off x="1447800" y="2667000"/>
            <a:ext cx="7010400" cy="838200"/>
          </a:xfrm>
        </p:spPr>
        <p:txBody>
          <a:bodyPr/>
          <a:lstStyle>
            <a:lvl1pPr algn="r">
              <a:defRPr sz="3600" b="0">
                <a:solidFill>
                  <a:schemeClr val="bg1"/>
                </a:solidFill>
              </a:defRPr>
            </a:lvl1pPr>
          </a:lstStyle>
          <a:p>
            <a:r>
              <a:rPr lang="en-US" altLang="en-US"/>
              <a:t>Click to edit Master title style</a:t>
            </a:r>
            <a:endParaRPr lang="en-GB" altLang="en-US"/>
          </a:p>
        </p:txBody>
      </p:sp>
      <p:sp>
        <p:nvSpPr>
          <p:cNvPr id="35856" name="Rectangle 16"/>
          <p:cNvSpPr>
            <a:spLocks noGrp="1" noChangeArrowheads="1"/>
          </p:cNvSpPr>
          <p:nvPr>
            <p:ph type="subTitle" idx="1"/>
          </p:nvPr>
        </p:nvSpPr>
        <p:spPr bwMode="auto">
          <a:xfrm>
            <a:off x="3124200" y="3657600"/>
            <a:ext cx="5334000" cy="609600"/>
          </a:xfrm>
        </p:spPr>
        <p:txBody>
          <a:bodyPr lIns="91440" rIns="91440"/>
          <a:lstStyle>
            <a:lvl1pPr marL="0" indent="0" algn="r">
              <a:buFont typeface="Wingdings" pitchFamily="2" charset="2"/>
              <a:buNone/>
              <a:defRPr sz="2800">
                <a:solidFill>
                  <a:schemeClr val="bg1"/>
                </a:solidFill>
              </a:defRPr>
            </a:lvl1pPr>
          </a:lstStyle>
          <a:p>
            <a:r>
              <a:rPr lang="en-US" altLang="en-US"/>
              <a:t>Click to edit Master subtitle style</a:t>
            </a:r>
            <a:endParaRPr lang="en-GB" altLang="en-US"/>
          </a:p>
        </p:txBody>
      </p:sp>
      <p:pic>
        <p:nvPicPr>
          <p:cNvPr id="7" name="Picture 1" descr="C:\Users\wanyinglim\Pictures\LOGO\dbslogo_e1_4c.jpg"/>
          <p:cNvPicPr>
            <a:picLocks noChangeAspect="1" noChangeArrowheads="1"/>
          </p:cNvPicPr>
          <p:nvPr userDrawn="1"/>
        </p:nvPicPr>
        <p:blipFill>
          <a:blip r:embed="rId3" cstate="print"/>
          <a:srcRect/>
          <a:stretch>
            <a:fillRect/>
          </a:stretch>
        </p:blipFill>
        <p:spPr bwMode="auto">
          <a:xfrm>
            <a:off x="7391400" y="6248400"/>
            <a:ext cx="1282212" cy="533400"/>
          </a:xfrm>
          <a:prstGeom prst="rect">
            <a:avLst/>
          </a:prstGeom>
          <a:noFill/>
        </p:spPr>
      </p:pic>
    </p:spTree>
    <p:extLst>
      <p:ext uri="{BB962C8B-B14F-4D97-AF65-F5344CB8AC3E}">
        <p14:creationId xmlns:p14="http://schemas.microsoft.com/office/powerpoint/2010/main" val="1602158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49"/>
          <p:cNvSpPr>
            <a:spLocks noGrp="1" noChangeArrowheads="1"/>
          </p:cNvSpPr>
          <p:nvPr>
            <p:ph type="ftr" sz="quarter" idx="10"/>
          </p:nvPr>
        </p:nvSpPr>
        <p:spPr>
          <a:ln/>
        </p:spPr>
        <p:txBody>
          <a:bodyPr/>
          <a:lstStyle>
            <a:lvl1pPr>
              <a:defRPr/>
            </a:lvl1pPr>
          </a:lstStyle>
          <a:p>
            <a:endParaRPr lang="en-US">
              <a:solidFill>
                <a:srgbClr val="000000"/>
              </a:solidFill>
            </a:endParaRPr>
          </a:p>
        </p:txBody>
      </p:sp>
      <p:sp>
        <p:nvSpPr>
          <p:cNvPr id="4" name="Rectangle 45"/>
          <p:cNvSpPr>
            <a:spLocks noGrp="1" noChangeArrowheads="1"/>
          </p:cNvSpPr>
          <p:nvPr>
            <p:ph type="sldNum" sz="quarter" idx="11"/>
          </p:nvPr>
        </p:nvSpPr>
        <p:spPr>
          <a:ln/>
        </p:spPr>
        <p:txBody>
          <a:bodyPr/>
          <a:lstStyle>
            <a:lvl1pPr>
              <a:defRPr/>
            </a:lvl1pPr>
          </a:lstStyle>
          <a:p>
            <a:fld id="{54750402-2FB9-4808-B45A-E9D8797657DF}" type="slidenum">
              <a:rPr lang="en-US" smtClean="0">
                <a:solidFill>
                  <a:srgbClr val="000000"/>
                </a:solidFill>
              </a:rPr>
              <a:pPr/>
              <a:t>‹#›</a:t>
            </a:fld>
            <a:endParaRPr lang="en-US">
              <a:solidFill>
                <a:srgbClr val="000000"/>
              </a:solidFill>
            </a:endParaRPr>
          </a:p>
        </p:txBody>
      </p:sp>
      <p:sp>
        <p:nvSpPr>
          <p:cNvPr id="6" name="Rectangle 2"/>
          <p:cNvSpPr>
            <a:spLocks noGrp="1" noChangeArrowheads="1"/>
          </p:cNvSpPr>
          <p:nvPr>
            <p:ph type="title"/>
          </p:nvPr>
        </p:nvSpPr>
        <p:spPr bwMode="auto">
          <a:xfrm>
            <a:off x="550600" y="0"/>
            <a:ext cx="8499616"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ltLang="en-US"/>
              <a:t>Click to edit Master title / style</a:t>
            </a:r>
          </a:p>
        </p:txBody>
      </p:sp>
    </p:spTree>
    <p:extLst>
      <p:ext uri="{BB962C8B-B14F-4D97-AF65-F5344CB8AC3E}">
        <p14:creationId xmlns:p14="http://schemas.microsoft.com/office/powerpoint/2010/main" val="4019291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GreyBox_intr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6"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Introduction to</a:t>
            </a:r>
            <a:br>
              <a:rPr lang="en-GB" sz="1000" b="1" i="0">
                <a:solidFill>
                  <a:sysClr val="windowText" lastClr="000000"/>
                </a:solidFill>
              </a:rPr>
            </a:br>
            <a:r>
              <a:rPr lang="en-GB" sz="1000" b="1" i="0">
                <a:solidFill>
                  <a:sysClr val="windowText" lastClr="000000"/>
                </a:solidFill>
              </a:rPr>
              <a:t>DBS</a:t>
            </a:r>
          </a:p>
        </p:txBody>
      </p:sp>
    </p:spTree>
    <p:extLst>
      <p:ext uri="{BB962C8B-B14F-4D97-AF65-F5344CB8AC3E}">
        <p14:creationId xmlns:p14="http://schemas.microsoft.com/office/powerpoint/2010/main" val="25923521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reyBox_WhyDB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6"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Why DBS?</a:t>
            </a:r>
          </a:p>
        </p:txBody>
      </p:sp>
    </p:spTree>
    <p:extLst>
      <p:ext uri="{BB962C8B-B14F-4D97-AF65-F5344CB8AC3E}">
        <p14:creationId xmlns:p14="http://schemas.microsoft.com/office/powerpoint/2010/main" val="200579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reyBox_P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6"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Property Trust</a:t>
            </a:r>
          </a:p>
        </p:txBody>
      </p:sp>
    </p:spTree>
    <p:extLst>
      <p:ext uri="{BB962C8B-B14F-4D97-AF65-F5344CB8AC3E}">
        <p14:creationId xmlns:p14="http://schemas.microsoft.com/office/powerpoint/2010/main" val="30149574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reyBox_B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6"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Business Trust</a:t>
            </a:r>
          </a:p>
        </p:txBody>
      </p:sp>
    </p:spTree>
    <p:extLst>
      <p:ext uri="{BB962C8B-B14F-4D97-AF65-F5344CB8AC3E}">
        <p14:creationId xmlns:p14="http://schemas.microsoft.com/office/powerpoint/2010/main" val="18268577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eyBox_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6"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Hospitality Trust</a:t>
            </a:r>
          </a:p>
        </p:txBody>
      </p:sp>
    </p:spTree>
    <p:extLst>
      <p:ext uri="{BB962C8B-B14F-4D97-AF65-F5344CB8AC3E}">
        <p14:creationId xmlns:p14="http://schemas.microsoft.com/office/powerpoint/2010/main" val="32889510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reyBox_Key Consid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6"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Key Considerations</a:t>
            </a:r>
          </a:p>
        </p:txBody>
      </p:sp>
    </p:spTree>
    <p:extLst>
      <p:ext uri="{BB962C8B-B14F-4D97-AF65-F5344CB8AC3E}">
        <p14:creationId xmlns:p14="http://schemas.microsoft.com/office/powerpoint/2010/main" val="30507551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eyBox_time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6"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Indicative Timetable</a:t>
            </a:r>
          </a:p>
        </p:txBody>
      </p:sp>
    </p:spTree>
    <p:extLst>
      <p:ext uri="{BB962C8B-B14F-4D97-AF65-F5344CB8AC3E}">
        <p14:creationId xmlns:p14="http://schemas.microsoft.com/office/powerpoint/2010/main" val="1936196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GreyBox_Market Upda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6"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Market Update</a:t>
            </a:r>
          </a:p>
        </p:txBody>
      </p:sp>
    </p:spTree>
    <p:extLst>
      <p:ext uri="{BB962C8B-B14F-4D97-AF65-F5344CB8AC3E}">
        <p14:creationId xmlns:p14="http://schemas.microsoft.com/office/powerpoint/2010/main" val="28378873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reyBox_Listing Requiremen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6"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Listing Requirements</a:t>
            </a:r>
          </a:p>
        </p:txBody>
      </p:sp>
    </p:spTree>
    <p:extLst>
      <p:ext uri="{BB962C8B-B14F-4D97-AF65-F5344CB8AC3E}">
        <p14:creationId xmlns:p14="http://schemas.microsoft.com/office/powerpoint/2010/main" val="843120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Grey 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6"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endParaRPr lang="en-GB" sz="1000" b="1" i="0">
              <a:solidFill>
                <a:sysClr val="windowText" lastClr="000000"/>
              </a:solidFill>
            </a:endParaRPr>
          </a:p>
        </p:txBody>
      </p:sp>
    </p:spTree>
    <p:extLst>
      <p:ext uri="{BB962C8B-B14F-4D97-AF65-F5344CB8AC3E}">
        <p14:creationId xmlns:p14="http://schemas.microsoft.com/office/powerpoint/2010/main" val="19621393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p:spTree>
      <p:nvGrpSpPr>
        <p:cNvPr id="1" name=""/>
        <p:cNvGrpSpPr/>
        <p:nvPr/>
      </p:nvGrpSpPr>
      <p:grpSpPr>
        <a:xfrm>
          <a:off x="0" y="0"/>
          <a:ext cx="0" cy="0"/>
          <a:chOff x="0" y="0"/>
          <a:chExt cx="0" cy="0"/>
        </a:xfrm>
      </p:grpSpPr>
      <p:pic>
        <p:nvPicPr>
          <p:cNvPr id="7" name="Picture 1" descr="C:\Users\wanyinglim\Pictures\LOGO\dbslogo_e1_4c.jpg"/>
          <p:cNvPicPr>
            <a:picLocks noChangeAspect="1" noChangeArrowheads="1"/>
          </p:cNvPicPr>
          <p:nvPr userDrawn="1"/>
        </p:nvPicPr>
        <p:blipFill>
          <a:blip r:embed="rId2" cstate="print"/>
          <a:srcRect/>
          <a:stretch>
            <a:fillRect/>
          </a:stretch>
        </p:blipFill>
        <p:spPr bwMode="auto">
          <a:xfrm>
            <a:off x="7391400" y="6248400"/>
            <a:ext cx="1282212" cy="533400"/>
          </a:xfrm>
          <a:prstGeom prst="rect">
            <a:avLst/>
          </a:prstGeom>
          <a:noFill/>
        </p:spPr>
      </p:pic>
      <p:sp>
        <p:nvSpPr>
          <p:cNvPr id="9" name="Rectangle 3"/>
          <p:cNvSpPr>
            <a:spLocks noChangeArrowheads="1"/>
          </p:cNvSpPr>
          <p:nvPr userDrawn="1"/>
        </p:nvSpPr>
        <p:spPr bwMode="auto">
          <a:xfrm>
            <a:off x="685800" y="3276600"/>
            <a:ext cx="7848600" cy="21600"/>
          </a:xfrm>
          <a:prstGeom prst="rect">
            <a:avLst/>
          </a:prstGeom>
          <a:solidFill>
            <a:srgbClr val="800000"/>
          </a:solidFill>
          <a:ln w="9525">
            <a:noFill/>
            <a:miter lim="800000"/>
            <a:headEnd/>
            <a:tailEnd/>
          </a:ln>
        </p:spPr>
        <p:txBody>
          <a:bodyPr wrap="none" anchor="ctr"/>
          <a:lstStyle/>
          <a:p>
            <a:pPr algn="ctr">
              <a:spcAft>
                <a:spcPct val="0"/>
              </a:spcAft>
            </a:pPr>
            <a:endParaRPr lang="en-US" sz="1400" i="0">
              <a:solidFill>
                <a:srgbClr val="000000"/>
              </a:solidFill>
              <a:latin typeface="Calibri"/>
              <a:cs typeface="Arial" charset="0"/>
            </a:endParaRPr>
          </a:p>
        </p:txBody>
      </p:sp>
      <p:sp>
        <p:nvSpPr>
          <p:cNvPr id="10" name="Title 14"/>
          <p:cNvSpPr>
            <a:spLocks noGrp="1"/>
          </p:cNvSpPr>
          <p:nvPr>
            <p:ph type="title"/>
          </p:nvPr>
        </p:nvSpPr>
        <p:spPr>
          <a:xfrm>
            <a:off x="685800" y="2743200"/>
            <a:ext cx="7772400" cy="533400"/>
          </a:xfrm>
        </p:spPr>
        <p:txBody>
          <a:bodyPr anchor="ctr"/>
          <a:lstStyle>
            <a:lvl1pPr algn="ctr">
              <a:defRPr sz="2400" b="0" i="1"/>
            </a:lvl1pPr>
          </a:lstStyle>
          <a:p>
            <a:r>
              <a:rPr lang="en-US"/>
              <a:t>Click to edit Master title style</a:t>
            </a:r>
            <a:endParaRPr lang="en-SG"/>
          </a:p>
        </p:txBody>
      </p:sp>
    </p:spTree>
    <p:extLst>
      <p:ext uri="{BB962C8B-B14F-4D97-AF65-F5344CB8AC3E}">
        <p14:creationId xmlns:p14="http://schemas.microsoft.com/office/powerpoint/2010/main" val="22973767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61" descr="PPT cover"/>
          <p:cNvPicPr>
            <a:picLocks noChangeAspect="1" noChangeArrowheads="1"/>
          </p:cNvPicPr>
          <p:nvPr/>
        </p:nvPicPr>
        <p:blipFill>
          <a:blip r:embed="rId2" cstate="print"/>
          <a:srcRect/>
          <a:stretch>
            <a:fillRect/>
          </a:stretch>
        </p:blipFill>
        <p:spPr bwMode="auto">
          <a:xfrm>
            <a:off x="0" y="1828800"/>
            <a:ext cx="9144000" cy="3200400"/>
          </a:xfrm>
          <a:prstGeom prst="rect">
            <a:avLst/>
          </a:prstGeom>
          <a:noFill/>
          <a:ln w="9525">
            <a:noFill/>
            <a:miter lim="800000"/>
            <a:headEnd/>
            <a:tailEnd/>
          </a:ln>
        </p:spPr>
      </p:pic>
      <p:sp>
        <p:nvSpPr>
          <p:cNvPr id="6" name="Text Box 67"/>
          <p:cNvSpPr txBox="1">
            <a:spLocks noChangeArrowheads="1"/>
          </p:cNvSpPr>
          <p:nvPr/>
        </p:nvSpPr>
        <p:spPr bwMode="auto">
          <a:xfrm>
            <a:off x="501650" y="6327775"/>
            <a:ext cx="6705600" cy="336550"/>
          </a:xfrm>
          <a:prstGeom prst="rect">
            <a:avLst/>
          </a:prstGeom>
          <a:noFill/>
          <a:ln w="9525">
            <a:noFill/>
            <a:miter lim="800000"/>
            <a:headEnd/>
            <a:tailEnd/>
          </a:ln>
          <a:effectLst/>
        </p:spPr>
        <p:txBody>
          <a:bodyPr>
            <a:spAutoFit/>
          </a:bodyPr>
          <a:lstStyle/>
          <a:p>
            <a:pPr eaLnBrk="1" fontAlgn="auto" hangingPunct="1">
              <a:spcBef>
                <a:spcPts val="0"/>
              </a:spcBef>
              <a:spcAft>
                <a:spcPts val="0"/>
              </a:spcAft>
              <a:buClrTx/>
              <a:buFontTx/>
              <a:buNone/>
              <a:defRPr/>
            </a:pPr>
            <a:r>
              <a:rPr lang="en-US" altLang="en-US" sz="800" i="0">
                <a:solidFill>
                  <a:srgbClr val="000000"/>
                </a:solidFill>
                <a:latin typeface="Calibri"/>
              </a:rPr>
              <a:t>Disclaimer: The information contained in this document is intended only for use during the presentation and should not be disseminated or distributed to parties outside the presentation. DBS Bank accepts no liability whatsoever with respect to the use of this document or its contents.  </a:t>
            </a:r>
            <a:endParaRPr lang="en-GB" altLang="en-US" sz="800" i="0">
              <a:solidFill>
                <a:srgbClr val="000000"/>
              </a:solidFill>
              <a:latin typeface="Calibri"/>
            </a:endParaRPr>
          </a:p>
        </p:txBody>
      </p:sp>
      <p:sp>
        <p:nvSpPr>
          <p:cNvPr id="35842" name="Rectangle 2"/>
          <p:cNvSpPr>
            <a:spLocks noGrp="1" noChangeArrowheads="1"/>
          </p:cNvSpPr>
          <p:nvPr>
            <p:ph type="ctrTitle"/>
          </p:nvPr>
        </p:nvSpPr>
        <p:spPr>
          <a:xfrm>
            <a:off x="1447800" y="2667000"/>
            <a:ext cx="7010400" cy="838200"/>
          </a:xfrm>
        </p:spPr>
        <p:txBody>
          <a:bodyPr/>
          <a:lstStyle>
            <a:lvl1pPr algn="r">
              <a:defRPr sz="3600" b="0">
                <a:solidFill>
                  <a:schemeClr val="bg1"/>
                </a:solidFill>
              </a:defRPr>
            </a:lvl1pPr>
          </a:lstStyle>
          <a:p>
            <a:r>
              <a:rPr lang="en-US" altLang="en-US"/>
              <a:t>Click to edit Master title style</a:t>
            </a:r>
            <a:endParaRPr lang="en-GB" altLang="en-US"/>
          </a:p>
        </p:txBody>
      </p:sp>
      <p:sp>
        <p:nvSpPr>
          <p:cNvPr id="35856" name="Rectangle 16"/>
          <p:cNvSpPr>
            <a:spLocks noGrp="1" noChangeArrowheads="1"/>
          </p:cNvSpPr>
          <p:nvPr>
            <p:ph type="subTitle" idx="1"/>
          </p:nvPr>
        </p:nvSpPr>
        <p:spPr bwMode="auto">
          <a:xfrm>
            <a:off x="3124200" y="3657600"/>
            <a:ext cx="5334000" cy="609600"/>
          </a:xfrm>
        </p:spPr>
        <p:txBody>
          <a:bodyPr lIns="91440" rIns="91440"/>
          <a:lstStyle>
            <a:lvl1pPr marL="0" indent="0" algn="r">
              <a:buFont typeface="Wingdings" pitchFamily="2" charset="2"/>
              <a:buNone/>
              <a:defRPr sz="2800">
                <a:solidFill>
                  <a:schemeClr val="bg1"/>
                </a:solidFill>
              </a:defRPr>
            </a:lvl1pPr>
          </a:lstStyle>
          <a:p>
            <a:r>
              <a:rPr lang="en-US" altLang="en-US"/>
              <a:t>Click to edit Master subtitle style</a:t>
            </a:r>
            <a:endParaRPr lang="en-GB" altLang="en-US"/>
          </a:p>
        </p:txBody>
      </p:sp>
      <p:pic>
        <p:nvPicPr>
          <p:cNvPr id="7" name="Picture 1" descr="C:\Users\wanyinglim\Pictures\LOGO\dbslogo_e1_4c.jpg"/>
          <p:cNvPicPr>
            <a:picLocks noChangeAspect="1" noChangeArrowheads="1"/>
          </p:cNvPicPr>
          <p:nvPr userDrawn="1"/>
        </p:nvPicPr>
        <p:blipFill>
          <a:blip r:embed="rId3" cstate="print"/>
          <a:srcRect/>
          <a:stretch>
            <a:fillRect/>
          </a:stretch>
        </p:blipFill>
        <p:spPr bwMode="auto">
          <a:xfrm>
            <a:off x="7391400" y="6248400"/>
            <a:ext cx="1282212" cy="533400"/>
          </a:xfrm>
          <a:prstGeom prst="rect">
            <a:avLst/>
          </a:prstGeom>
          <a:noFill/>
        </p:spPr>
      </p:pic>
    </p:spTree>
    <p:extLst>
      <p:ext uri="{BB962C8B-B14F-4D97-AF65-F5344CB8AC3E}">
        <p14:creationId xmlns:p14="http://schemas.microsoft.com/office/powerpoint/2010/main" val="38142225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49"/>
          <p:cNvSpPr>
            <a:spLocks noGrp="1" noChangeArrowheads="1"/>
          </p:cNvSpPr>
          <p:nvPr>
            <p:ph type="ftr" sz="quarter" idx="10"/>
          </p:nvPr>
        </p:nvSpPr>
        <p:spPr>
          <a:ln/>
        </p:spPr>
        <p:txBody>
          <a:bodyPr/>
          <a:lstStyle>
            <a:lvl1pPr>
              <a:defRPr/>
            </a:lvl1pPr>
          </a:lstStyle>
          <a:p>
            <a:endParaRPr lang="en-US">
              <a:solidFill>
                <a:srgbClr val="000000"/>
              </a:solidFill>
            </a:endParaRPr>
          </a:p>
        </p:txBody>
      </p:sp>
      <p:sp>
        <p:nvSpPr>
          <p:cNvPr id="4" name="Rectangle 45"/>
          <p:cNvSpPr>
            <a:spLocks noGrp="1" noChangeArrowheads="1"/>
          </p:cNvSpPr>
          <p:nvPr>
            <p:ph type="sldNum" sz="quarter" idx="11"/>
          </p:nvPr>
        </p:nvSpPr>
        <p:spPr>
          <a:ln/>
        </p:spPr>
        <p:txBody>
          <a:bodyPr/>
          <a:lstStyle>
            <a:lvl1pPr>
              <a:defRPr/>
            </a:lvl1pPr>
          </a:lstStyle>
          <a:p>
            <a:fld id="{54750402-2FB9-4808-B45A-E9D8797657DF}" type="slidenum">
              <a:rPr lang="en-US" smtClean="0">
                <a:solidFill>
                  <a:srgbClr val="000000"/>
                </a:solidFill>
              </a:rPr>
              <a:pPr/>
              <a:t>‹#›</a:t>
            </a:fld>
            <a:endParaRPr lang="en-US">
              <a:solidFill>
                <a:srgbClr val="000000"/>
              </a:solidFill>
            </a:endParaRPr>
          </a:p>
        </p:txBody>
      </p:sp>
      <p:sp>
        <p:nvSpPr>
          <p:cNvPr id="6" name="Rectangle 2"/>
          <p:cNvSpPr>
            <a:spLocks noGrp="1" noChangeArrowheads="1"/>
          </p:cNvSpPr>
          <p:nvPr>
            <p:ph type="title"/>
          </p:nvPr>
        </p:nvSpPr>
        <p:spPr bwMode="auto">
          <a:xfrm>
            <a:off x="550600" y="0"/>
            <a:ext cx="8499616"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ltLang="en-US"/>
              <a:t>Click to edit Master title / style</a:t>
            </a:r>
          </a:p>
        </p:txBody>
      </p:sp>
    </p:spTree>
    <p:extLst>
      <p:ext uri="{BB962C8B-B14F-4D97-AF65-F5344CB8AC3E}">
        <p14:creationId xmlns:p14="http://schemas.microsoft.com/office/powerpoint/2010/main" val="9633064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eyBox_intr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5"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Introduction to</a:t>
            </a:r>
            <a:br>
              <a:rPr lang="en-GB" sz="1000" b="1" i="0">
                <a:solidFill>
                  <a:sysClr val="windowText" lastClr="000000"/>
                </a:solidFill>
              </a:rPr>
            </a:br>
            <a:r>
              <a:rPr lang="en-GB" sz="1000" b="1" i="0">
                <a:solidFill>
                  <a:sysClr val="windowText" lastClr="000000"/>
                </a:solidFill>
              </a:rPr>
              <a:t>DBS</a:t>
            </a:r>
          </a:p>
        </p:txBody>
      </p:sp>
    </p:spTree>
    <p:extLst>
      <p:ext uri="{BB962C8B-B14F-4D97-AF65-F5344CB8AC3E}">
        <p14:creationId xmlns:p14="http://schemas.microsoft.com/office/powerpoint/2010/main" val="35383875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eyBox_WhyDB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5"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Why DBS?</a:t>
            </a:r>
          </a:p>
        </p:txBody>
      </p:sp>
    </p:spTree>
    <p:extLst>
      <p:ext uri="{BB962C8B-B14F-4D97-AF65-F5344CB8AC3E}">
        <p14:creationId xmlns:p14="http://schemas.microsoft.com/office/powerpoint/2010/main" val="18491223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eyBox_P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5"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Property Trust</a:t>
            </a:r>
          </a:p>
        </p:txBody>
      </p:sp>
    </p:spTree>
    <p:extLst>
      <p:ext uri="{BB962C8B-B14F-4D97-AF65-F5344CB8AC3E}">
        <p14:creationId xmlns:p14="http://schemas.microsoft.com/office/powerpoint/2010/main" val="24126730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GreyBox_B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5"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Business Trust</a:t>
            </a:r>
          </a:p>
        </p:txBody>
      </p:sp>
    </p:spTree>
    <p:extLst>
      <p:ext uri="{BB962C8B-B14F-4D97-AF65-F5344CB8AC3E}">
        <p14:creationId xmlns:p14="http://schemas.microsoft.com/office/powerpoint/2010/main" val="3444837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GreyBox_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5"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Hospitality Trust</a:t>
            </a:r>
          </a:p>
        </p:txBody>
      </p:sp>
    </p:spTree>
    <p:extLst>
      <p:ext uri="{BB962C8B-B14F-4D97-AF65-F5344CB8AC3E}">
        <p14:creationId xmlns:p14="http://schemas.microsoft.com/office/powerpoint/2010/main" val="2979535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GreyBox_Key Consid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5"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Key Considerations</a:t>
            </a:r>
          </a:p>
        </p:txBody>
      </p:sp>
    </p:spTree>
    <p:extLst>
      <p:ext uri="{BB962C8B-B14F-4D97-AF65-F5344CB8AC3E}">
        <p14:creationId xmlns:p14="http://schemas.microsoft.com/office/powerpoint/2010/main" val="35701096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GreyBox_time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5"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Indicative Timetable</a:t>
            </a:r>
          </a:p>
        </p:txBody>
      </p:sp>
    </p:spTree>
    <p:extLst>
      <p:ext uri="{BB962C8B-B14F-4D97-AF65-F5344CB8AC3E}">
        <p14:creationId xmlns:p14="http://schemas.microsoft.com/office/powerpoint/2010/main" val="250260509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GreyBox_Market Upda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5"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Market Update</a:t>
            </a:r>
          </a:p>
        </p:txBody>
      </p:sp>
    </p:spTree>
    <p:extLst>
      <p:ext uri="{BB962C8B-B14F-4D97-AF65-F5344CB8AC3E}">
        <p14:creationId xmlns:p14="http://schemas.microsoft.com/office/powerpoint/2010/main" val="10671584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GreyBox_Listing Requiremen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5"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Listing Requirements</a:t>
            </a:r>
          </a:p>
        </p:txBody>
      </p:sp>
    </p:spTree>
    <p:extLst>
      <p:ext uri="{BB962C8B-B14F-4D97-AF65-F5344CB8AC3E}">
        <p14:creationId xmlns:p14="http://schemas.microsoft.com/office/powerpoint/2010/main" val="5424569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Grey 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5"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endParaRPr lang="en-GB" sz="1000" b="1" i="0">
              <a:solidFill>
                <a:sysClr val="windowText" lastClr="000000"/>
              </a:solidFill>
            </a:endParaRPr>
          </a:p>
        </p:txBody>
      </p:sp>
    </p:spTree>
    <p:extLst>
      <p:ext uri="{BB962C8B-B14F-4D97-AF65-F5344CB8AC3E}">
        <p14:creationId xmlns:p14="http://schemas.microsoft.com/office/powerpoint/2010/main" val="38849393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Section">
    <p:spTree>
      <p:nvGrpSpPr>
        <p:cNvPr id="1" name=""/>
        <p:cNvGrpSpPr/>
        <p:nvPr/>
      </p:nvGrpSpPr>
      <p:grpSpPr>
        <a:xfrm>
          <a:off x="0" y="0"/>
          <a:ext cx="0" cy="0"/>
          <a:chOff x="0" y="0"/>
          <a:chExt cx="0" cy="0"/>
        </a:xfrm>
      </p:grpSpPr>
      <p:pic>
        <p:nvPicPr>
          <p:cNvPr id="7" name="Picture 1" descr="C:\Users\wanyinglim\Pictures\LOGO\dbslogo_e1_4c.jpg"/>
          <p:cNvPicPr>
            <a:picLocks noChangeAspect="1" noChangeArrowheads="1"/>
          </p:cNvPicPr>
          <p:nvPr userDrawn="1"/>
        </p:nvPicPr>
        <p:blipFill>
          <a:blip r:embed="rId2" cstate="print"/>
          <a:srcRect/>
          <a:stretch>
            <a:fillRect/>
          </a:stretch>
        </p:blipFill>
        <p:spPr bwMode="auto">
          <a:xfrm>
            <a:off x="7391400" y="6248400"/>
            <a:ext cx="1282212" cy="533400"/>
          </a:xfrm>
          <a:prstGeom prst="rect">
            <a:avLst/>
          </a:prstGeom>
          <a:noFill/>
        </p:spPr>
      </p:pic>
      <p:sp>
        <p:nvSpPr>
          <p:cNvPr id="9" name="Rectangle 3"/>
          <p:cNvSpPr>
            <a:spLocks noChangeArrowheads="1"/>
          </p:cNvSpPr>
          <p:nvPr userDrawn="1"/>
        </p:nvSpPr>
        <p:spPr bwMode="auto">
          <a:xfrm>
            <a:off x="685800" y="3276600"/>
            <a:ext cx="7848600" cy="21600"/>
          </a:xfrm>
          <a:prstGeom prst="rect">
            <a:avLst/>
          </a:prstGeom>
          <a:solidFill>
            <a:srgbClr val="800000"/>
          </a:solidFill>
          <a:ln w="9525">
            <a:noFill/>
            <a:miter lim="800000"/>
            <a:headEnd/>
            <a:tailEnd/>
          </a:ln>
        </p:spPr>
        <p:txBody>
          <a:bodyPr wrap="none" anchor="ctr"/>
          <a:lstStyle/>
          <a:p>
            <a:pPr algn="ctr">
              <a:spcAft>
                <a:spcPct val="0"/>
              </a:spcAft>
            </a:pPr>
            <a:endParaRPr lang="en-US" sz="1400" i="0">
              <a:solidFill>
                <a:srgbClr val="000000"/>
              </a:solidFill>
              <a:latin typeface="Calibri"/>
              <a:cs typeface="Arial" charset="0"/>
            </a:endParaRPr>
          </a:p>
        </p:txBody>
      </p:sp>
      <p:sp>
        <p:nvSpPr>
          <p:cNvPr id="10" name="Title 14"/>
          <p:cNvSpPr>
            <a:spLocks noGrp="1"/>
          </p:cNvSpPr>
          <p:nvPr>
            <p:ph type="title"/>
          </p:nvPr>
        </p:nvSpPr>
        <p:spPr>
          <a:xfrm>
            <a:off x="685800" y="2743200"/>
            <a:ext cx="7772400" cy="533400"/>
          </a:xfrm>
        </p:spPr>
        <p:txBody>
          <a:bodyPr anchor="ctr"/>
          <a:lstStyle>
            <a:lvl1pPr algn="ctr">
              <a:defRPr sz="2400" b="0" i="1"/>
            </a:lvl1pPr>
          </a:lstStyle>
          <a:p>
            <a:r>
              <a:rPr lang="en-US"/>
              <a:t>Click to edit Master title style</a:t>
            </a:r>
            <a:endParaRPr lang="en-SG"/>
          </a:p>
        </p:txBody>
      </p:sp>
    </p:spTree>
    <p:extLst>
      <p:ext uri="{BB962C8B-B14F-4D97-AF65-F5344CB8AC3E}">
        <p14:creationId xmlns:p14="http://schemas.microsoft.com/office/powerpoint/2010/main" val="65897877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61" descr="PPT cover"/>
          <p:cNvPicPr>
            <a:picLocks noChangeAspect="1" noChangeArrowheads="1"/>
          </p:cNvPicPr>
          <p:nvPr/>
        </p:nvPicPr>
        <p:blipFill>
          <a:blip r:embed="rId2" cstate="print"/>
          <a:srcRect/>
          <a:stretch>
            <a:fillRect/>
          </a:stretch>
        </p:blipFill>
        <p:spPr bwMode="auto">
          <a:xfrm>
            <a:off x="0" y="1828800"/>
            <a:ext cx="9144000" cy="3200400"/>
          </a:xfrm>
          <a:prstGeom prst="rect">
            <a:avLst/>
          </a:prstGeom>
          <a:noFill/>
          <a:ln w="9525">
            <a:noFill/>
            <a:miter lim="800000"/>
            <a:headEnd/>
            <a:tailEnd/>
          </a:ln>
        </p:spPr>
      </p:pic>
      <p:sp>
        <p:nvSpPr>
          <p:cNvPr id="6" name="Text Box 67"/>
          <p:cNvSpPr txBox="1">
            <a:spLocks noChangeArrowheads="1"/>
          </p:cNvSpPr>
          <p:nvPr/>
        </p:nvSpPr>
        <p:spPr bwMode="auto">
          <a:xfrm>
            <a:off x="501650" y="6327775"/>
            <a:ext cx="6705600" cy="336550"/>
          </a:xfrm>
          <a:prstGeom prst="rect">
            <a:avLst/>
          </a:prstGeom>
          <a:noFill/>
          <a:ln w="9525">
            <a:noFill/>
            <a:miter lim="800000"/>
            <a:headEnd/>
            <a:tailEnd/>
          </a:ln>
          <a:effectLst/>
        </p:spPr>
        <p:txBody>
          <a:bodyPr>
            <a:spAutoFit/>
          </a:bodyPr>
          <a:lstStyle/>
          <a:p>
            <a:pPr eaLnBrk="1" fontAlgn="auto" hangingPunct="1">
              <a:spcBef>
                <a:spcPts val="0"/>
              </a:spcBef>
              <a:spcAft>
                <a:spcPts val="0"/>
              </a:spcAft>
              <a:buClrTx/>
              <a:buFontTx/>
              <a:buNone/>
              <a:defRPr/>
            </a:pPr>
            <a:r>
              <a:rPr lang="en-US" altLang="en-US" sz="800" i="0">
                <a:solidFill>
                  <a:srgbClr val="000000"/>
                </a:solidFill>
                <a:latin typeface="Calibri"/>
                <a:ea typeface="+mn-ea"/>
                <a:cs typeface="+mn-cs"/>
              </a:rPr>
              <a:t>Disclaimer: The information contained in this document is intended only for use during the presentation and should not be disseminated or distributed to parties outside the presentation. DBS Bank accepts no liability whatsoever with respect to the use of this document or its contents.  </a:t>
            </a:r>
            <a:endParaRPr lang="en-GB" altLang="en-US" sz="800" i="0">
              <a:solidFill>
                <a:srgbClr val="000000"/>
              </a:solidFill>
              <a:latin typeface="Calibri"/>
              <a:ea typeface="+mn-ea"/>
              <a:cs typeface="+mn-cs"/>
            </a:endParaRPr>
          </a:p>
        </p:txBody>
      </p:sp>
      <p:sp>
        <p:nvSpPr>
          <p:cNvPr id="35842" name="Rectangle 2"/>
          <p:cNvSpPr>
            <a:spLocks noGrp="1" noChangeArrowheads="1"/>
          </p:cNvSpPr>
          <p:nvPr>
            <p:ph type="ctrTitle"/>
          </p:nvPr>
        </p:nvSpPr>
        <p:spPr>
          <a:xfrm>
            <a:off x="1447800" y="2667000"/>
            <a:ext cx="7010400" cy="838200"/>
          </a:xfrm>
        </p:spPr>
        <p:txBody>
          <a:bodyPr/>
          <a:lstStyle>
            <a:lvl1pPr algn="r">
              <a:defRPr sz="3600" b="0">
                <a:solidFill>
                  <a:schemeClr val="bg1"/>
                </a:solidFill>
              </a:defRPr>
            </a:lvl1pPr>
          </a:lstStyle>
          <a:p>
            <a:r>
              <a:rPr lang="en-US" altLang="en-US"/>
              <a:t>Click to edit Master title style</a:t>
            </a:r>
            <a:endParaRPr lang="en-GB" altLang="en-US"/>
          </a:p>
        </p:txBody>
      </p:sp>
      <p:sp>
        <p:nvSpPr>
          <p:cNvPr id="35856" name="Rectangle 16"/>
          <p:cNvSpPr>
            <a:spLocks noGrp="1" noChangeArrowheads="1"/>
          </p:cNvSpPr>
          <p:nvPr>
            <p:ph type="subTitle" idx="1"/>
          </p:nvPr>
        </p:nvSpPr>
        <p:spPr bwMode="auto">
          <a:xfrm>
            <a:off x="3124200" y="3657600"/>
            <a:ext cx="5334000" cy="609600"/>
          </a:xfrm>
        </p:spPr>
        <p:txBody>
          <a:bodyPr lIns="91440" rIns="91440"/>
          <a:lstStyle>
            <a:lvl1pPr marL="0" indent="0" algn="r">
              <a:buFont typeface="Wingdings" pitchFamily="2" charset="2"/>
              <a:buNone/>
              <a:defRPr sz="2800">
                <a:solidFill>
                  <a:schemeClr val="bg1"/>
                </a:solidFill>
              </a:defRPr>
            </a:lvl1pPr>
          </a:lstStyle>
          <a:p>
            <a:r>
              <a:rPr lang="en-US" altLang="en-US"/>
              <a:t>Click to edit Master subtitle style</a:t>
            </a:r>
            <a:endParaRPr lang="en-GB" altLang="en-US"/>
          </a:p>
        </p:txBody>
      </p:sp>
      <p:pic>
        <p:nvPicPr>
          <p:cNvPr id="7" name="Picture 1" descr="C:\Users\wanyinglim\Pictures\LOGO\dbslogo_e1_4c.jpg"/>
          <p:cNvPicPr>
            <a:picLocks noChangeAspect="1" noChangeArrowheads="1"/>
          </p:cNvPicPr>
          <p:nvPr userDrawn="1"/>
        </p:nvPicPr>
        <p:blipFill>
          <a:blip r:embed="rId3" cstate="print"/>
          <a:srcRect/>
          <a:stretch>
            <a:fillRect/>
          </a:stretch>
        </p:blipFill>
        <p:spPr bwMode="auto">
          <a:xfrm>
            <a:off x="7391400" y="6248400"/>
            <a:ext cx="1282212" cy="533400"/>
          </a:xfrm>
          <a:prstGeom prst="rect">
            <a:avLst/>
          </a:prstGeom>
          <a:noFill/>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49"/>
          <p:cNvSpPr>
            <a:spLocks noGrp="1" noChangeArrowheads="1"/>
          </p:cNvSpPr>
          <p:nvPr>
            <p:ph type="ftr" sz="quarter" idx="10"/>
          </p:nvPr>
        </p:nvSpPr>
        <p:spPr>
          <a:ln/>
        </p:spPr>
        <p:txBody>
          <a:bodyPr/>
          <a:lstStyle>
            <a:lvl1pPr>
              <a:defRPr/>
            </a:lvl1pPr>
          </a:lstStyle>
          <a:p>
            <a:endParaRPr lang="en-US">
              <a:solidFill>
                <a:srgbClr val="000000"/>
              </a:solidFill>
            </a:endParaRPr>
          </a:p>
        </p:txBody>
      </p:sp>
      <p:sp>
        <p:nvSpPr>
          <p:cNvPr id="4" name="Rectangle 45"/>
          <p:cNvSpPr>
            <a:spLocks noGrp="1" noChangeArrowheads="1"/>
          </p:cNvSpPr>
          <p:nvPr>
            <p:ph type="sldNum" sz="quarter" idx="11"/>
          </p:nvPr>
        </p:nvSpPr>
        <p:spPr>
          <a:ln/>
        </p:spPr>
        <p:txBody>
          <a:bodyPr/>
          <a:lstStyle>
            <a:lvl1pPr>
              <a:defRPr/>
            </a:lvl1pPr>
          </a:lstStyle>
          <a:p>
            <a:fld id="{54750402-2FB9-4808-B45A-E9D8797657DF}" type="slidenum">
              <a:rPr lang="en-US" smtClean="0">
                <a:solidFill>
                  <a:srgbClr val="000000"/>
                </a:solidFill>
              </a:rPr>
              <a:pPr/>
              <a:t>‹#›</a:t>
            </a:fld>
            <a:endParaRPr lang="en-US">
              <a:solidFill>
                <a:srgbClr val="000000"/>
              </a:solidFill>
            </a:endParaRPr>
          </a:p>
        </p:txBody>
      </p:sp>
      <p:sp>
        <p:nvSpPr>
          <p:cNvPr id="6" name="Rectangle 2"/>
          <p:cNvSpPr>
            <a:spLocks noGrp="1" noChangeArrowheads="1"/>
          </p:cNvSpPr>
          <p:nvPr>
            <p:ph type="title"/>
          </p:nvPr>
        </p:nvSpPr>
        <p:spPr bwMode="auto">
          <a:xfrm>
            <a:off x="550600" y="0"/>
            <a:ext cx="8499616"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ltLang="en-US"/>
              <a:t>Click to edit Master title / style</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GreyBox_intr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3"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Introduction to</a:t>
            </a:r>
            <a:br>
              <a:rPr lang="en-GB" sz="1000" b="1" i="0">
                <a:solidFill>
                  <a:sysClr val="windowText" lastClr="000000"/>
                </a:solidFill>
              </a:rPr>
            </a:br>
            <a:r>
              <a:rPr lang="en-GB" sz="1000" b="1" i="0">
                <a:solidFill>
                  <a:sysClr val="windowText" lastClr="000000"/>
                </a:solidFill>
              </a:rPr>
              <a:t>DBS</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GreyBox_WhyDB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3"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Why DBS?</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GreyBox_P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3"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Property Trust</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reyBox_B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3"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Business Trust</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GreyBox_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3"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Hospitality Trust</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GreyBox_Key Consid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3"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Key Considerations</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reyBox_time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3"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Indicative Timetable</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GreyBox_Market Upda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3"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Market Update</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GreyBox_Listing Requiremen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3"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Listing Requirements</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Grey 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3"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Additional DBS Credentials</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Section">
    <p:spTree>
      <p:nvGrpSpPr>
        <p:cNvPr id="1" name=""/>
        <p:cNvGrpSpPr/>
        <p:nvPr/>
      </p:nvGrpSpPr>
      <p:grpSpPr>
        <a:xfrm>
          <a:off x="0" y="0"/>
          <a:ext cx="0" cy="0"/>
          <a:chOff x="0" y="0"/>
          <a:chExt cx="0" cy="0"/>
        </a:xfrm>
      </p:grpSpPr>
      <p:pic>
        <p:nvPicPr>
          <p:cNvPr id="7" name="Picture 1" descr="C:\Users\wanyinglim\Pictures\LOGO\dbslogo_e1_4c.jpg"/>
          <p:cNvPicPr>
            <a:picLocks noChangeAspect="1" noChangeArrowheads="1"/>
          </p:cNvPicPr>
          <p:nvPr userDrawn="1"/>
        </p:nvPicPr>
        <p:blipFill>
          <a:blip r:embed="rId2" cstate="print"/>
          <a:srcRect/>
          <a:stretch>
            <a:fillRect/>
          </a:stretch>
        </p:blipFill>
        <p:spPr bwMode="auto">
          <a:xfrm>
            <a:off x="7391400" y="6248400"/>
            <a:ext cx="1282212" cy="533400"/>
          </a:xfrm>
          <a:prstGeom prst="rect">
            <a:avLst/>
          </a:prstGeom>
          <a:noFill/>
        </p:spPr>
      </p:pic>
      <p:sp>
        <p:nvSpPr>
          <p:cNvPr id="9" name="Rectangle 3"/>
          <p:cNvSpPr>
            <a:spLocks noChangeArrowheads="1"/>
          </p:cNvSpPr>
          <p:nvPr userDrawn="1"/>
        </p:nvSpPr>
        <p:spPr bwMode="auto">
          <a:xfrm>
            <a:off x="685800" y="3276600"/>
            <a:ext cx="7848600" cy="21600"/>
          </a:xfrm>
          <a:prstGeom prst="rect">
            <a:avLst/>
          </a:prstGeom>
          <a:solidFill>
            <a:srgbClr val="800000"/>
          </a:solidFill>
          <a:ln w="9525">
            <a:noFill/>
            <a:miter lim="800000"/>
            <a:headEnd/>
            <a:tailEnd/>
          </a:ln>
        </p:spPr>
        <p:txBody>
          <a:bodyPr wrap="none" anchor="ctr"/>
          <a:lstStyle/>
          <a:p>
            <a:pPr algn="ctr">
              <a:spcAft>
                <a:spcPct val="0"/>
              </a:spcAft>
            </a:pPr>
            <a:endParaRPr lang="en-US" sz="1400" i="0">
              <a:solidFill>
                <a:srgbClr val="000000"/>
              </a:solidFill>
              <a:latin typeface="Calibri"/>
              <a:ea typeface="+mn-ea"/>
              <a:cs typeface="Arial" charset="0"/>
            </a:endParaRPr>
          </a:p>
        </p:txBody>
      </p:sp>
      <p:sp>
        <p:nvSpPr>
          <p:cNvPr id="10" name="Title 14"/>
          <p:cNvSpPr>
            <a:spLocks noGrp="1"/>
          </p:cNvSpPr>
          <p:nvPr>
            <p:ph type="title"/>
          </p:nvPr>
        </p:nvSpPr>
        <p:spPr>
          <a:xfrm>
            <a:off x="685800" y="2743200"/>
            <a:ext cx="7772400" cy="533400"/>
          </a:xfrm>
        </p:spPr>
        <p:txBody>
          <a:bodyPr anchor="ctr"/>
          <a:lstStyle>
            <a:lvl1pPr algn="ctr">
              <a:defRPr sz="2400" b="0" i="1"/>
            </a:lvl1pPr>
          </a:lstStyle>
          <a:p>
            <a:r>
              <a:rPr lang="en-US"/>
              <a:t>Click to edit Master title style</a:t>
            </a:r>
            <a:endParaRPr lang="en-SG"/>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61" descr="PPT cover"/>
          <p:cNvPicPr>
            <a:picLocks noChangeAspect="1" noChangeArrowheads="1"/>
          </p:cNvPicPr>
          <p:nvPr/>
        </p:nvPicPr>
        <p:blipFill>
          <a:blip r:embed="rId2" cstate="print"/>
          <a:srcRect/>
          <a:stretch>
            <a:fillRect/>
          </a:stretch>
        </p:blipFill>
        <p:spPr bwMode="auto">
          <a:xfrm>
            <a:off x="0" y="1828800"/>
            <a:ext cx="9144000" cy="3200400"/>
          </a:xfrm>
          <a:prstGeom prst="rect">
            <a:avLst/>
          </a:prstGeom>
          <a:noFill/>
          <a:ln w="9525">
            <a:noFill/>
            <a:miter lim="800000"/>
            <a:headEnd/>
            <a:tailEnd/>
          </a:ln>
        </p:spPr>
      </p:pic>
      <p:sp>
        <p:nvSpPr>
          <p:cNvPr id="6" name="Text Box 67"/>
          <p:cNvSpPr txBox="1">
            <a:spLocks noChangeArrowheads="1"/>
          </p:cNvSpPr>
          <p:nvPr/>
        </p:nvSpPr>
        <p:spPr bwMode="auto">
          <a:xfrm>
            <a:off x="501650" y="6327775"/>
            <a:ext cx="6705600" cy="336550"/>
          </a:xfrm>
          <a:prstGeom prst="rect">
            <a:avLst/>
          </a:prstGeom>
          <a:noFill/>
          <a:ln w="9525">
            <a:noFill/>
            <a:miter lim="800000"/>
            <a:headEnd/>
            <a:tailEnd/>
          </a:ln>
          <a:effectLst/>
        </p:spPr>
        <p:txBody>
          <a:bodyPr>
            <a:spAutoFit/>
          </a:bodyPr>
          <a:lstStyle/>
          <a:p>
            <a:pPr eaLnBrk="1" fontAlgn="auto" hangingPunct="1">
              <a:spcBef>
                <a:spcPts val="0"/>
              </a:spcBef>
              <a:spcAft>
                <a:spcPts val="0"/>
              </a:spcAft>
              <a:buClrTx/>
              <a:buFontTx/>
              <a:buNone/>
              <a:defRPr/>
            </a:pPr>
            <a:r>
              <a:rPr lang="en-US" altLang="en-US" sz="800" i="0">
                <a:solidFill>
                  <a:srgbClr val="000000"/>
                </a:solidFill>
                <a:latin typeface="Calibri"/>
                <a:ea typeface="+mn-ea"/>
                <a:cs typeface="+mn-cs"/>
              </a:rPr>
              <a:t>Disclaimer: The information contained in this document is intended only for use during the presentation and should not be disseminated or distributed to parties outside the presentation. DBS Bank accepts no liability whatsoever with respect to the use of this document or its contents.  </a:t>
            </a:r>
            <a:endParaRPr lang="en-GB" altLang="en-US" sz="800" i="0">
              <a:solidFill>
                <a:srgbClr val="000000"/>
              </a:solidFill>
              <a:latin typeface="Calibri"/>
              <a:ea typeface="+mn-ea"/>
              <a:cs typeface="+mn-cs"/>
            </a:endParaRPr>
          </a:p>
        </p:txBody>
      </p:sp>
      <p:sp>
        <p:nvSpPr>
          <p:cNvPr id="35842" name="Rectangle 2"/>
          <p:cNvSpPr>
            <a:spLocks noGrp="1" noChangeArrowheads="1"/>
          </p:cNvSpPr>
          <p:nvPr>
            <p:ph type="ctrTitle"/>
          </p:nvPr>
        </p:nvSpPr>
        <p:spPr>
          <a:xfrm>
            <a:off x="1447800" y="2667000"/>
            <a:ext cx="7010400" cy="838200"/>
          </a:xfrm>
        </p:spPr>
        <p:txBody>
          <a:bodyPr/>
          <a:lstStyle>
            <a:lvl1pPr algn="r">
              <a:defRPr sz="3600" b="0">
                <a:solidFill>
                  <a:schemeClr val="bg1"/>
                </a:solidFill>
              </a:defRPr>
            </a:lvl1pPr>
          </a:lstStyle>
          <a:p>
            <a:r>
              <a:rPr lang="en-US" altLang="en-US"/>
              <a:t>Click to edit Master title style</a:t>
            </a:r>
            <a:endParaRPr lang="en-GB" altLang="en-US"/>
          </a:p>
        </p:txBody>
      </p:sp>
      <p:sp>
        <p:nvSpPr>
          <p:cNvPr id="35856" name="Rectangle 16"/>
          <p:cNvSpPr>
            <a:spLocks noGrp="1" noChangeArrowheads="1"/>
          </p:cNvSpPr>
          <p:nvPr>
            <p:ph type="subTitle" idx="1"/>
          </p:nvPr>
        </p:nvSpPr>
        <p:spPr bwMode="auto">
          <a:xfrm>
            <a:off x="3124200" y="3657600"/>
            <a:ext cx="5334000" cy="609600"/>
          </a:xfrm>
        </p:spPr>
        <p:txBody>
          <a:bodyPr lIns="91440" rIns="91440"/>
          <a:lstStyle>
            <a:lvl1pPr marL="0" indent="0" algn="r">
              <a:buFont typeface="Wingdings" pitchFamily="2" charset="2"/>
              <a:buNone/>
              <a:defRPr sz="2800">
                <a:solidFill>
                  <a:schemeClr val="bg1"/>
                </a:solidFill>
              </a:defRPr>
            </a:lvl1pPr>
          </a:lstStyle>
          <a:p>
            <a:r>
              <a:rPr lang="en-US" altLang="en-US"/>
              <a:t>Click to edit Master subtitle style</a:t>
            </a:r>
            <a:endParaRPr lang="en-GB" altLang="en-US"/>
          </a:p>
        </p:txBody>
      </p:sp>
      <p:pic>
        <p:nvPicPr>
          <p:cNvPr id="7" name="Picture 1" descr="C:\Users\wanyinglim\Pictures\LOGO\dbslogo_e1_4c.jpg"/>
          <p:cNvPicPr>
            <a:picLocks noChangeAspect="1" noChangeArrowheads="1"/>
          </p:cNvPicPr>
          <p:nvPr userDrawn="1"/>
        </p:nvPicPr>
        <p:blipFill>
          <a:blip r:embed="rId3" cstate="print"/>
          <a:srcRect/>
          <a:stretch>
            <a:fillRect/>
          </a:stretch>
        </p:blipFill>
        <p:spPr bwMode="auto">
          <a:xfrm>
            <a:off x="7391400" y="6248400"/>
            <a:ext cx="1282212" cy="533400"/>
          </a:xfrm>
          <a:prstGeom prst="rect">
            <a:avLst/>
          </a:prstGeom>
          <a:noFill/>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49"/>
          <p:cNvSpPr>
            <a:spLocks noGrp="1" noChangeArrowheads="1"/>
          </p:cNvSpPr>
          <p:nvPr>
            <p:ph type="ftr" sz="quarter" idx="10"/>
          </p:nvPr>
        </p:nvSpPr>
        <p:spPr>
          <a:ln/>
        </p:spPr>
        <p:txBody>
          <a:bodyPr/>
          <a:lstStyle>
            <a:lvl1pPr>
              <a:defRPr/>
            </a:lvl1pPr>
          </a:lstStyle>
          <a:p>
            <a:endParaRPr lang="en-US">
              <a:solidFill>
                <a:srgbClr val="000000"/>
              </a:solidFill>
            </a:endParaRPr>
          </a:p>
        </p:txBody>
      </p:sp>
      <p:sp>
        <p:nvSpPr>
          <p:cNvPr id="4" name="Rectangle 45"/>
          <p:cNvSpPr>
            <a:spLocks noGrp="1" noChangeArrowheads="1"/>
          </p:cNvSpPr>
          <p:nvPr>
            <p:ph type="sldNum" sz="quarter" idx="11"/>
          </p:nvPr>
        </p:nvSpPr>
        <p:spPr>
          <a:ln/>
        </p:spPr>
        <p:txBody>
          <a:bodyPr/>
          <a:lstStyle>
            <a:lvl1pPr>
              <a:defRPr/>
            </a:lvl1pPr>
          </a:lstStyle>
          <a:p>
            <a:fld id="{54750402-2FB9-4808-B45A-E9D8797657DF}" type="slidenum">
              <a:rPr lang="en-US" smtClean="0">
                <a:solidFill>
                  <a:srgbClr val="000000"/>
                </a:solidFill>
              </a:rPr>
              <a:pPr/>
              <a:t>‹#›</a:t>
            </a:fld>
            <a:endParaRPr lang="en-US">
              <a:solidFill>
                <a:srgbClr val="000000"/>
              </a:solidFill>
            </a:endParaRPr>
          </a:p>
        </p:txBody>
      </p:sp>
      <p:sp>
        <p:nvSpPr>
          <p:cNvPr id="6" name="Rectangle 2"/>
          <p:cNvSpPr>
            <a:spLocks noGrp="1" noChangeArrowheads="1"/>
          </p:cNvSpPr>
          <p:nvPr>
            <p:ph type="title"/>
          </p:nvPr>
        </p:nvSpPr>
        <p:spPr bwMode="auto">
          <a:xfrm>
            <a:off x="550600" y="0"/>
            <a:ext cx="8499616"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ltLang="en-US"/>
              <a:t>Click to edit Master title / style</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GreyBox_intr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0"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Introduction to</a:t>
            </a:r>
            <a:br>
              <a:rPr lang="en-GB" sz="1000" b="1" i="0">
                <a:solidFill>
                  <a:sysClr val="windowText" lastClr="000000"/>
                </a:solidFill>
              </a:rPr>
            </a:br>
            <a:r>
              <a:rPr lang="en-GB" sz="1000" b="1" i="0">
                <a:solidFill>
                  <a:sysClr val="windowText" lastClr="000000"/>
                </a:solidFill>
              </a:rPr>
              <a:t>DBS</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GreyBox_WhyDB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0"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Why DBS?</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GreyBox_P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0"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Property Trust</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GreyBox_B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0"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Business Trust</a:t>
            </a: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GreyBox_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0"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Hospitality Trust</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GreyBox_Key Consid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0"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Key Considerations</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GreyBox_time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0"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Indicative Timetable</a:t>
            </a: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GreyBox_Market Upda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0"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Market Update</a:t>
            </a: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GreyBox_Listing Requiremen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0"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Listing Requirements</a:t>
            </a: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Grey 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endParaRPr lang="en-US">
              <a:solidFill>
                <a:srgbClr val="000000"/>
              </a:solidFill>
            </a:endParaRPr>
          </a:p>
        </p:txBody>
      </p:sp>
      <p:sp>
        <p:nvSpPr>
          <p:cNvPr id="4" name="Slide Number Placeholder 3"/>
          <p:cNvSpPr>
            <a:spLocks noGrp="1"/>
          </p:cNvSpPr>
          <p:nvPr>
            <p:ph type="sldNum" sz="quarter" idx="11"/>
          </p:nvPr>
        </p:nvSpPr>
        <p:spPr/>
        <p:txBody>
          <a:bodyPr/>
          <a:lstStyle/>
          <a:p>
            <a:fld id="{54750402-2FB9-4808-B45A-E9D8797657DF}" type="slidenum">
              <a:rPr lang="en-US" smtClean="0">
                <a:solidFill>
                  <a:srgbClr val="000000"/>
                </a:solidFill>
              </a:rPr>
              <a:pPr/>
              <a:t>‹#›</a:t>
            </a:fld>
            <a:endParaRPr lang="en-US">
              <a:solidFill>
                <a:srgbClr val="000000"/>
              </a:solidFill>
            </a:endParaRPr>
          </a:p>
        </p:txBody>
      </p:sp>
      <p:sp>
        <p:nvSpPr>
          <p:cNvPr id="5" name="Rectangle 4"/>
          <p:cNvSpPr/>
          <p:nvPr userDrawn="1"/>
        </p:nvSpPr>
        <p:spPr bwMode="gray">
          <a:xfrm>
            <a:off x="7877910" y="0"/>
            <a:ext cx="1264627" cy="457200"/>
          </a:xfrm>
          <a:prstGeom prst="rect">
            <a:avLst/>
          </a:prstGeom>
          <a:ln>
            <a:headEnd/>
            <a:tailEnd/>
          </a:ln>
          <a:effectLst>
            <a:outerShdw blurRad="40000" dist="23000" dir="5400000" rotWithShape="0">
              <a:srgbClr val="626262">
                <a:alpha val="35000"/>
              </a:srgbClr>
            </a:outerShdw>
          </a:effectLst>
        </p:spPr>
        <p:style>
          <a:lnRef idx="0">
            <a:schemeClr val="accent3"/>
          </a:lnRef>
          <a:fillRef idx="3">
            <a:schemeClr val="accent3"/>
          </a:fillRef>
          <a:effectRef idx="3">
            <a:schemeClr val="accent3"/>
          </a:effectRef>
          <a:fontRef idx="minor">
            <a:schemeClr val="lt1"/>
          </a:fontRef>
        </p:style>
        <p:txBody>
          <a:bodyPr lIns="45720" tIns="0" rIns="45720" rtlCol="0" anchor="ctr"/>
          <a:lstStyle/>
          <a:p>
            <a:pPr algn="ctr" eaLnBrk="1" fontAlgn="auto" hangingPunct="1">
              <a:spcBef>
                <a:spcPts val="0"/>
              </a:spcBef>
              <a:spcAft>
                <a:spcPts val="600"/>
              </a:spcAft>
              <a:buSzPct val="80000"/>
              <a:buFontTx/>
              <a:buNone/>
            </a:pPr>
            <a:r>
              <a:rPr lang="en-GB" sz="1000" b="1" i="0">
                <a:solidFill>
                  <a:sysClr val="windowText" lastClr="000000"/>
                </a:solidFill>
              </a:rPr>
              <a:t>Additional DBS Credentials</a:t>
            </a: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Section">
    <p:spTree>
      <p:nvGrpSpPr>
        <p:cNvPr id="1" name=""/>
        <p:cNvGrpSpPr/>
        <p:nvPr/>
      </p:nvGrpSpPr>
      <p:grpSpPr>
        <a:xfrm>
          <a:off x="0" y="0"/>
          <a:ext cx="0" cy="0"/>
          <a:chOff x="0" y="0"/>
          <a:chExt cx="0" cy="0"/>
        </a:xfrm>
      </p:grpSpPr>
      <p:pic>
        <p:nvPicPr>
          <p:cNvPr id="7" name="Picture 1" descr="C:\Users\wanyinglim\Pictures\LOGO\dbslogo_e1_4c.jpg"/>
          <p:cNvPicPr>
            <a:picLocks noChangeAspect="1" noChangeArrowheads="1"/>
          </p:cNvPicPr>
          <p:nvPr userDrawn="1"/>
        </p:nvPicPr>
        <p:blipFill>
          <a:blip r:embed="rId2" cstate="print"/>
          <a:srcRect/>
          <a:stretch>
            <a:fillRect/>
          </a:stretch>
        </p:blipFill>
        <p:spPr bwMode="auto">
          <a:xfrm>
            <a:off x="7391400" y="6248400"/>
            <a:ext cx="1282212" cy="533400"/>
          </a:xfrm>
          <a:prstGeom prst="rect">
            <a:avLst/>
          </a:prstGeom>
          <a:noFill/>
        </p:spPr>
      </p:pic>
      <p:sp>
        <p:nvSpPr>
          <p:cNvPr id="9" name="Rectangle 3"/>
          <p:cNvSpPr>
            <a:spLocks noChangeArrowheads="1"/>
          </p:cNvSpPr>
          <p:nvPr userDrawn="1"/>
        </p:nvSpPr>
        <p:spPr bwMode="auto">
          <a:xfrm>
            <a:off x="685800" y="3276600"/>
            <a:ext cx="7848600" cy="21600"/>
          </a:xfrm>
          <a:prstGeom prst="rect">
            <a:avLst/>
          </a:prstGeom>
          <a:solidFill>
            <a:srgbClr val="800000"/>
          </a:solidFill>
          <a:ln w="9525">
            <a:noFill/>
            <a:miter lim="800000"/>
            <a:headEnd/>
            <a:tailEnd/>
          </a:ln>
        </p:spPr>
        <p:txBody>
          <a:bodyPr wrap="none" anchor="ctr"/>
          <a:lstStyle/>
          <a:p>
            <a:pPr algn="ctr">
              <a:spcAft>
                <a:spcPct val="0"/>
              </a:spcAft>
            </a:pPr>
            <a:endParaRPr lang="en-US" sz="1400" i="0">
              <a:solidFill>
                <a:srgbClr val="000000"/>
              </a:solidFill>
              <a:latin typeface="Calibri"/>
              <a:ea typeface="+mn-ea"/>
              <a:cs typeface="Arial" charset="0"/>
            </a:endParaRPr>
          </a:p>
        </p:txBody>
      </p:sp>
      <p:sp>
        <p:nvSpPr>
          <p:cNvPr id="10" name="Title 14"/>
          <p:cNvSpPr>
            <a:spLocks noGrp="1"/>
          </p:cNvSpPr>
          <p:nvPr>
            <p:ph type="title"/>
          </p:nvPr>
        </p:nvSpPr>
        <p:spPr>
          <a:xfrm>
            <a:off x="685800" y="2743200"/>
            <a:ext cx="7772400" cy="533400"/>
          </a:xfrm>
        </p:spPr>
        <p:txBody>
          <a:bodyPr anchor="ctr"/>
          <a:lstStyle>
            <a:lvl1pPr algn="ctr">
              <a:defRPr sz="2400" b="0" i="1"/>
            </a:lvl1pPr>
          </a:lstStyle>
          <a:p>
            <a:r>
              <a:rPr lang="en-US"/>
              <a:t>Click to edit Master title style</a:t>
            </a:r>
            <a:endParaRPr lang="en-SG"/>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61" descr="PPT cover"/>
          <p:cNvPicPr>
            <a:picLocks noChangeAspect="1" noChangeArrowheads="1"/>
          </p:cNvPicPr>
          <p:nvPr/>
        </p:nvPicPr>
        <p:blipFill>
          <a:blip r:embed="rId2" cstate="print"/>
          <a:srcRect/>
          <a:stretch>
            <a:fillRect/>
          </a:stretch>
        </p:blipFill>
        <p:spPr bwMode="auto">
          <a:xfrm>
            <a:off x="0" y="1828800"/>
            <a:ext cx="9144000" cy="3200400"/>
          </a:xfrm>
          <a:prstGeom prst="rect">
            <a:avLst/>
          </a:prstGeom>
          <a:noFill/>
          <a:ln w="9525">
            <a:noFill/>
            <a:miter lim="800000"/>
            <a:headEnd/>
            <a:tailEnd/>
          </a:ln>
        </p:spPr>
      </p:pic>
      <p:sp>
        <p:nvSpPr>
          <p:cNvPr id="6" name="Text Box 67"/>
          <p:cNvSpPr txBox="1">
            <a:spLocks noChangeArrowheads="1"/>
          </p:cNvSpPr>
          <p:nvPr/>
        </p:nvSpPr>
        <p:spPr bwMode="auto">
          <a:xfrm>
            <a:off x="501650" y="6327775"/>
            <a:ext cx="6705600" cy="319446"/>
          </a:xfrm>
          <a:prstGeom prst="rect">
            <a:avLst/>
          </a:prstGeom>
          <a:noFill/>
          <a:ln w="9525">
            <a:noFill/>
            <a:miter lim="800000"/>
            <a:headEnd/>
            <a:tailEnd/>
          </a:ln>
          <a:effectLst/>
        </p:spPr>
        <p:txBody>
          <a:bodyPr>
            <a:spAutoFit/>
          </a:bodyPr>
          <a:lstStyle/>
          <a:p>
            <a:pPr marL="0" marR="0" lvl="0" indent="0" algn="l" defTabSz="844083" rtl="0" eaLnBrk="1" fontAlgn="auto" latinLnBrk="0" hangingPunct="1">
              <a:lnSpc>
                <a:spcPct val="100000"/>
              </a:lnSpc>
              <a:spcBef>
                <a:spcPts val="0"/>
              </a:spcBef>
              <a:spcAft>
                <a:spcPts val="0"/>
              </a:spcAft>
              <a:buClrTx/>
              <a:buSzTx/>
              <a:buFontTx/>
              <a:buNone/>
              <a:tabLst/>
              <a:defRPr/>
            </a:pPr>
            <a:r>
              <a:rPr kumimoji="0" lang="zh-CN" altLang="en-US" sz="738" b="0" i="0" u="none" strike="noStrike" kern="1200" cap="none" spc="0" normalizeH="0" baseline="0" noProof="0" dirty="0">
                <a:ln>
                  <a:noFill/>
                </a:ln>
                <a:solidFill>
                  <a:srgbClr val="000000"/>
                </a:solidFill>
                <a:effectLst/>
                <a:uLnTx/>
                <a:uFillTx/>
                <a:latin typeface="Calibri" panose="020F0502020204030204" pitchFamily="34" charset="0"/>
                <a:ea typeface="SimSun" panose="02010600030101010101" pitchFamily="2" charset="-122"/>
                <a:cs typeface="+mn-cs"/>
              </a:rPr>
              <a:t>声明：本介绍所刊载之内容，只供收件人查阅，收件人必须严密保管。本介绍所刊载统计资料均摘录于公开资料，本介绍所提供的意见均属诚恳之意见，因此我们对有关本介绍之内容并不负任何法律责任。</a:t>
            </a:r>
            <a:endParaRPr kumimoji="0" lang="en-GB" altLang="en-US" sz="738" b="0" i="0" u="none" strike="noStrike" kern="1200" cap="none" spc="0" normalizeH="0" baseline="0" noProof="0" dirty="0">
              <a:ln>
                <a:noFill/>
              </a:ln>
              <a:solidFill>
                <a:srgbClr val="000000"/>
              </a:solidFill>
              <a:effectLst/>
              <a:uLnTx/>
              <a:uFillTx/>
              <a:latin typeface="Calibri" panose="020F0502020204030204" pitchFamily="34" charset="0"/>
              <a:ea typeface="SimSun" panose="02010600030101010101" pitchFamily="2" charset="-122"/>
              <a:cs typeface="+mn-cs"/>
            </a:endParaRPr>
          </a:p>
        </p:txBody>
      </p:sp>
      <p:sp>
        <p:nvSpPr>
          <p:cNvPr id="35842" name="Rectangle 2"/>
          <p:cNvSpPr>
            <a:spLocks noGrp="1" noChangeArrowheads="1"/>
          </p:cNvSpPr>
          <p:nvPr>
            <p:ph type="ctrTitle"/>
          </p:nvPr>
        </p:nvSpPr>
        <p:spPr>
          <a:xfrm>
            <a:off x="1447800" y="2667000"/>
            <a:ext cx="7010400" cy="838200"/>
          </a:xfrm>
        </p:spPr>
        <p:txBody>
          <a:bodyPr/>
          <a:lstStyle>
            <a:lvl1pPr algn="r">
              <a:defRPr sz="3323" b="0">
                <a:solidFill>
                  <a:schemeClr val="bg1"/>
                </a:solidFill>
              </a:defRPr>
            </a:lvl1pPr>
          </a:lstStyle>
          <a:p>
            <a:r>
              <a:rPr lang="en-US" altLang="en-US"/>
              <a:t>Click to edit Master title style</a:t>
            </a:r>
            <a:endParaRPr lang="en-GB" altLang="en-US"/>
          </a:p>
        </p:txBody>
      </p:sp>
      <p:sp>
        <p:nvSpPr>
          <p:cNvPr id="35856" name="Rectangle 16"/>
          <p:cNvSpPr>
            <a:spLocks noGrp="1" noChangeArrowheads="1"/>
          </p:cNvSpPr>
          <p:nvPr>
            <p:ph type="subTitle" idx="1"/>
          </p:nvPr>
        </p:nvSpPr>
        <p:spPr bwMode="auto">
          <a:xfrm>
            <a:off x="3124200" y="3657600"/>
            <a:ext cx="5334000" cy="609600"/>
          </a:xfrm>
        </p:spPr>
        <p:txBody>
          <a:bodyPr lIns="91440" rIns="91440"/>
          <a:lstStyle>
            <a:lvl1pPr marL="0" indent="0" algn="r">
              <a:buFont typeface="Wingdings" pitchFamily="2" charset="2"/>
              <a:buNone/>
              <a:defRPr sz="2585">
                <a:solidFill>
                  <a:schemeClr val="bg1"/>
                </a:solidFill>
              </a:defRPr>
            </a:lvl1pPr>
          </a:lstStyle>
          <a:p>
            <a:r>
              <a:rPr lang="en-US" altLang="en-US"/>
              <a:t>Click to edit Master subtitle style</a:t>
            </a:r>
            <a:endParaRPr lang="en-GB" altLang="en-US"/>
          </a:p>
        </p:txBody>
      </p:sp>
      <p:pic>
        <p:nvPicPr>
          <p:cNvPr id="7" name="Picture 1" descr="C:\Users\wanyinglim\Pictures\LOGO\dbslogo_e1_4c.jpg"/>
          <p:cNvPicPr>
            <a:picLocks noChangeAspect="1" noChangeArrowheads="1"/>
          </p:cNvPicPr>
          <p:nvPr userDrawn="1"/>
        </p:nvPicPr>
        <p:blipFill>
          <a:blip r:embed="rId3" cstate="print"/>
          <a:srcRect/>
          <a:stretch>
            <a:fillRect/>
          </a:stretch>
        </p:blipFill>
        <p:spPr bwMode="auto">
          <a:xfrm>
            <a:off x="7391400" y="6248400"/>
            <a:ext cx="1282212" cy="533400"/>
          </a:xfrm>
          <a:prstGeom prst="rect">
            <a:avLst/>
          </a:prstGeom>
          <a:noFill/>
        </p:spPr>
      </p:pic>
    </p:spTree>
    <p:extLst>
      <p:ext uri="{BB962C8B-B14F-4D97-AF65-F5344CB8AC3E}">
        <p14:creationId xmlns:p14="http://schemas.microsoft.com/office/powerpoint/2010/main" val="237884080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49"/>
          <p:cNvSpPr>
            <a:spLocks noGrp="1" noChangeArrowheads="1"/>
          </p:cNvSpPr>
          <p:nvPr>
            <p:ph type="ftr" sz="quarter" idx="10"/>
          </p:nvPr>
        </p:nvSpPr>
        <p:spPr>
          <a:ln/>
        </p:spPr>
        <p:txBody>
          <a:bodyPr/>
          <a:lstStyle>
            <a:lvl1pPr>
              <a:defRPr/>
            </a:lvl1pPr>
          </a:lstStyle>
          <a:p>
            <a:pPr defTabSz="844083" eaLnBrk="1" fontAlgn="auto" hangingPunct="1">
              <a:spcBef>
                <a:spcPts val="0"/>
              </a:spcBef>
              <a:spcAft>
                <a:spcPts val="0"/>
              </a:spcAft>
              <a:buClrTx/>
            </a:pPr>
            <a:endParaRPr lang="en-US" i="0">
              <a:solidFill>
                <a:srgbClr val="000000"/>
              </a:solidFill>
              <a:ea typeface="+mn-ea"/>
              <a:cs typeface="+mn-cs"/>
            </a:endParaRPr>
          </a:p>
        </p:txBody>
      </p:sp>
      <p:sp>
        <p:nvSpPr>
          <p:cNvPr id="4" name="Rectangle 45"/>
          <p:cNvSpPr>
            <a:spLocks noGrp="1" noChangeArrowheads="1"/>
          </p:cNvSpPr>
          <p:nvPr>
            <p:ph type="sldNum" sz="quarter" idx="11"/>
          </p:nvPr>
        </p:nvSpPr>
        <p:spPr>
          <a:ln/>
        </p:spPr>
        <p:txBody>
          <a:bodyPr/>
          <a:lstStyle>
            <a:lvl1pPr>
              <a:defRPr/>
            </a:lvl1pPr>
          </a:lstStyle>
          <a:p>
            <a:pPr defTabSz="844083" eaLnBrk="1" fontAlgn="auto" hangingPunct="1">
              <a:spcBef>
                <a:spcPts val="0"/>
              </a:spcBef>
              <a:spcAft>
                <a:spcPts val="0"/>
              </a:spcAft>
              <a:buClrTx/>
            </a:pPr>
            <a:fld id="{54750402-2FB9-4808-B45A-E9D8797657DF}" type="slidenum">
              <a:rPr lang="en-US" i="0" smtClean="0">
                <a:solidFill>
                  <a:srgbClr val="000000"/>
                </a:solidFill>
                <a:latin typeface="Calibri"/>
                <a:ea typeface="+mn-ea"/>
                <a:cs typeface="+mn-cs"/>
              </a:rPr>
              <a:pPr defTabSz="844083" eaLnBrk="1" fontAlgn="auto" hangingPunct="1">
                <a:spcBef>
                  <a:spcPts val="0"/>
                </a:spcBef>
                <a:spcAft>
                  <a:spcPts val="0"/>
                </a:spcAft>
                <a:buClrTx/>
              </a:pPr>
              <a:t>‹#›</a:t>
            </a:fld>
            <a:endParaRPr lang="en-US" i="0">
              <a:solidFill>
                <a:srgbClr val="000000"/>
              </a:solidFill>
              <a:latin typeface="Calibri"/>
              <a:ea typeface="+mn-ea"/>
              <a:cs typeface="+mn-cs"/>
            </a:endParaRPr>
          </a:p>
        </p:txBody>
      </p:sp>
      <p:sp>
        <p:nvSpPr>
          <p:cNvPr id="6" name="Rectangle 2"/>
          <p:cNvSpPr>
            <a:spLocks noGrp="1" noChangeArrowheads="1"/>
          </p:cNvSpPr>
          <p:nvPr>
            <p:ph type="title"/>
          </p:nvPr>
        </p:nvSpPr>
        <p:spPr bwMode="auto">
          <a:xfrm>
            <a:off x="550600" y="0"/>
            <a:ext cx="8499616"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ltLang="en-US"/>
              <a:t>Click to edit Master title / style</a:t>
            </a:r>
          </a:p>
        </p:txBody>
      </p:sp>
    </p:spTree>
    <p:extLst>
      <p:ext uri="{BB962C8B-B14F-4D97-AF65-F5344CB8AC3E}">
        <p14:creationId xmlns:p14="http://schemas.microsoft.com/office/powerpoint/2010/main" val="172617349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GreyBox_intr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pPr defTabSz="844083" eaLnBrk="1" fontAlgn="auto" hangingPunct="1">
              <a:spcBef>
                <a:spcPts val="0"/>
              </a:spcBef>
              <a:spcAft>
                <a:spcPts val="0"/>
              </a:spcAft>
              <a:buClrTx/>
            </a:pPr>
            <a:endParaRPr lang="en-US" i="0">
              <a:solidFill>
                <a:srgbClr val="000000"/>
              </a:solidFill>
              <a:ea typeface="+mn-ea"/>
              <a:cs typeface="+mn-cs"/>
            </a:endParaRPr>
          </a:p>
        </p:txBody>
      </p:sp>
      <p:sp>
        <p:nvSpPr>
          <p:cNvPr id="4" name="Slide Number Placeholder 3"/>
          <p:cNvSpPr>
            <a:spLocks noGrp="1"/>
          </p:cNvSpPr>
          <p:nvPr>
            <p:ph type="sldNum" sz="quarter" idx="11"/>
          </p:nvPr>
        </p:nvSpPr>
        <p:spPr/>
        <p:txBody>
          <a:bodyPr/>
          <a:lstStyle/>
          <a:p>
            <a:pPr defTabSz="844083" eaLnBrk="1" fontAlgn="auto" hangingPunct="1">
              <a:spcBef>
                <a:spcPts val="0"/>
              </a:spcBef>
              <a:spcAft>
                <a:spcPts val="0"/>
              </a:spcAft>
              <a:buClrTx/>
            </a:pPr>
            <a:fld id="{54750402-2FB9-4808-B45A-E9D8797657DF}" type="slidenum">
              <a:rPr lang="en-US" i="0" smtClean="0">
                <a:solidFill>
                  <a:srgbClr val="000000"/>
                </a:solidFill>
                <a:latin typeface="Calibri"/>
                <a:ea typeface="+mn-ea"/>
                <a:cs typeface="+mn-cs"/>
              </a:rPr>
              <a:pPr defTabSz="844083" eaLnBrk="1" fontAlgn="auto" hangingPunct="1">
                <a:spcBef>
                  <a:spcPts val="0"/>
                </a:spcBef>
                <a:spcAft>
                  <a:spcPts val="0"/>
                </a:spcAft>
                <a:buClrTx/>
              </a:pPr>
              <a:t>‹#›</a:t>
            </a:fld>
            <a:endParaRPr lang="en-US" i="0">
              <a:solidFill>
                <a:srgbClr val="000000"/>
              </a:solidFill>
              <a:latin typeface="Calibri"/>
              <a:ea typeface="+mn-ea"/>
              <a:cs typeface="+mn-cs"/>
            </a:endParaRPr>
          </a:p>
        </p:txBody>
      </p:sp>
    </p:spTree>
    <p:extLst>
      <p:ext uri="{BB962C8B-B14F-4D97-AF65-F5344CB8AC3E}">
        <p14:creationId xmlns:p14="http://schemas.microsoft.com/office/powerpoint/2010/main" val="270279652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GreyBox_WhyDB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pPr defTabSz="844083" eaLnBrk="1" fontAlgn="auto" hangingPunct="1">
              <a:spcBef>
                <a:spcPts val="0"/>
              </a:spcBef>
              <a:spcAft>
                <a:spcPts val="0"/>
              </a:spcAft>
              <a:buClrTx/>
            </a:pPr>
            <a:endParaRPr lang="en-US" i="0">
              <a:solidFill>
                <a:srgbClr val="000000"/>
              </a:solidFill>
              <a:ea typeface="+mn-ea"/>
              <a:cs typeface="+mn-cs"/>
            </a:endParaRPr>
          </a:p>
        </p:txBody>
      </p:sp>
      <p:sp>
        <p:nvSpPr>
          <p:cNvPr id="4" name="Slide Number Placeholder 3"/>
          <p:cNvSpPr>
            <a:spLocks noGrp="1"/>
          </p:cNvSpPr>
          <p:nvPr>
            <p:ph type="sldNum" sz="quarter" idx="11"/>
          </p:nvPr>
        </p:nvSpPr>
        <p:spPr/>
        <p:txBody>
          <a:bodyPr/>
          <a:lstStyle/>
          <a:p>
            <a:pPr defTabSz="844083" eaLnBrk="1" fontAlgn="auto" hangingPunct="1">
              <a:spcBef>
                <a:spcPts val="0"/>
              </a:spcBef>
              <a:spcAft>
                <a:spcPts val="0"/>
              </a:spcAft>
              <a:buClrTx/>
            </a:pPr>
            <a:fld id="{54750402-2FB9-4808-B45A-E9D8797657DF}" type="slidenum">
              <a:rPr lang="en-US" i="0" smtClean="0">
                <a:solidFill>
                  <a:srgbClr val="000000"/>
                </a:solidFill>
                <a:latin typeface="Calibri"/>
                <a:ea typeface="+mn-ea"/>
                <a:cs typeface="+mn-cs"/>
              </a:rPr>
              <a:pPr defTabSz="844083" eaLnBrk="1" fontAlgn="auto" hangingPunct="1">
                <a:spcBef>
                  <a:spcPts val="0"/>
                </a:spcBef>
                <a:spcAft>
                  <a:spcPts val="0"/>
                </a:spcAft>
                <a:buClrTx/>
              </a:pPr>
              <a:t>‹#›</a:t>
            </a:fld>
            <a:endParaRPr lang="en-US" i="0">
              <a:solidFill>
                <a:srgbClr val="000000"/>
              </a:solidFill>
              <a:latin typeface="Calibri"/>
              <a:ea typeface="+mn-ea"/>
              <a:cs typeface="+mn-cs"/>
            </a:endParaRPr>
          </a:p>
        </p:txBody>
      </p:sp>
    </p:spTree>
    <p:extLst>
      <p:ext uri="{BB962C8B-B14F-4D97-AF65-F5344CB8AC3E}">
        <p14:creationId xmlns:p14="http://schemas.microsoft.com/office/powerpoint/2010/main" val="262610664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GreyBox_P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pPr defTabSz="844083" eaLnBrk="1" fontAlgn="auto" hangingPunct="1">
              <a:spcBef>
                <a:spcPts val="0"/>
              </a:spcBef>
              <a:spcAft>
                <a:spcPts val="0"/>
              </a:spcAft>
              <a:buClrTx/>
            </a:pPr>
            <a:endParaRPr lang="en-US" i="0">
              <a:solidFill>
                <a:srgbClr val="000000"/>
              </a:solidFill>
              <a:ea typeface="+mn-ea"/>
              <a:cs typeface="+mn-cs"/>
            </a:endParaRPr>
          </a:p>
        </p:txBody>
      </p:sp>
      <p:sp>
        <p:nvSpPr>
          <p:cNvPr id="4" name="Slide Number Placeholder 3"/>
          <p:cNvSpPr>
            <a:spLocks noGrp="1"/>
          </p:cNvSpPr>
          <p:nvPr>
            <p:ph type="sldNum" sz="quarter" idx="11"/>
          </p:nvPr>
        </p:nvSpPr>
        <p:spPr/>
        <p:txBody>
          <a:bodyPr/>
          <a:lstStyle/>
          <a:p>
            <a:pPr defTabSz="844083" eaLnBrk="1" fontAlgn="auto" hangingPunct="1">
              <a:spcBef>
                <a:spcPts val="0"/>
              </a:spcBef>
              <a:spcAft>
                <a:spcPts val="0"/>
              </a:spcAft>
              <a:buClrTx/>
            </a:pPr>
            <a:fld id="{54750402-2FB9-4808-B45A-E9D8797657DF}" type="slidenum">
              <a:rPr lang="en-US" i="0" smtClean="0">
                <a:solidFill>
                  <a:srgbClr val="000000"/>
                </a:solidFill>
                <a:latin typeface="Calibri"/>
                <a:ea typeface="+mn-ea"/>
                <a:cs typeface="+mn-cs"/>
              </a:rPr>
              <a:pPr defTabSz="844083" eaLnBrk="1" fontAlgn="auto" hangingPunct="1">
                <a:spcBef>
                  <a:spcPts val="0"/>
                </a:spcBef>
                <a:spcAft>
                  <a:spcPts val="0"/>
                </a:spcAft>
                <a:buClrTx/>
              </a:pPr>
              <a:t>‹#›</a:t>
            </a:fld>
            <a:endParaRPr lang="en-US" i="0">
              <a:solidFill>
                <a:srgbClr val="000000"/>
              </a:solidFill>
              <a:latin typeface="Calibri"/>
              <a:ea typeface="+mn-ea"/>
              <a:cs typeface="+mn-cs"/>
            </a:endParaRPr>
          </a:p>
        </p:txBody>
      </p:sp>
    </p:spTree>
    <p:extLst>
      <p:ext uri="{BB962C8B-B14F-4D97-AF65-F5344CB8AC3E}">
        <p14:creationId xmlns:p14="http://schemas.microsoft.com/office/powerpoint/2010/main" val="100170663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GreyBox_B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pPr defTabSz="844083" eaLnBrk="1" fontAlgn="auto" hangingPunct="1">
              <a:spcBef>
                <a:spcPts val="0"/>
              </a:spcBef>
              <a:spcAft>
                <a:spcPts val="0"/>
              </a:spcAft>
              <a:buClrTx/>
            </a:pPr>
            <a:endParaRPr lang="en-US" i="0">
              <a:solidFill>
                <a:srgbClr val="000000"/>
              </a:solidFill>
              <a:ea typeface="+mn-ea"/>
              <a:cs typeface="+mn-cs"/>
            </a:endParaRPr>
          </a:p>
        </p:txBody>
      </p:sp>
      <p:sp>
        <p:nvSpPr>
          <p:cNvPr id="4" name="Slide Number Placeholder 3"/>
          <p:cNvSpPr>
            <a:spLocks noGrp="1"/>
          </p:cNvSpPr>
          <p:nvPr>
            <p:ph type="sldNum" sz="quarter" idx="11"/>
          </p:nvPr>
        </p:nvSpPr>
        <p:spPr/>
        <p:txBody>
          <a:bodyPr/>
          <a:lstStyle/>
          <a:p>
            <a:pPr defTabSz="844083" eaLnBrk="1" fontAlgn="auto" hangingPunct="1">
              <a:spcBef>
                <a:spcPts val="0"/>
              </a:spcBef>
              <a:spcAft>
                <a:spcPts val="0"/>
              </a:spcAft>
              <a:buClrTx/>
            </a:pPr>
            <a:fld id="{54750402-2FB9-4808-B45A-E9D8797657DF}" type="slidenum">
              <a:rPr lang="en-US" i="0" smtClean="0">
                <a:solidFill>
                  <a:srgbClr val="000000"/>
                </a:solidFill>
                <a:latin typeface="Calibri"/>
                <a:ea typeface="+mn-ea"/>
                <a:cs typeface="+mn-cs"/>
              </a:rPr>
              <a:pPr defTabSz="844083" eaLnBrk="1" fontAlgn="auto" hangingPunct="1">
                <a:spcBef>
                  <a:spcPts val="0"/>
                </a:spcBef>
                <a:spcAft>
                  <a:spcPts val="0"/>
                </a:spcAft>
                <a:buClrTx/>
              </a:pPr>
              <a:t>‹#›</a:t>
            </a:fld>
            <a:endParaRPr lang="en-US" i="0">
              <a:solidFill>
                <a:srgbClr val="000000"/>
              </a:solidFill>
              <a:latin typeface="Calibri"/>
              <a:ea typeface="+mn-ea"/>
              <a:cs typeface="+mn-cs"/>
            </a:endParaRPr>
          </a:p>
        </p:txBody>
      </p:sp>
    </p:spTree>
    <p:extLst>
      <p:ext uri="{BB962C8B-B14F-4D97-AF65-F5344CB8AC3E}">
        <p14:creationId xmlns:p14="http://schemas.microsoft.com/office/powerpoint/2010/main" val="27730774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GreyBox_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pPr defTabSz="844083" eaLnBrk="1" fontAlgn="auto" hangingPunct="1">
              <a:spcBef>
                <a:spcPts val="0"/>
              </a:spcBef>
              <a:spcAft>
                <a:spcPts val="0"/>
              </a:spcAft>
              <a:buClrTx/>
            </a:pPr>
            <a:endParaRPr lang="en-US" i="0">
              <a:solidFill>
                <a:srgbClr val="000000"/>
              </a:solidFill>
              <a:ea typeface="+mn-ea"/>
              <a:cs typeface="+mn-cs"/>
            </a:endParaRPr>
          </a:p>
        </p:txBody>
      </p:sp>
      <p:sp>
        <p:nvSpPr>
          <p:cNvPr id="4" name="Slide Number Placeholder 3"/>
          <p:cNvSpPr>
            <a:spLocks noGrp="1"/>
          </p:cNvSpPr>
          <p:nvPr>
            <p:ph type="sldNum" sz="quarter" idx="11"/>
          </p:nvPr>
        </p:nvSpPr>
        <p:spPr/>
        <p:txBody>
          <a:bodyPr/>
          <a:lstStyle/>
          <a:p>
            <a:pPr defTabSz="844083" eaLnBrk="1" fontAlgn="auto" hangingPunct="1">
              <a:spcBef>
                <a:spcPts val="0"/>
              </a:spcBef>
              <a:spcAft>
                <a:spcPts val="0"/>
              </a:spcAft>
              <a:buClrTx/>
            </a:pPr>
            <a:fld id="{54750402-2FB9-4808-B45A-E9D8797657DF}" type="slidenum">
              <a:rPr lang="en-US" i="0" smtClean="0">
                <a:solidFill>
                  <a:srgbClr val="000000"/>
                </a:solidFill>
                <a:latin typeface="Calibri"/>
                <a:ea typeface="+mn-ea"/>
                <a:cs typeface="+mn-cs"/>
              </a:rPr>
              <a:pPr defTabSz="844083" eaLnBrk="1" fontAlgn="auto" hangingPunct="1">
                <a:spcBef>
                  <a:spcPts val="0"/>
                </a:spcBef>
                <a:spcAft>
                  <a:spcPts val="0"/>
                </a:spcAft>
                <a:buClrTx/>
              </a:pPr>
              <a:t>‹#›</a:t>
            </a:fld>
            <a:endParaRPr lang="en-US" i="0">
              <a:solidFill>
                <a:srgbClr val="000000"/>
              </a:solidFill>
              <a:latin typeface="Calibri"/>
              <a:ea typeface="+mn-ea"/>
              <a:cs typeface="+mn-cs"/>
            </a:endParaRPr>
          </a:p>
        </p:txBody>
      </p:sp>
    </p:spTree>
    <p:extLst>
      <p:ext uri="{BB962C8B-B14F-4D97-AF65-F5344CB8AC3E}">
        <p14:creationId xmlns:p14="http://schemas.microsoft.com/office/powerpoint/2010/main" val="163037573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GreyBox_Key Consid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pPr defTabSz="844083" eaLnBrk="1" fontAlgn="auto" hangingPunct="1">
              <a:spcBef>
                <a:spcPts val="0"/>
              </a:spcBef>
              <a:spcAft>
                <a:spcPts val="0"/>
              </a:spcAft>
              <a:buClrTx/>
            </a:pPr>
            <a:endParaRPr lang="en-US" i="0">
              <a:solidFill>
                <a:srgbClr val="000000"/>
              </a:solidFill>
              <a:ea typeface="+mn-ea"/>
              <a:cs typeface="+mn-cs"/>
            </a:endParaRPr>
          </a:p>
        </p:txBody>
      </p:sp>
      <p:sp>
        <p:nvSpPr>
          <p:cNvPr id="4" name="Slide Number Placeholder 3"/>
          <p:cNvSpPr>
            <a:spLocks noGrp="1"/>
          </p:cNvSpPr>
          <p:nvPr>
            <p:ph type="sldNum" sz="quarter" idx="11"/>
          </p:nvPr>
        </p:nvSpPr>
        <p:spPr/>
        <p:txBody>
          <a:bodyPr/>
          <a:lstStyle/>
          <a:p>
            <a:pPr defTabSz="844083" eaLnBrk="1" fontAlgn="auto" hangingPunct="1">
              <a:spcBef>
                <a:spcPts val="0"/>
              </a:spcBef>
              <a:spcAft>
                <a:spcPts val="0"/>
              </a:spcAft>
              <a:buClrTx/>
            </a:pPr>
            <a:fld id="{54750402-2FB9-4808-B45A-E9D8797657DF}" type="slidenum">
              <a:rPr lang="en-US" i="0" smtClean="0">
                <a:solidFill>
                  <a:srgbClr val="000000"/>
                </a:solidFill>
                <a:latin typeface="Calibri"/>
                <a:ea typeface="+mn-ea"/>
                <a:cs typeface="+mn-cs"/>
              </a:rPr>
              <a:pPr defTabSz="844083" eaLnBrk="1" fontAlgn="auto" hangingPunct="1">
                <a:spcBef>
                  <a:spcPts val="0"/>
                </a:spcBef>
                <a:spcAft>
                  <a:spcPts val="0"/>
                </a:spcAft>
                <a:buClrTx/>
              </a:pPr>
              <a:t>‹#›</a:t>
            </a:fld>
            <a:endParaRPr lang="en-US" i="0">
              <a:solidFill>
                <a:srgbClr val="000000"/>
              </a:solidFill>
              <a:latin typeface="Calibri"/>
              <a:ea typeface="+mn-ea"/>
              <a:cs typeface="+mn-cs"/>
            </a:endParaRPr>
          </a:p>
        </p:txBody>
      </p:sp>
    </p:spTree>
    <p:extLst>
      <p:ext uri="{BB962C8B-B14F-4D97-AF65-F5344CB8AC3E}">
        <p14:creationId xmlns:p14="http://schemas.microsoft.com/office/powerpoint/2010/main" val="312090963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GreyBox_time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pPr defTabSz="844083" eaLnBrk="1" fontAlgn="auto" hangingPunct="1">
              <a:spcBef>
                <a:spcPts val="0"/>
              </a:spcBef>
              <a:spcAft>
                <a:spcPts val="0"/>
              </a:spcAft>
              <a:buClrTx/>
            </a:pPr>
            <a:endParaRPr lang="en-US" i="0">
              <a:solidFill>
                <a:srgbClr val="000000"/>
              </a:solidFill>
              <a:ea typeface="+mn-ea"/>
              <a:cs typeface="+mn-cs"/>
            </a:endParaRPr>
          </a:p>
        </p:txBody>
      </p:sp>
      <p:sp>
        <p:nvSpPr>
          <p:cNvPr id="4" name="Slide Number Placeholder 3"/>
          <p:cNvSpPr>
            <a:spLocks noGrp="1"/>
          </p:cNvSpPr>
          <p:nvPr>
            <p:ph type="sldNum" sz="quarter" idx="11"/>
          </p:nvPr>
        </p:nvSpPr>
        <p:spPr/>
        <p:txBody>
          <a:bodyPr/>
          <a:lstStyle/>
          <a:p>
            <a:pPr defTabSz="844083" eaLnBrk="1" fontAlgn="auto" hangingPunct="1">
              <a:spcBef>
                <a:spcPts val="0"/>
              </a:spcBef>
              <a:spcAft>
                <a:spcPts val="0"/>
              </a:spcAft>
              <a:buClrTx/>
            </a:pPr>
            <a:fld id="{54750402-2FB9-4808-B45A-E9D8797657DF}" type="slidenum">
              <a:rPr lang="en-US" i="0" smtClean="0">
                <a:solidFill>
                  <a:srgbClr val="000000"/>
                </a:solidFill>
                <a:latin typeface="Calibri"/>
                <a:ea typeface="+mn-ea"/>
                <a:cs typeface="+mn-cs"/>
              </a:rPr>
              <a:pPr defTabSz="844083" eaLnBrk="1" fontAlgn="auto" hangingPunct="1">
                <a:spcBef>
                  <a:spcPts val="0"/>
                </a:spcBef>
                <a:spcAft>
                  <a:spcPts val="0"/>
                </a:spcAft>
                <a:buClrTx/>
              </a:pPr>
              <a:t>‹#›</a:t>
            </a:fld>
            <a:endParaRPr lang="en-US" i="0">
              <a:solidFill>
                <a:srgbClr val="000000"/>
              </a:solidFill>
              <a:latin typeface="Calibri"/>
              <a:ea typeface="+mn-ea"/>
              <a:cs typeface="+mn-cs"/>
            </a:endParaRPr>
          </a:p>
        </p:txBody>
      </p:sp>
    </p:spTree>
    <p:extLst>
      <p:ext uri="{BB962C8B-B14F-4D97-AF65-F5344CB8AC3E}">
        <p14:creationId xmlns:p14="http://schemas.microsoft.com/office/powerpoint/2010/main" val="177446221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GreyBox_Market Upda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pPr defTabSz="844083" eaLnBrk="1" fontAlgn="auto" hangingPunct="1">
              <a:spcBef>
                <a:spcPts val="0"/>
              </a:spcBef>
              <a:spcAft>
                <a:spcPts val="0"/>
              </a:spcAft>
              <a:buClrTx/>
            </a:pPr>
            <a:endParaRPr lang="en-US" i="0">
              <a:solidFill>
                <a:srgbClr val="000000"/>
              </a:solidFill>
              <a:ea typeface="+mn-ea"/>
              <a:cs typeface="+mn-cs"/>
            </a:endParaRPr>
          </a:p>
        </p:txBody>
      </p:sp>
      <p:sp>
        <p:nvSpPr>
          <p:cNvPr id="4" name="Slide Number Placeholder 3"/>
          <p:cNvSpPr>
            <a:spLocks noGrp="1"/>
          </p:cNvSpPr>
          <p:nvPr>
            <p:ph type="sldNum" sz="quarter" idx="11"/>
          </p:nvPr>
        </p:nvSpPr>
        <p:spPr/>
        <p:txBody>
          <a:bodyPr/>
          <a:lstStyle/>
          <a:p>
            <a:pPr defTabSz="844083" eaLnBrk="1" fontAlgn="auto" hangingPunct="1">
              <a:spcBef>
                <a:spcPts val="0"/>
              </a:spcBef>
              <a:spcAft>
                <a:spcPts val="0"/>
              </a:spcAft>
              <a:buClrTx/>
            </a:pPr>
            <a:fld id="{54750402-2FB9-4808-B45A-E9D8797657DF}" type="slidenum">
              <a:rPr lang="en-US" i="0" smtClean="0">
                <a:solidFill>
                  <a:srgbClr val="000000"/>
                </a:solidFill>
                <a:latin typeface="Calibri"/>
                <a:ea typeface="+mn-ea"/>
                <a:cs typeface="+mn-cs"/>
              </a:rPr>
              <a:pPr defTabSz="844083" eaLnBrk="1" fontAlgn="auto" hangingPunct="1">
                <a:spcBef>
                  <a:spcPts val="0"/>
                </a:spcBef>
                <a:spcAft>
                  <a:spcPts val="0"/>
                </a:spcAft>
                <a:buClrTx/>
              </a:pPr>
              <a:t>‹#›</a:t>
            </a:fld>
            <a:endParaRPr lang="en-US" i="0">
              <a:solidFill>
                <a:srgbClr val="000000"/>
              </a:solidFill>
              <a:latin typeface="Calibri"/>
              <a:ea typeface="+mn-ea"/>
              <a:cs typeface="+mn-cs"/>
            </a:endParaRPr>
          </a:p>
        </p:txBody>
      </p:sp>
    </p:spTree>
    <p:extLst>
      <p:ext uri="{BB962C8B-B14F-4D97-AF65-F5344CB8AC3E}">
        <p14:creationId xmlns:p14="http://schemas.microsoft.com/office/powerpoint/2010/main" val="45392430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GreyBox_Listing Requiremen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pPr defTabSz="844083" eaLnBrk="1" fontAlgn="auto" hangingPunct="1">
              <a:spcBef>
                <a:spcPts val="0"/>
              </a:spcBef>
              <a:spcAft>
                <a:spcPts val="0"/>
              </a:spcAft>
              <a:buClrTx/>
            </a:pPr>
            <a:endParaRPr lang="en-US" i="0">
              <a:solidFill>
                <a:srgbClr val="000000"/>
              </a:solidFill>
              <a:ea typeface="+mn-ea"/>
              <a:cs typeface="+mn-cs"/>
            </a:endParaRPr>
          </a:p>
        </p:txBody>
      </p:sp>
      <p:sp>
        <p:nvSpPr>
          <p:cNvPr id="4" name="Slide Number Placeholder 3"/>
          <p:cNvSpPr>
            <a:spLocks noGrp="1"/>
          </p:cNvSpPr>
          <p:nvPr>
            <p:ph type="sldNum" sz="quarter" idx="11"/>
          </p:nvPr>
        </p:nvSpPr>
        <p:spPr/>
        <p:txBody>
          <a:bodyPr/>
          <a:lstStyle/>
          <a:p>
            <a:pPr defTabSz="844083" eaLnBrk="1" fontAlgn="auto" hangingPunct="1">
              <a:spcBef>
                <a:spcPts val="0"/>
              </a:spcBef>
              <a:spcAft>
                <a:spcPts val="0"/>
              </a:spcAft>
              <a:buClrTx/>
            </a:pPr>
            <a:fld id="{54750402-2FB9-4808-B45A-E9D8797657DF}" type="slidenum">
              <a:rPr lang="en-US" i="0" smtClean="0">
                <a:solidFill>
                  <a:srgbClr val="000000"/>
                </a:solidFill>
                <a:latin typeface="Calibri"/>
                <a:ea typeface="+mn-ea"/>
                <a:cs typeface="+mn-cs"/>
              </a:rPr>
              <a:pPr defTabSz="844083" eaLnBrk="1" fontAlgn="auto" hangingPunct="1">
                <a:spcBef>
                  <a:spcPts val="0"/>
                </a:spcBef>
                <a:spcAft>
                  <a:spcPts val="0"/>
                </a:spcAft>
                <a:buClrTx/>
              </a:pPr>
              <a:t>‹#›</a:t>
            </a:fld>
            <a:endParaRPr lang="en-US" i="0">
              <a:solidFill>
                <a:srgbClr val="000000"/>
              </a:solidFill>
              <a:latin typeface="Calibri"/>
              <a:ea typeface="+mn-ea"/>
              <a:cs typeface="+mn-cs"/>
            </a:endParaRPr>
          </a:p>
        </p:txBody>
      </p:sp>
    </p:spTree>
    <p:extLst>
      <p:ext uri="{BB962C8B-B14F-4D97-AF65-F5344CB8AC3E}">
        <p14:creationId xmlns:p14="http://schemas.microsoft.com/office/powerpoint/2010/main" val="162937143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Grey 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Footer Placeholder 2"/>
          <p:cNvSpPr>
            <a:spLocks noGrp="1"/>
          </p:cNvSpPr>
          <p:nvPr>
            <p:ph type="ftr" sz="quarter" idx="10"/>
          </p:nvPr>
        </p:nvSpPr>
        <p:spPr/>
        <p:txBody>
          <a:bodyPr/>
          <a:lstStyle/>
          <a:p>
            <a:pPr defTabSz="844083" eaLnBrk="1" fontAlgn="auto" hangingPunct="1">
              <a:spcBef>
                <a:spcPts val="0"/>
              </a:spcBef>
              <a:spcAft>
                <a:spcPts val="0"/>
              </a:spcAft>
              <a:buClrTx/>
            </a:pPr>
            <a:endParaRPr lang="en-US" i="0">
              <a:solidFill>
                <a:srgbClr val="000000"/>
              </a:solidFill>
              <a:ea typeface="+mn-ea"/>
              <a:cs typeface="+mn-cs"/>
            </a:endParaRPr>
          </a:p>
        </p:txBody>
      </p:sp>
      <p:sp>
        <p:nvSpPr>
          <p:cNvPr id="4" name="Slide Number Placeholder 3"/>
          <p:cNvSpPr>
            <a:spLocks noGrp="1"/>
          </p:cNvSpPr>
          <p:nvPr>
            <p:ph type="sldNum" sz="quarter" idx="11"/>
          </p:nvPr>
        </p:nvSpPr>
        <p:spPr/>
        <p:txBody>
          <a:bodyPr/>
          <a:lstStyle/>
          <a:p>
            <a:pPr defTabSz="844083" eaLnBrk="1" fontAlgn="auto" hangingPunct="1">
              <a:spcBef>
                <a:spcPts val="0"/>
              </a:spcBef>
              <a:spcAft>
                <a:spcPts val="0"/>
              </a:spcAft>
              <a:buClrTx/>
            </a:pPr>
            <a:fld id="{54750402-2FB9-4808-B45A-E9D8797657DF}" type="slidenum">
              <a:rPr lang="en-US" i="0" smtClean="0">
                <a:solidFill>
                  <a:srgbClr val="000000"/>
                </a:solidFill>
                <a:latin typeface="Calibri"/>
                <a:ea typeface="+mn-ea"/>
                <a:cs typeface="+mn-cs"/>
              </a:rPr>
              <a:pPr defTabSz="844083" eaLnBrk="1" fontAlgn="auto" hangingPunct="1">
                <a:spcBef>
                  <a:spcPts val="0"/>
                </a:spcBef>
                <a:spcAft>
                  <a:spcPts val="0"/>
                </a:spcAft>
                <a:buClrTx/>
              </a:pPr>
              <a:t>‹#›</a:t>
            </a:fld>
            <a:endParaRPr lang="en-US" i="0">
              <a:solidFill>
                <a:srgbClr val="000000"/>
              </a:solidFill>
              <a:latin typeface="Calibri"/>
              <a:ea typeface="+mn-ea"/>
              <a:cs typeface="+mn-cs"/>
            </a:endParaRPr>
          </a:p>
        </p:txBody>
      </p:sp>
    </p:spTree>
    <p:extLst>
      <p:ext uri="{BB962C8B-B14F-4D97-AF65-F5344CB8AC3E}">
        <p14:creationId xmlns:p14="http://schemas.microsoft.com/office/powerpoint/2010/main" val="132800466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Section">
    <p:spTree>
      <p:nvGrpSpPr>
        <p:cNvPr id="1" name=""/>
        <p:cNvGrpSpPr/>
        <p:nvPr/>
      </p:nvGrpSpPr>
      <p:grpSpPr>
        <a:xfrm>
          <a:off x="0" y="0"/>
          <a:ext cx="0" cy="0"/>
          <a:chOff x="0" y="0"/>
          <a:chExt cx="0" cy="0"/>
        </a:xfrm>
      </p:grpSpPr>
      <p:pic>
        <p:nvPicPr>
          <p:cNvPr id="7" name="Picture 1" descr="C:\Users\wanyinglim\Pictures\LOGO\dbslogo_e1_4c.jpg"/>
          <p:cNvPicPr>
            <a:picLocks noChangeAspect="1" noChangeArrowheads="1"/>
          </p:cNvPicPr>
          <p:nvPr userDrawn="1"/>
        </p:nvPicPr>
        <p:blipFill>
          <a:blip r:embed="rId2" cstate="print"/>
          <a:srcRect/>
          <a:stretch>
            <a:fillRect/>
          </a:stretch>
        </p:blipFill>
        <p:spPr bwMode="auto">
          <a:xfrm>
            <a:off x="7391400" y="6248400"/>
            <a:ext cx="1282212" cy="533400"/>
          </a:xfrm>
          <a:prstGeom prst="rect">
            <a:avLst/>
          </a:prstGeom>
          <a:noFill/>
        </p:spPr>
      </p:pic>
      <p:sp>
        <p:nvSpPr>
          <p:cNvPr id="9" name="Rectangle 3"/>
          <p:cNvSpPr>
            <a:spLocks noChangeArrowheads="1"/>
          </p:cNvSpPr>
          <p:nvPr userDrawn="1"/>
        </p:nvSpPr>
        <p:spPr bwMode="auto">
          <a:xfrm>
            <a:off x="685800" y="3276600"/>
            <a:ext cx="7848600" cy="21600"/>
          </a:xfrm>
          <a:prstGeom prst="rect">
            <a:avLst/>
          </a:prstGeom>
          <a:solidFill>
            <a:srgbClr val="800000"/>
          </a:solidFill>
          <a:ln w="9525">
            <a:noFill/>
            <a:miter lim="800000"/>
            <a:headEnd/>
            <a:tailEnd/>
          </a:ln>
        </p:spPr>
        <p:txBody>
          <a:bodyPr wrap="none" anchor="ctr"/>
          <a:lstStyle/>
          <a:p>
            <a:pPr marL="0" marR="0" lvl="0" indent="0" algn="ctr" defTabSz="844083" rtl="0" eaLnBrk="0" fontAlgn="base" latinLnBrk="0" hangingPunct="0">
              <a:lnSpc>
                <a:spcPct val="100000"/>
              </a:lnSpc>
              <a:spcBef>
                <a:spcPct val="0"/>
              </a:spcBef>
              <a:spcAft>
                <a:spcPct val="0"/>
              </a:spcAft>
              <a:buClr>
                <a:srgbClr val="BE050A"/>
              </a:buClr>
              <a:buSzTx/>
              <a:buFont typeface="Wingdings" pitchFamily="2" charset="2"/>
              <a:buNone/>
              <a:tabLst/>
              <a:defRPr/>
            </a:pPr>
            <a:endParaRPr kumimoji="0" lang="en-US" sz="1292" b="0" i="0" u="none" strike="noStrike" kern="1200" cap="none" spc="0" normalizeH="0" baseline="0" noProof="0">
              <a:ln>
                <a:noFill/>
              </a:ln>
              <a:solidFill>
                <a:srgbClr val="000000"/>
              </a:solidFill>
              <a:effectLst/>
              <a:uLnTx/>
              <a:uFillTx/>
              <a:latin typeface="Calibri"/>
              <a:ea typeface="+mn-ea"/>
              <a:cs typeface="Arial" charset="0"/>
            </a:endParaRPr>
          </a:p>
        </p:txBody>
      </p:sp>
      <p:sp>
        <p:nvSpPr>
          <p:cNvPr id="10" name="Title 14"/>
          <p:cNvSpPr>
            <a:spLocks noGrp="1"/>
          </p:cNvSpPr>
          <p:nvPr>
            <p:ph type="title"/>
          </p:nvPr>
        </p:nvSpPr>
        <p:spPr>
          <a:xfrm>
            <a:off x="685800" y="2743200"/>
            <a:ext cx="7772400" cy="533400"/>
          </a:xfrm>
        </p:spPr>
        <p:txBody>
          <a:bodyPr anchor="ctr"/>
          <a:lstStyle>
            <a:lvl1pPr algn="ctr">
              <a:defRPr sz="2215" b="0" i="1"/>
            </a:lvl1pPr>
          </a:lstStyle>
          <a:p>
            <a:r>
              <a:rPr lang="en-US"/>
              <a:t>Click to edit Master title style</a:t>
            </a:r>
            <a:endParaRPr lang="en-SG"/>
          </a:p>
        </p:txBody>
      </p:sp>
    </p:spTree>
    <p:extLst>
      <p:ext uri="{BB962C8B-B14F-4D97-AF65-F5344CB8AC3E}">
        <p14:creationId xmlns:p14="http://schemas.microsoft.com/office/powerpoint/2010/main" val="3880469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image" Target="../media/image4.jpeg"/><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image" Target="../media/image4.jpeg"/><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image" Target="../media/image4.jpeg"/><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image" Target="../media/image4.jpeg"/><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slideLayout" Target="../slideLayouts/slideLayout71.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slideLayout" Target="../slideLayouts/slideLayout70.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5" Type="http://schemas.openxmlformats.org/officeDocument/2006/relationships/image" Target="../media/image4.jpeg"/><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 Id="rId1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63575" y="489692"/>
            <a:ext cx="7845552" cy="469159"/>
          </a:xfrm>
          <a:prstGeom prst="rect">
            <a:avLst/>
          </a:prstGeom>
          <a:noFill/>
          <a:ln w="9525">
            <a:noFill/>
            <a:miter lim="800000"/>
            <a:headEnd/>
            <a:tailEnd/>
          </a:ln>
        </p:spPr>
        <p:txBody>
          <a:bodyPr vert="horz" wrap="square" lIns="45716" tIns="45716" rIns="45716" bIns="45716" numCol="1" anchor="b" anchorCtr="0" compatLnSpc="1">
            <a:prstTxWarp prst="textNoShape">
              <a:avLst/>
            </a:prstTxWarp>
            <a:spAutoFit/>
          </a:bodyPr>
          <a:lstStyle/>
          <a:p>
            <a:pPr lvl="0"/>
            <a:r>
              <a:rPr lang="en-US" altLang="en-US"/>
              <a:t>Click to edit Master title / style</a:t>
            </a:r>
          </a:p>
        </p:txBody>
      </p:sp>
      <p:sp>
        <p:nvSpPr>
          <p:cNvPr id="2051" name="Rectangle 3"/>
          <p:cNvSpPr>
            <a:spLocks noGrp="1" noChangeArrowheads="1"/>
          </p:cNvSpPr>
          <p:nvPr>
            <p:ph type="body" idx="1"/>
          </p:nvPr>
        </p:nvSpPr>
        <p:spPr bwMode="auto">
          <a:xfrm>
            <a:off x="663575" y="1041400"/>
            <a:ext cx="7843838" cy="4978400"/>
          </a:xfrm>
          <a:prstGeom prst="rect">
            <a:avLst/>
          </a:prstGeom>
          <a:noFill/>
          <a:ln w="9525">
            <a:noFill/>
            <a:miter lim="800000"/>
            <a:headEnd/>
            <a:tailEnd/>
          </a:ln>
        </p:spPr>
        <p:txBody>
          <a:bodyPr vert="horz" wrap="square" lIns="45716" tIns="45716" rIns="45716" bIns="45716"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  </a:t>
            </a:r>
          </a:p>
        </p:txBody>
      </p:sp>
      <p:sp>
        <p:nvSpPr>
          <p:cNvPr id="1069" name="Rectangle 45"/>
          <p:cNvSpPr>
            <a:spLocks noGrp="1" noChangeArrowheads="1"/>
          </p:cNvSpPr>
          <p:nvPr>
            <p:ph type="sldNum" sz="quarter" idx="4"/>
          </p:nvPr>
        </p:nvSpPr>
        <p:spPr bwMode="auto">
          <a:xfrm>
            <a:off x="7897813" y="6398780"/>
            <a:ext cx="1066800" cy="217937"/>
          </a:xfrm>
          <a:prstGeom prst="rect">
            <a:avLst/>
          </a:prstGeom>
          <a:noFill/>
          <a:ln w="9525">
            <a:noFill/>
            <a:miter lim="800000"/>
            <a:headEnd/>
            <a:tailEnd/>
          </a:ln>
          <a:effectLst/>
        </p:spPr>
        <p:txBody>
          <a:bodyPr vert="horz" wrap="square" lIns="91430" tIns="45716" rIns="91430" bIns="45716" numCol="1" anchor="b" anchorCtr="0" compatLnSpc="1">
            <a:prstTxWarp prst="textNoShape">
              <a:avLst/>
            </a:prstTxWarp>
            <a:spAutoFit/>
          </a:bodyPr>
          <a:lstStyle>
            <a:lvl1pPr algn="r">
              <a:spcAft>
                <a:spcPct val="0"/>
              </a:spcAft>
              <a:buClrTx/>
              <a:buFontTx/>
              <a:buNone/>
              <a:defRPr sz="800" b="0" i="0" smtClean="0">
                <a:latin typeface="+mn-lt"/>
                <a:ea typeface="+mn-ea"/>
                <a:cs typeface="+mn-cs"/>
              </a:defRPr>
            </a:lvl1pPr>
          </a:lstStyle>
          <a:p>
            <a:pPr>
              <a:defRPr/>
            </a:pPr>
            <a:fld id="{61AA2986-DDCD-443C-83B9-CE7276928BF1}" type="slidenum">
              <a:rPr lang="en-US" altLang="en-US" smtClean="0"/>
              <a:pPr>
                <a:defRPr/>
              </a:pPr>
              <a:t>‹#›</a:t>
            </a:fld>
            <a:endParaRPr lang="en-US" altLang="en-US"/>
          </a:p>
        </p:txBody>
      </p:sp>
      <p:pic>
        <p:nvPicPr>
          <p:cNvPr id="2053" name="Picture 47"/>
          <p:cNvPicPr>
            <a:picLocks noChangeAspect="1" noChangeArrowheads="1"/>
          </p:cNvPicPr>
          <p:nvPr userDrawn="1"/>
        </p:nvPicPr>
        <p:blipFill>
          <a:blip r:embed="rId8" cstate="print"/>
          <a:srcRect/>
          <a:stretch>
            <a:fillRect/>
          </a:stretch>
        </p:blipFill>
        <p:spPr bwMode="auto">
          <a:xfrm>
            <a:off x="7445383" y="6280151"/>
            <a:ext cx="1089025" cy="317500"/>
          </a:xfrm>
          <a:prstGeom prst="rect">
            <a:avLst/>
          </a:prstGeom>
          <a:noFill/>
          <a:ln w="9525">
            <a:noFill/>
            <a:miter lim="800000"/>
            <a:headEnd/>
            <a:tailEnd/>
          </a:ln>
        </p:spPr>
      </p:pic>
      <p:sp>
        <p:nvSpPr>
          <p:cNvPr id="1070" name="Line 46"/>
          <p:cNvSpPr>
            <a:spLocks noChangeShapeType="1"/>
          </p:cNvSpPr>
          <p:nvPr userDrawn="1"/>
        </p:nvSpPr>
        <p:spPr bwMode="auto">
          <a:xfrm>
            <a:off x="663575" y="6172201"/>
            <a:ext cx="7843838" cy="0"/>
          </a:xfrm>
          <a:prstGeom prst="line">
            <a:avLst/>
          </a:prstGeom>
          <a:noFill/>
          <a:ln w="19050">
            <a:solidFill>
              <a:schemeClr val="accent1"/>
            </a:solidFill>
            <a:round/>
            <a:headEnd/>
            <a:tailEnd/>
          </a:ln>
          <a:effectLst/>
        </p:spPr>
        <p:txBody>
          <a:bodyPr wrap="none" lIns="91430" tIns="45716" rIns="91430" bIns="45716" anchor="ctr"/>
          <a:lstStyle/>
          <a:p>
            <a:pPr algn="ctr">
              <a:spcAft>
                <a:spcPct val="0"/>
              </a:spcAft>
              <a:buClrTx/>
              <a:buFontTx/>
              <a:buNone/>
              <a:defRPr/>
            </a:pPr>
            <a:endParaRPr lang="en-US" sz="2000" b="1" i="0">
              <a:latin typeface="+mn-lt"/>
              <a:ea typeface="+mn-ea"/>
              <a:cs typeface="+mn-cs"/>
            </a:endParaRPr>
          </a:p>
        </p:txBody>
      </p:sp>
      <p:sp>
        <p:nvSpPr>
          <p:cNvPr id="1074" name="Line 50"/>
          <p:cNvSpPr>
            <a:spLocks noChangeShapeType="1"/>
          </p:cNvSpPr>
          <p:nvPr userDrawn="1"/>
        </p:nvSpPr>
        <p:spPr bwMode="auto">
          <a:xfrm>
            <a:off x="663575" y="952500"/>
            <a:ext cx="7843838" cy="0"/>
          </a:xfrm>
          <a:prstGeom prst="line">
            <a:avLst/>
          </a:prstGeom>
          <a:noFill/>
          <a:ln w="19050">
            <a:solidFill>
              <a:schemeClr val="accent1"/>
            </a:solidFill>
            <a:round/>
            <a:headEnd/>
            <a:tailEnd/>
          </a:ln>
          <a:effectLst/>
        </p:spPr>
        <p:txBody>
          <a:bodyPr wrap="none" lIns="91430" tIns="45716" rIns="91430" bIns="45716" anchor="ctr"/>
          <a:lstStyle/>
          <a:p>
            <a:pPr algn="ctr">
              <a:spcAft>
                <a:spcPct val="0"/>
              </a:spcAft>
              <a:buClrTx/>
              <a:buFontTx/>
              <a:buNone/>
              <a:defRPr/>
            </a:pPr>
            <a:endParaRPr lang="en-US" sz="2000" b="1" i="0">
              <a:latin typeface="+mn-lt"/>
              <a:ea typeface="+mn-ea"/>
              <a:cs typeface="+mn-cs"/>
            </a:endParaRPr>
          </a:p>
        </p:txBody>
      </p:sp>
      <p:sp>
        <p:nvSpPr>
          <p:cNvPr id="10" name="Text Box 8">
            <a:extLst>
              <a:ext uri="{FF2B5EF4-FFF2-40B4-BE49-F238E27FC236}">
                <a16:creationId xmlns:a16="http://schemas.microsoft.com/office/drawing/2014/main" id="{BA886A08-A4B8-4A3A-9AE3-8AE26F2C8E7E}"/>
              </a:ext>
            </a:extLst>
          </p:cNvPr>
          <p:cNvSpPr txBox="1">
            <a:spLocks noChangeArrowheads="1"/>
          </p:cNvSpPr>
          <p:nvPr userDrawn="1"/>
        </p:nvSpPr>
        <p:spPr bwMode="auto">
          <a:xfrm>
            <a:off x="6216650" y="259822"/>
            <a:ext cx="2286000" cy="169277"/>
          </a:xfrm>
          <a:prstGeom prst="rect">
            <a:avLst/>
          </a:prstGeom>
          <a:noFill/>
          <a:ln w="9525" algn="ctr">
            <a:noFill/>
            <a:miter lim="800000"/>
            <a:headEnd/>
            <a:tailEnd/>
          </a:ln>
        </p:spPr>
        <p:txBody>
          <a:bodyPr lIns="0" tIns="0" rIns="0" bIns="0">
            <a:spAutoFit/>
          </a:bodyPr>
          <a:lstStyle/>
          <a:p>
            <a:pPr algn="r"/>
            <a:r>
              <a:rPr lang="zh-TW" altLang="en-US" sz="1100" b="0" i="1">
                <a:solidFill>
                  <a:schemeClr val="accent1"/>
                </a:solidFill>
                <a:latin typeface="KaiTi" panose="02010609060101010101" pitchFamily="49" charset="-122"/>
                <a:ea typeface="KaiTi" panose="02010609060101010101" pitchFamily="49" charset="-122"/>
                <a:cs typeface="DFKaiShuW5-B5" pitchFamily="65" charset="-128"/>
              </a:rPr>
              <a:t>嚴格保密</a:t>
            </a:r>
          </a:p>
        </p:txBody>
      </p:sp>
      <p:sp>
        <p:nvSpPr>
          <p:cNvPr id="11" name="Text Box 52">
            <a:extLst>
              <a:ext uri="{FF2B5EF4-FFF2-40B4-BE49-F238E27FC236}">
                <a16:creationId xmlns:a16="http://schemas.microsoft.com/office/drawing/2014/main" id="{9F24ED77-91B5-4765-A6E7-41F4354EC4DA}"/>
              </a:ext>
            </a:extLst>
          </p:cNvPr>
          <p:cNvSpPr txBox="1">
            <a:spLocks noChangeArrowheads="1"/>
          </p:cNvSpPr>
          <p:nvPr userDrawn="1"/>
        </p:nvSpPr>
        <p:spPr bwMode="auto">
          <a:xfrm>
            <a:off x="663575" y="6643017"/>
            <a:ext cx="7234238" cy="184658"/>
          </a:xfrm>
          <a:prstGeom prst="rect">
            <a:avLst/>
          </a:prstGeom>
          <a:noFill/>
          <a:ln w="9525">
            <a:noFill/>
            <a:miter lim="800000"/>
            <a:headEnd/>
            <a:tailEnd/>
          </a:ln>
          <a:effectLst/>
        </p:spPr>
        <p:txBody>
          <a:bodyPr wrap="square" lIns="45716" tIns="45716" rIns="45716" bIns="45716" anchor="b">
            <a:spAutoFit/>
          </a:bodyPr>
          <a:lstStyle/>
          <a:p>
            <a:pPr>
              <a:spcAft>
                <a:spcPct val="0"/>
              </a:spcAft>
              <a:buClrTx/>
              <a:buFontTx/>
              <a:buNone/>
            </a:pPr>
            <a:r>
              <a:rPr lang="zh-TW" altLang="en-US" sz="600" i="1" dirty="0">
                <a:latin typeface="KaiTi" panose="02010609060101010101" pitchFamily="49" charset="-122"/>
                <a:ea typeface="KaiTi" panose="02010609060101010101" pitchFamily="49" charset="-122"/>
              </a:rPr>
              <a:t>聲明 </a:t>
            </a:r>
            <a:r>
              <a:rPr lang="en-US" altLang="zh-TW" sz="600" i="1" dirty="0">
                <a:latin typeface="KaiTi" panose="02010609060101010101" pitchFamily="49" charset="-122"/>
                <a:ea typeface="KaiTi" panose="02010609060101010101" pitchFamily="49" charset="-122"/>
              </a:rPr>
              <a:t>- </a:t>
            </a:r>
            <a:r>
              <a:rPr lang="zh-TW" altLang="en-US" sz="600" i="1" dirty="0">
                <a:latin typeface="KaiTi" panose="02010609060101010101" pitchFamily="49" charset="-122"/>
                <a:ea typeface="KaiTi" panose="02010609060101010101" pitchFamily="49" charset="-122"/>
              </a:rPr>
              <a:t>本介紹所刊載之內容，只供收件人查閱，收件人必需嚴密保管。本介紹所刊載統計資料均摘錄於公開資料，本介紹所提供的意見均屬誠懇之意見，因此我們對有關本介紹之內容並不負任何法律責任。</a:t>
            </a:r>
            <a:endParaRPr lang="en-GB" altLang="en-US" sz="600" i="1" dirty="0">
              <a:latin typeface="KaiTi" panose="02010609060101010101" pitchFamily="49" charset="-122"/>
              <a:ea typeface="KaiTi" panose="02010609060101010101" pitchFamily="49" charset="-122"/>
            </a:endParaRPr>
          </a:p>
        </p:txBody>
      </p:sp>
    </p:spTree>
  </p:cSld>
  <p:clrMap bg1="lt1" tx1="dk1" bg2="lt2" tx2="dk2" accent1="accent1" accent2="accent2" accent3="accent3" accent4="accent4" accent5="accent5" accent6="accent6" hlink="hlink" folHlink="folHlink"/>
  <p:sldLayoutIdLst>
    <p:sldLayoutId id="2147483698" r:id="rId1"/>
    <p:sldLayoutId id="2147483675" r:id="rId2"/>
    <p:sldLayoutId id="2147483674" r:id="rId3"/>
    <p:sldLayoutId id="2147483678" r:id="rId4"/>
    <p:sldLayoutId id="2147483803" r:id="rId5"/>
    <p:sldLayoutId id="2147483804" r:id="rId6"/>
  </p:sldLayoutIdLst>
  <p:hf hdr="0" ftr="0" dt="0"/>
  <p:txStyles>
    <p:titleStyle>
      <a:lvl1pPr algn="l" rtl="0" eaLnBrk="0" fontAlgn="base" hangingPunct="0">
        <a:spcBef>
          <a:spcPct val="0"/>
        </a:spcBef>
        <a:spcAft>
          <a:spcPct val="0"/>
        </a:spcAft>
        <a:tabLst>
          <a:tab pos="457200" algn="l"/>
        </a:tabLst>
        <a:defRPr sz="2400" b="1">
          <a:solidFill>
            <a:schemeClr val="tx1"/>
          </a:solidFill>
          <a:latin typeface="+mn-lt"/>
          <a:ea typeface="+mn-ea"/>
          <a:cs typeface="DFKaiShu-GB5" pitchFamily="65" charset="-128"/>
        </a:defRPr>
      </a:lvl1pPr>
      <a:lvl2pPr algn="l" rtl="0" eaLnBrk="0" fontAlgn="base" hangingPunct="0">
        <a:spcBef>
          <a:spcPct val="0"/>
        </a:spcBef>
        <a:spcAft>
          <a:spcPct val="0"/>
        </a:spcAft>
        <a:defRPr sz="2400" b="1">
          <a:solidFill>
            <a:schemeClr val="tx1"/>
          </a:solidFill>
          <a:latin typeface="Calibri" pitchFamily="34" charset="0"/>
          <a:ea typeface="DFKaiShu-GB5" pitchFamily="65" charset="-128"/>
          <a:cs typeface="DFKaiShu-GB5" pitchFamily="65" charset="-128"/>
        </a:defRPr>
      </a:lvl2pPr>
      <a:lvl3pPr algn="l" rtl="0" eaLnBrk="0" fontAlgn="base" hangingPunct="0">
        <a:spcBef>
          <a:spcPct val="0"/>
        </a:spcBef>
        <a:spcAft>
          <a:spcPct val="0"/>
        </a:spcAft>
        <a:defRPr sz="2400" b="1">
          <a:solidFill>
            <a:schemeClr val="tx1"/>
          </a:solidFill>
          <a:latin typeface="Calibri" pitchFamily="34" charset="0"/>
          <a:ea typeface="DFKaiShu-GB5" pitchFamily="65" charset="-128"/>
          <a:cs typeface="DFKaiShu-GB5" pitchFamily="65" charset="-128"/>
        </a:defRPr>
      </a:lvl3pPr>
      <a:lvl4pPr algn="l" rtl="0" eaLnBrk="0" fontAlgn="base" hangingPunct="0">
        <a:spcBef>
          <a:spcPct val="0"/>
        </a:spcBef>
        <a:spcAft>
          <a:spcPct val="0"/>
        </a:spcAft>
        <a:defRPr sz="2400" b="1">
          <a:solidFill>
            <a:schemeClr val="tx1"/>
          </a:solidFill>
          <a:latin typeface="Calibri" pitchFamily="34" charset="0"/>
          <a:ea typeface="DFKaiShu-GB5" pitchFamily="65" charset="-128"/>
          <a:cs typeface="DFKaiShu-GB5" pitchFamily="65" charset="-128"/>
        </a:defRPr>
      </a:lvl4pPr>
      <a:lvl5pPr algn="l" rtl="0" eaLnBrk="0" fontAlgn="base" hangingPunct="0">
        <a:spcBef>
          <a:spcPct val="0"/>
        </a:spcBef>
        <a:spcAft>
          <a:spcPct val="0"/>
        </a:spcAft>
        <a:defRPr sz="2400" b="1">
          <a:solidFill>
            <a:schemeClr val="tx1"/>
          </a:solidFill>
          <a:latin typeface="Calibri" pitchFamily="34" charset="0"/>
          <a:ea typeface="DFKaiShu-GB5" pitchFamily="65" charset="-128"/>
          <a:cs typeface="DFKaiShu-GB5" pitchFamily="65" charset="-128"/>
        </a:defRPr>
      </a:lvl5pPr>
      <a:lvl6pPr marL="457152" algn="l" rtl="0" eaLnBrk="0" fontAlgn="base" hangingPunct="0">
        <a:spcBef>
          <a:spcPct val="0"/>
        </a:spcBef>
        <a:spcAft>
          <a:spcPct val="0"/>
        </a:spcAft>
        <a:defRPr sz="2400" b="1">
          <a:solidFill>
            <a:schemeClr val="tx1"/>
          </a:solidFill>
          <a:latin typeface="Calibri" pitchFamily="34" charset="0"/>
          <a:ea typeface="DFKaiShu-GB5" pitchFamily="65" charset="-128"/>
        </a:defRPr>
      </a:lvl6pPr>
      <a:lvl7pPr marL="914303" algn="l" rtl="0" eaLnBrk="0" fontAlgn="base" hangingPunct="0">
        <a:spcBef>
          <a:spcPct val="0"/>
        </a:spcBef>
        <a:spcAft>
          <a:spcPct val="0"/>
        </a:spcAft>
        <a:defRPr sz="2400" b="1">
          <a:solidFill>
            <a:schemeClr val="tx1"/>
          </a:solidFill>
          <a:latin typeface="Calibri" pitchFamily="34" charset="0"/>
          <a:ea typeface="DFKaiShu-GB5" pitchFamily="65" charset="-128"/>
        </a:defRPr>
      </a:lvl7pPr>
      <a:lvl8pPr marL="1371455" algn="l" rtl="0" eaLnBrk="0" fontAlgn="base" hangingPunct="0">
        <a:spcBef>
          <a:spcPct val="0"/>
        </a:spcBef>
        <a:spcAft>
          <a:spcPct val="0"/>
        </a:spcAft>
        <a:defRPr sz="2400" b="1">
          <a:solidFill>
            <a:schemeClr val="tx1"/>
          </a:solidFill>
          <a:latin typeface="Calibri" pitchFamily="34" charset="0"/>
          <a:ea typeface="DFKaiShu-GB5" pitchFamily="65" charset="-128"/>
        </a:defRPr>
      </a:lvl8pPr>
      <a:lvl9pPr marL="1828606" algn="l" rtl="0" eaLnBrk="0" fontAlgn="base" hangingPunct="0">
        <a:spcBef>
          <a:spcPct val="0"/>
        </a:spcBef>
        <a:spcAft>
          <a:spcPct val="0"/>
        </a:spcAft>
        <a:defRPr sz="2400" b="1">
          <a:solidFill>
            <a:schemeClr val="tx1"/>
          </a:solidFill>
          <a:latin typeface="Calibri" pitchFamily="34" charset="0"/>
          <a:ea typeface="DFKaiShu-GB5" pitchFamily="65" charset="-128"/>
        </a:defRPr>
      </a:lvl9pPr>
    </p:titleStyle>
    <p:bodyStyle>
      <a:lvl1pPr marL="231751" indent="-231751" algn="l" rtl="0" eaLnBrk="1" fontAlgn="base" hangingPunct="0">
        <a:spcBef>
          <a:spcPts val="300"/>
        </a:spcBef>
        <a:spcAft>
          <a:spcPts val="300"/>
        </a:spcAft>
        <a:buClr>
          <a:schemeClr val="accent1"/>
        </a:buClr>
        <a:buFont typeface="Wingdings" pitchFamily="2" charset="2"/>
        <a:buChar char="n"/>
        <a:defRPr sz="1600">
          <a:solidFill>
            <a:schemeClr val="tx1"/>
          </a:solidFill>
          <a:latin typeface="+mn-lt"/>
          <a:ea typeface="+mn-ea"/>
          <a:cs typeface="DFKaiShu-GB5" pitchFamily="65" charset="-128"/>
        </a:defRPr>
      </a:lvl1pPr>
      <a:lvl2pPr marL="566678" indent="-220640" algn="l" rtl="0" eaLnBrk="1" fontAlgn="base" hangingPunct="0">
        <a:spcBef>
          <a:spcPts val="300"/>
        </a:spcBef>
        <a:spcAft>
          <a:spcPts val="300"/>
        </a:spcAft>
        <a:buClr>
          <a:srgbClr val="626262"/>
        </a:buClr>
        <a:buFont typeface="Wingdings" pitchFamily="2" charset="2"/>
        <a:buChar char="u"/>
        <a:defRPr sz="1400">
          <a:solidFill>
            <a:schemeClr val="tx1"/>
          </a:solidFill>
          <a:latin typeface="+mn-lt"/>
          <a:ea typeface="+mn-ea"/>
          <a:cs typeface="DFKaiShu-GB5" pitchFamily="65" charset="-128"/>
        </a:defRPr>
      </a:lvl2pPr>
      <a:lvl3pPr marL="909541" indent="-228576" algn="l" rtl="0" eaLnBrk="1" fontAlgn="base" hangingPunct="0">
        <a:spcBef>
          <a:spcPts val="300"/>
        </a:spcBef>
        <a:spcAft>
          <a:spcPts val="300"/>
        </a:spcAft>
        <a:buFont typeface="Arial" pitchFamily="34" charset="0"/>
        <a:buChar char="—"/>
        <a:defRPr sz="1400">
          <a:solidFill>
            <a:schemeClr val="tx1"/>
          </a:solidFill>
          <a:latin typeface="+mn-lt"/>
          <a:ea typeface="+mn-ea"/>
          <a:cs typeface="DFKaiShu-GB5" pitchFamily="65" charset="-128"/>
        </a:defRPr>
      </a:lvl3pPr>
      <a:lvl4pPr marL="1252405" indent="-228576" algn="l" rtl="0" eaLnBrk="1" fontAlgn="base" hangingPunct="0">
        <a:spcBef>
          <a:spcPts val="300"/>
        </a:spcBef>
        <a:spcAft>
          <a:spcPts val="300"/>
        </a:spcAft>
        <a:buChar char="–"/>
        <a:defRPr sz="1400">
          <a:solidFill>
            <a:schemeClr val="tx1"/>
          </a:solidFill>
          <a:latin typeface="+mn-lt"/>
          <a:ea typeface="+mn-ea"/>
          <a:cs typeface="DFKaiShu-GB5" pitchFamily="65" charset="-128"/>
        </a:defRPr>
      </a:lvl4pPr>
      <a:lvl5pPr marL="1595269" indent="-228576" algn="l" rtl="0" eaLnBrk="1" fontAlgn="base" hangingPunct="0">
        <a:spcBef>
          <a:spcPts val="300"/>
        </a:spcBef>
        <a:spcAft>
          <a:spcPts val="300"/>
        </a:spcAft>
        <a:buChar char="»"/>
        <a:defRPr sz="1400">
          <a:solidFill>
            <a:schemeClr val="tx1"/>
          </a:solidFill>
          <a:latin typeface="+mn-lt"/>
          <a:ea typeface="+mn-ea"/>
          <a:cs typeface="DFKaiShu-GB5" pitchFamily="65" charset="-128"/>
        </a:defRPr>
      </a:lvl5pPr>
      <a:lvl6pPr marL="2052420" indent="-228576" algn="l" rtl="0" eaLnBrk="0" fontAlgn="base" hangingPunct="0">
        <a:spcBef>
          <a:spcPct val="0"/>
        </a:spcBef>
        <a:spcAft>
          <a:spcPct val="30000"/>
        </a:spcAft>
        <a:buChar char="»"/>
        <a:defRPr sz="1400">
          <a:solidFill>
            <a:schemeClr val="tx1"/>
          </a:solidFill>
          <a:latin typeface="+mn-lt"/>
          <a:ea typeface="+mn-ea"/>
        </a:defRPr>
      </a:lvl6pPr>
      <a:lvl7pPr marL="2509572" indent="-228576" algn="l" rtl="0" eaLnBrk="0" fontAlgn="base" hangingPunct="0">
        <a:spcBef>
          <a:spcPct val="0"/>
        </a:spcBef>
        <a:spcAft>
          <a:spcPct val="30000"/>
        </a:spcAft>
        <a:buChar char="»"/>
        <a:defRPr sz="1400">
          <a:solidFill>
            <a:schemeClr val="tx1"/>
          </a:solidFill>
          <a:latin typeface="+mn-lt"/>
          <a:ea typeface="+mn-ea"/>
        </a:defRPr>
      </a:lvl7pPr>
      <a:lvl8pPr marL="2966723" indent="-228576" algn="l" rtl="0" eaLnBrk="0" fontAlgn="base" hangingPunct="0">
        <a:spcBef>
          <a:spcPct val="0"/>
        </a:spcBef>
        <a:spcAft>
          <a:spcPct val="30000"/>
        </a:spcAft>
        <a:buChar char="»"/>
        <a:defRPr sz="1400">
          <a:solidFill>
            <a:schemeClr val="tx1"/>
          </a:solidFill>
          <a:latin typeface="+mn-lt"/>
          <a:ea typeface="+mn-ea"/>
        </a:defRPr>
      </a:lvl8pPr>
      <a:lvl9pPr marL="3423875" indent="-228576" algn="l" rtl="0" eaLnBrk="0" fontAlgn="base" hangingPunct="0">
        <a:spcBef>
          <a:spcPct val="0"/>
        </a:spcBef>
        <a:spcAft>
          <a:spcPct val="30000"/>
        </a:spcAft>
        <a:buChar char="»"/>
        <a:defRPr sz="1400">
          <a:solidFill>
            <a:schemeClr val="tx1"/>
          </a:solidFill>
          <a:latin typeface="+mn-lt"/>
          <a:ea typeface="+mn-ea"/>
        </a:defRPr>
      </a:lvl9pPr>
    </p:bodyStyle>
    <p:otherStyle>
      <a:defPPr>
        <a:defRPr lang="en-US"/>
      </a:defPPr>
      <a:lvl1pPr marL="0" algn="l" defTabSz="914303" rtl="0" eaLnBrk="1" latinLnBrk="0" hangingPunct="1">
        <a:defRPr sz="1800" kern="1200">
          <a:solidFill>
            <a:schemeClr val="tx1"/>
          </a:solidFill>
          <a:latin typeface="+mn-lt"/>
          <a:ea typeface="+mn-ea"/>
          <a:cs typeface="+mn-cs"/>
        </a:defRPr>
      </a:lvl1pPr>
      <a:lvl2pPr marL="457152" algn="l" defTabSz="914303" rtl="0" eaLnBrk="1" latinLnBrk="0" hangingPunct="1">
        <a:defRPr sz="1800" kern="1200">
          <a:solidFill>
            <a:schemeClr val="tx1"/>
          </a:solidFill>
          <a:latin typeface="+mn-lt"/>
          <a:ea typeface="+mn-ea"/>
          <a:cs typeface="+mn-cs"/>
        </a:defRPr>
      </a:lvl2pPr>
      <a:lvl3pPr marL="914303" algn="l" defTabSz="914303" rtl="0" eaLnBrk="1" latinLnBrk="0" hangingPunct="1">
        <a:defRPr sz="1800" kern="1200">
          <a:solidFill>
            <a:schemeClr val="tx1"/>
          </a:solidFill>
          <a:latin typeface="+mn-lt"/>
          <a:ea typeface="+mn-ea"/>
          <a:cs typeface="+mn-cs"/>
        </a:defRPr>
      </a:lvl3pPr>
      <a:lvl4pPr marL="1371455" algn="l" defTabSz="914303" rtl="0" eaLnBrk="1" latinLnBrk="0" hangingPunct="1">
        <a:defRPr sz="1800" kern="1200">
          <a:solidFill>
            <a:schemeClr val="tx1"/>
          </a:solidFill>
          <a:latin typeface="+mn-lt"/>
          <a:ea typeface="+mn-ea"/>
          <a:cs typeface="+mn-cs"/>
        </a:defRPr>
      </a:lvl4pPr>
      <a:lvl5pPr marL="1828606" algn="l" defTabSz="914303" rtl="0" eaLnBrk="1" latinLnBrk="0" hangingPunct="1">
        <a:defRPr sz="1800" kern="1200">
          <a:solidFill>
            <a:schemeClr val="tx1"/>
          </a:solidFill>
          <a:latin typeface="+mn-lt"/>
          <a:ea typeface="+mn-ea"/>
          <a:cs typeface="+mn-cs"/>
        </a:defRPr>
      </a:lvl5pPr>
      <a:lvl6pPr marL="2285758" algn="l" defTabSz="914303" rtl="0" eaLnBrk="1" latinLnBrk="0" hangingPunct="1">
        <a:defRPr sz="1800" kern="1200">
          <a:solidFill>
            <a:schemeClr val="tx1"/>
          </a:solidFill>
          <a:latin typeface="+mn-lt"/>
          <a:ea typeface="+mn-ea"/>
          <a:cs typeface="+mn-cs"/>
        </a:defRPr>
      </a:lvl6pPr>
      <a:lvl7pPr marL="2742909" algn="l" defTabSz="914303" rtl="0" eaLnBrk="1" latinLnBrk="0" hangingPunct="1">
        <a:defRPr sz="1800" kern="1200">
          <a:solidFill>
            <a:schemeClr val="tx1"/>
          </a:solidFill>
          <a:latin typeface="+mn-lt"/>
          <a:ea typeface="+mn-ea"/>
          <a:cs typeface="+mn-cs"/>
        </a:defRPr>
      </a:lvl7pPr>
      <a:lvl8pPr marL="3200061" algn="l" defTabSz="914303" rtl="0" eaLnBrk="1" latinLnBrk="0" hangingPunct="1">
        <a:defRPr sz="1800" kern="1200">
          <a:solidFill>
            <a:schemeClr val="tx1"/>
          </a:solidFill>
          <a:latin typeface="+mn-lt"/>
          <a:ea typeface="+mn-ea"/>
          <a:cs typeface="+mn-cs"/>
        </a:defRPr>
      </a:lvl8pPr>
      <a:lvl9pPr marL="3657212" algn="l" defTabSz="91430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550600" y="0"/>
            <a:ext cx="8499616"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ltLang="en-US"/>
              <a:t>Click to edit Master title / style</a:t>
            </a:r>
          </a:p>
        </p:txBody>
      </p:sp>
      <p:sp>
        <p:nvSpPr>
          <p:cNvPr id="1073" name="Rectangle 49"/>
          <p:cNvSpPr>
            <a:spLocks noGrp="1" noChangeArrowheads="1"/>
          </p:cNvSpPr>
          <p:nvPr>
            <p:ph type="ftr" sz="quarter" idx="3"/>
          </p:nvPr>
        </p:nvSpPr>
        <p:spPr bwMode="auto">
          <a:xfrm>
            <a:off x="351692" y="6229350"/>
            <a:ext cx="6822831"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800" u="none">
                <a:latin typeface="Arial" pitchFamily="34" charset="0"/>
              </a:defRPr>
            </a:lvl1pPr>
          </a:lstStyle>
          <a:p>
            <a:pPr eaLnBrk="1" fontAlgn="auto" hangingPunct="1">
              <a:spcBef>
                <a:spcPts val="0"/>
              </a:spcBef>
              <a:spcAft>
                <a:spcPts val="0"/>
              </a:spcAft>
              <a:buClrTx/>
              <a:buFontTx/>
              <a:buNone/>
            </a:pPr>
            <a:endParaRPr lang="en-US" i="0">
              <a:solidFill>
                <a:srgbClr val="000000"/>
              </a:solidFill>
            </a:endParaRPr>
          </a:p>
        </p:txBody>
      </p:sp>
      <p:sp>
        <p:nvSpPr>
          <p:cNvPr id="1074" name="Line 50"/>
          <p:cNvSpPr>
            <a:spLocks noChangeShapeType="1"/>
          </p:cNvSpPr>
          <p:nvPr/>
        </p:nvSpPr>
        <p:spPr bwMode="gray">
          <a:xfrm>
            <a:off x="351698" y="533400"/>
            <a:ext cx="8510955" cy="0"/>
          </a:xfrm>
          <a:prstGeom prst="line">
            <a:avLst/>
          </a:prstGeom>
          <a:noFill/>
          <a:ln w="19050">
            <a:solidFill>
              <a:schemeClr val="accent1"/>
            </a:solidFill>
            <a:round/>
            <a:headEnd/>
            <a:tailEnd/>
          </a:ln>
          <a:effectLst/>
        </p:spPr>
        <p:txBody>
          <a:bodyPr wrap="none" anchor="ctr"/>
          <a:lstStyle/>
          <a:p>
            <a:pPr eaLnBrk="1" fontAlgn="auto" hangingPunct="1">
              <a:spcBef>
                <a:spcPts val="0"/>
              </a:spcBef>
              <a:spcAft>
                <a:spcPts val="0"/>
              </a:spcAft>
              <a:defRPr/>
            </a:pPr>
            <a:endParaRPr lang="en-US" sz="900" i="0">
              <a:solidFill>
                <a:srgbClr val="000000"/>
              </a:solidFill>
              <a:latin typeface="Calibri"/>
            </a:endParaRPr>
          </a:p>
        </p:txBody>
      </p:sp>
      <p:sp>
        <p:nvSpPr>
          <p:cNvPr id="3078" name="Rectangle 3"/>
          <p:cNvSpPr>
            <a:spLocks noGrp="1" noChangeArrowheads="1"/>
          </p:cNvSpPr>
          <p:nvPr>
            <p:ph type="body" idx="1"/>
          </p:nvPr>
        </p:nvSpPr>
        <p:spPr bwMode="gray">
          <a:xfrm>
            <a:off x="351692" y="762000"/>
            <a:ext cx="8493264" cy="5329238"/>
          </a:xfrm>
          <a:prstGeom prst="rect">
            <a:avLst/>
          </a:prstGeom>
          <a:noFill/>
          <a:ln w="9525">
            <a:noFill/>
            <a:miter lim="800000"/>
            <a:headEnd/>
            <a:tailEnd/>
          </a:ln>
        </p:spPr>
        <p:txBody>
          <a:bodyPr vert="horz" wrap="square" lIns="45720" tIns="45720" rIns="4572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 name="Line 50"/>
          <p:cNvSpPr>
            <a:spLocks noChangeShapeType="1"/>
          </p:cNvSpPr>
          <p:nvPr/>
        </p:nvSpPr>
        <p:spPr bwMode="gray">
          <a:xfrm>
            <a:off x="351692" y="6223000"/>
            <a:ext cx="8510954" cy="0"/>
          </a:xfrm>
          <a:prstGeom prst="line">
            <a:avLst/>
          </a:prstGeom>
          <a:noFill/>
          <a:ln w="19050">
            <a:solidFill>
              <a:schemeClr val="accent1"/>
            </a:solidFill>
            <a:round/>
            <a:headEnd/>
            <a:tailEnd/>
          </a:ln>
          <a:effectLst/>
        </p:spPr>
        <p:txBody>
          <a:bodyPr wrap="none" anchor="ctr"/>
          <a:lstStyle/>
          <a:p>
            <a:pPr eaLnBrk="1" fontAlgn="auto" hangingPunct="1">
              <a:spcBef>
                <a:spcPts val="0"/>
              </a:spcBef>
              <a:spcAft>
                <a:spcPts val="0"/>
              </a:spcAft>
              <a:defRPr/>
            </a:pPr>
            <a:endParaRPr lang="en-US" sz="900" i="0">
              <a:solidFill>
                <a:srgbClr val="000000"/>
              </a:solidFill>
              <a:latin typeface="Calibri"/>
            </a:endParaRPr>
          </a:p>
        </p:txBody>
      </p:sp>
      <p:sp>
        <p:nvSpPr>
          <p:cNvPr id="1069" name="Rectangle 45"/>
          <p:cNvSpPr>
            <a:spLocks noGrp="1" noChangeArrowheads="1"/>
          </p:cNvSpPr>
          <p:nvPr>
            <p:ph type="sldNum" sz="quarter" idx="4"/>
          </p:nvPr>
        </p:nvSpPr>
        <p:spPr bwMode="auto">
          <a:xfrm>
            <a:off x="7879854" y="6409550"/>
            <a:ext cx="1066800" cy="3810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sz="800" u="none"/>
            </a:lvl1pPr>
          </a:lstStyle>
          <a:p>
            <a:pPr eaLnBrk="1" fontAlgn="auto" hangingPunct="1">
              <a:spcBef>
                <a:spcPts val="0"/>
              </a:spcBef>
              <a:spcAft>
                <a:spcPts val="0"/>
              </a:spcAft>
              <a:buClrTx/>
              <a:buFontTx/>
              <a:buNone/>
            </a:pPr>
            <a:fld id="{54750402-2FB9-4808-B45A-E9D8797657DF}" type="slidenum">
              <a:rPr lang="en-US" i="0" smtClean="0">
                <a:solidFill>
                  <a:srgbClr val="000000"/>
                </a:solidFill>
                <a:latin typeface="Calibri"/>
              </a:rPr>
              <a:pPr eaLnBrk="1" fontAlgn="auto" hangingPunct="1">
                <a:spcBef>
                  <a:spcPts val="0"/>
                </a:spcBef>
                <a:spcAft>
                  <a:spcPts val="0"/>
                </a:spcAft>
                <a:buClrTx/>
                <a:buFontTx/>
                <a:buNone/>
              </a:pPr>
              <a:t>‹#›</a:t>
            </a:fld>
            <a:endParaRPr lang="en-US" i="0">
              <a:solidFill>
                <a:srgbClr val="000000"/>
              </a:solidFill>
              <a:latin typeface="Calibri"/>
            </a:endParaRPr>
          </a:p>
        </p:txBody>
      </p:sp>
      <p:pic>
        <p:nvPicPr>
          <p:cNvPr id="9" name="Picture 1" descr="C:\Users\wanyinglim\Pictures\LOGO\dbslogo_e1_4c.jpg"/>
          <p:cNvPicPr>
            <a:picLocks noChangeAspect="1" noChangeArrowheads="1"/>
          </p:cNvPicPr>
          <p:nvPr userDrawn="1"/>
        </p:nvPicPr>
        <p:blipFill>
          <a:blip r:embed="rId15" cstate="print"/>
          <a:srcRect/>
          <a:stretch>
            <a:fillRect/>
          </a:stretch>
        </p:blipFill>
        <p:spPr bwMode="auto">
          <a:xfrm>
            <a:off x="7391400" y="6248400"/>
            <a:ext cx="1282212" cy="533400"/>
          </a:xfrm>
          <a:prstGeom prst="rect">
            <a:avLst/>
          </a:prstGeom>
          <a:noFill/>
        </p:spPr>
      </p:pic>
    </p:spTree>
    <p:extLst>
      <p:ext uri="{BB962C8B-B14F-4D97-AF65-F5344CB8AC3E}">
        <p14:creationId xmlns:p14="http://schemas.microsoft.com/office/powerpoint/2010/main" val="3177138231"/>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Lst>
  <p:hf hdr="0" ftr="0" dt="0"/>
  <p:txStyles>
    <p:titleStyle>
      <a:lvl1pPr algn="l" rtl="0" eaLnBrk="1" fontAlgn="base" hangingPunct="1">
        <a:spcBef>
          <a:spcPct val="0"/>
        </a:spcBef>
        <a:spcAft>
          <a:spcPct val="0"/>
        </a:spcAft>
        <a:defRPr b="1">
          <a:solidFill>
            <a:schemeClr val="tx1"/>
          </a:solidFill>
          <a:latin typeface="+mj-lt"/>
          <a:ea typeface="+mj-ea"/>
          <a:cs typeface="+mj-cs"/>
        </a:defRPr>
      </a:lvl1pPr>
      <a:lvl2pPr algn="l" rtl="0" eaLnBrk="1" fontAlgn="base" hangingPunct="1">
        <a:spcBef>
          <a:spcPct val="0"/>
        </a:spcBef>
        <a:spcAft>
          <a:spcPct val="0"/>
        </a:spcAft>
        <a:defRPr b="1">
          <a:solidFill>
            <a:schemeClr val="tx1"/>
          </a:solidFill>
          <a:latin typeface="Calibri" pitchFamily="34" charset="0"/>
        </a:defRPr>
      </a:lvl2pPr>
      <a:lvl3pPr algn="l" rtl="0" eaLnBrk="1" fontAlgn="base" hangingPunct="1">
        <a:spcBef>
          <a:spcPct val="0"/>
        </a:spcBef>
        <a:spcAft>
          <a:spcPct val="0"/>
        </a:spcAft>
        <a:defRPr b="1">
          <a:solidFill>
            <a:schemeClr val="tx1"/>
          </a:solidFill>
          <a:latin typeface="Calibri" pitchFamily="34" charset="0"/>
        </a:defRPr>
      </a:lvl3pPr>
      <a:lvl4pPr algn="l" rtl="0" eaLnBrk="1" fontAlgn="base" hangingPunct="1">
        <a:spcBef>
          <a:spcPct val="0"/>
        </a:spcBef>
        <a:spcAft>
          <a:spcPct val="0"/>
        </a:spcAft>
        <a:defRPr b="1">
          <a:solidFill>
            <a:schemeClr val="tx1"/>
          </a:solidFill>
          <a:latin typeface="Calibri" pitchFamily="34" charset="0"/>
        </a:defRPr>
      </a:lvl4pPr>
      <a:lvl5pPr algn="l" rtl="0" eaLnBrk="1" fontAlgn="base" hangingPunct="1">
        <a:spcBef>
          <a:spcPct val="0"/>
        </a:spcBef>
        <a:spcAft>
          <a:spcPct val="0"/>
        </a:spcAft>
        <a:defRPr b="1">
          <a:solidFill>
            <a:schemeClr val="tx1"/>
          </a:solidFill>
          <a:latin typeface="Calibri" pitchFamily="34" charset="0"/>
        </a:defRPr>
      </a:lvl5pPr>
      <a:lvl6pPr marL="457200" algn="l" rtl="0" eaLnBrk="1" fontAlgn="base" hangingPunct="1">
        <a:spcBef>
          <a:spcPct val="0"/>
        </a:spcBef>
        <a:spcAft>
          <a:spcPct val="0"/>
        </a:spcAft>
        <a:defRPr sz="2800" b="1">
          <a:solidFill>
            <a:schemeClr val="tx1"/>
          </a:solidFill>
          <a:latin typeface="Calibri" pitchFamily="34" charset="0"/>
        </a:defRPr>
      </a:lvl6pPr>
      <a:lvl7pPr marL="914400" algn="l" rtl="0" eaLnBrk="1" fontAlgn="base" hangingPunct="1">
        <a:spcBef>
          <a:spcPct val="0"/>
        </a:spcBef>
        <a:spcAft>
          <a:spcPct val="0"/>
        </a:spcAft>
        <a:defRPr sz="2800" b="1">
          <a:solidFill>
            <a:schemeClr val="tx1"/>
          </a:solidFill>
          <a:latin typeface="Calibri" pitchFamily="34" charset="0"/>
        </a:defRPr>
      </a:lvl7pPr>
      <a:lvl8pPr marL="1371600" algn="l" rtl="0" eaLnBrk="1" fontAlgn="base" hangingPunct="1">
        <a:spcBef>
          <a:spcPct val="0"/>
        </a:spcBef>
        <a:spcAft>
          <a:spcPct val="0"/>
        </a:spcAft>
        <a:defRPr sz="2800" b="1">
          <a:solidFill>
            <a:schemeClr val="tx1"/>
          </a:solidFill>
          <a:latin typeface="Calibri" pitchFamily="34" charset="0"/>
        </a:defRPr>
      </a:lvl8pPr>
      <a:lvl9pPr marL="1828800" algn="l" rtl="0" eaLnBrk="1" fontAlgn="base" hangingPunct="1">
        <a:spcBef>
          <a:spcPct val="0"/>
        </a:spcBef>
        <a:spcAft>
          <a:spcPct val="0"/>
        </a:spcAft>
        <a:defRPr sz="2800" b="1">
          <a:solidFill>
            <a:schemeClr val="tx1"/>
          </a:solidFill>
          <a:latin typeface="Calibri" pitchFamily="34" charset="0"/>
        </a:defRPr>
      </a:lvl9pPr>
    </p:titleStyle>
    <p:bodyStyle>
      <a:lvl1pPr marL="228600" indent="-228600" algn="l" rtl="0" eaLnBrk="1" fontAlgn="base" hangingPunct="1">
        <a:spcBef>
          <a:spcPct val="20000"/>
        </a:spcBef>
        <a:spcAft>
          <a:spcPct val="0"/>
        </a:spcAft>
        <a:buClr>
          <a:schemeClr val="accent1"/>
        </a:buClr>
        <a:buFont typeface="Wingdings" pitchFamily="2" charset="2"/>
        <a:buChar char="§"/>
        <a:defRPr sz="1600">
          <a:solidFill>
            <a:schemeClr val="tx1"/>
          </a:solidFill>
          <a:latin typeface="+mn-lt"/>
          <a:ea typeface="+mn-ea"/>
          <a:cs typeface="+mn-cs"/>
        </a:defRPr>
      </a:lvl1pPr>
      <a:lvl2pPr marL="685800" indent="-228600" algn="l" rtl="0" eaLnBrk="1" fontAlgn="base" hangingPunct="1">
        <a:spcBef>
          <a:spcPct val="20000"/>
        </a:spcBef>
        <a:spcAft>
          <a:spcPct val="0"/>
        </a:spcAft>
        <a:buClr>
          <a:schemeClr val="accent2"/>
        </a:buClr>
        <a:buChar char="•"/>
        <a:defRPr sz="1600">
          <a:solidFill>
            <a:schemeClr val="tx1"/>
          </a:solidFill>
          <a:latin typeface="+mn-lt"/>
        </a:defRPr>
      </a:lvl2pPr>
      <a:lvl3pPr marL="1143000" indent="-228600" algn="l" rtl="0" eaLnBrk="1" fontAlgn="base" hangingPunct="1">
        <a:spcBef>
          <a:spcPct val="20000"/>
        </a:spcBef>
        <a:spcAft>
          <a:spcPct val="0"/>
        </a:spcAft>
        <a:buClr>
          <a:schemeClr val="hlink"/>
        </a:buClr>
        <a:buChar char="o"/>
        <a:defRPr sz="1600">
          <a:solidFill>
            <a:schemeClr val="tx1"/>
          </a:solidFill>
          <a:latin typeface="+mn-lt"/>
        </a:defRPr>
      </a:lvl3pPr>
      <a:lvl4pPr marL="1600200" indent="-228600" algn="l" rtl="0" eaLnBrk="1" fontAlgn="base" hangingPunct="1">
        <a:spcBef>
          <a:spcPct val="20000"/>
        </a:spcBef>
        <a:spcAft>
          <a:spcPct val="0"/>
        </a:spcAft>
        <a:buChar char="–"/>
        <a:defRPr sz="16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550600" y="0"/>
            <a:ext cx="8499616"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ltLang="en-US"/>
              <a:t>Click to edit Master title / style</a:t>
            </a:r>
          </a:p>
        </p:txBody>
      </p:sp>
      <p:sp>
        <p:nvSpPr>
          <p:cNvPr id="1073" name="Rectangle 49"/>
          <p:cNvSpPr>
            <a:spLocks noGrp="1" noChangeArrowheads="1"/>
          </p:cNvSpPr>
          <p:nvPr>
            <p:ph type="ftr" sz="quarter" idx="3"/>
          </p:nvPr>
        </p:nvSpPr>
        <p:spPr bwMode="auto">
          <a:xfrm>
            <a:off x="351692" y="6229350"/>
            <a:ext cx="6822831"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800" u="none">
                <a:latin typeface="Arial" pitchFamily="34" charset="0"/>
              </a:defRPr>
            </a:lvl1pPr>
          </a:lstStyle>
          <a:p>
            <a:pPr eaLnBrk="1" fontAlgn="auto" hangingPunct="1">
              <a:spcBef>
                <a:spcPts val="0"/>
              </a:spcBef>
              <a:spcAft>
                <a:spcPts val="0"/>
              </a:spcAft>
              <a:buClrTx/>
              <a:buFontTx/>
              <a:buNone/>
            </a:pPr>
            <a:endParaRPr lang="en-US" i="0">
              <a:solidFill>
                <a:srgbClr val="000000"/>
              </a:solidFill>
            </a:endParaRPr>
          </a:p>
        </p:txBody>
      </p:sp>
      <p:sp>
        <p:nvSpPr>
          <p:cNvPr id="1074" name="Line 50"/>
          <p:cNvSpPr>
            <a:spLocks noChangeShapeType="1"/>
          </p:cNvSpPr>
          <p:nvPr/>
        </p:nvSpPr>
        <p:spPr bwMode="gray">
          <a:xfrm>
            <a:off x="351697" y="533400"/>
            <a:ext cx="8510955" cy="0"/>
          </a:xfrm>
          <a:prstGeom prst="line">
            <a:avLst/>
          </a:prstGeom>
          <a:noFill/>
          <a:ln w="19050">
            <a:solidFill>
              <a:schemeClr val="accent1"/>
            </a:solidFill>
            <a:round/>
            <a:headEnd/>
            <a:tailEnd/>
          </a:ln>
          <a:effectLst/>
        </p:spPr>
        <p:txBody>
          <a:bodyPr wrap="none" anchor="ctr"/>
          <a:lstStyle/>
          <a:p>
            <a:pPr eaLnBrk="1" fontAlgn="auto" hangingPunct="1">
              <a:spcBef>
                <a:spcPts val="0"/>
              </a:spcBef>
              <a:spcAft>
                <a:spcPts val="0"/>
              </a:spcAft>
              <a:defRPr/>
            </a:pPr>
            <a:endParaRPr lang="en-US" sz="900" i="0">
              <a:solidFill>
                <a:srgbClr val="000000"/>
              </a:solidFill>
              <a:latin typeface="Calibri"/>
            </a:endParaRPr>
          </a:p>
        </p:txBody>
      </p:sp>
      <p:sp>
        <p:nvSpPr>
          <p:cNvPr id="3078" name="Rectangle 3"/>
          <p:cNvSpPr>
            <a:spLocks noGrp="1" noChangeArrowheads="1"/>
          </p:cNvSpPr>
          <p:nvPr>
            <p:ph type="body" idx="1"/>
          </p:nvPr>
        </p:nvSpPr>
        <p:spPr bwMode="gray">
          <a:xfrm>
            <a:off x="351692" y="762000"/>
            <a:ext cx="8493264" cy="5329238"/>
          </a:xfrm>
          <a:prstGeom prst="rect">
            <a:avLst/>
          </a:prstGeom>
          <a:noFill/>
          <a:ln w="9525">
            <a:noFill/>
            <a:miter lim="800000"/>
            <a:headEnd/>
            <a:tailEnd/>
          </a:ln>
        </p:spPr>
        <p:txBody>
          <a:bodyPr vert="horz" wrap="square" lIns="45720" tIns="45720" rIns="4572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 name="Line 50"/>
          <p:cNvSpPr>
            <a:spLocks noChangeShapeType="1"/>
          </p:cNvSpPr>
          <p:nvPr/>
        </p:nvSpPr>
        <p:spPr bwMode="gray">
          <a:xfrm>
            <a:off x="351692" y="6223000"/>
            <a:ext cx="8510954" cy="0"/>
          </a:xfrm>
          <a:prstGeom prst="line">
            <a:avLst/>
          </a:prstGeom>
          <a:noFill/>
          <a:ln w="19050">
            <a:solidFill>
              <a:schemeClr val="accent1"/>
            </a:solidFill>
            <a:round/>
            <a:headEnd/>
            <a:tailEnd/>
          </a:ln>
          <a:effectLst/>
        </p:spPr>
        <p:txBody>
          <a:bodyPr wrap="none" anchor="ctr"/>
          <a:lstStyle/>
          <a:p>
            <a:pPr eaLnBrk="1" fontAlgn="auto" hangingPunct="1">
              <a:spcBef>
                <a:spcPts val="0"/>
              </a:spcBef>
              <a:spcAft>
                <a:spcPts val="0"/>
              </a:spcAft>
              <a:defRPr/>
            </a:pPr>
            <a:endParaRPr lang="en-US" sz="900" i="0">
              <a:solidFill>
                <a:srgbClr val="000000"/>
              </a:solidFill>
              <a:latin typeface="Calibri"/>
            </a:endParaRPr>
          </a:p>
        </p:txBody>
      </p:sp>
      <p:sp>
        <p:nvSpPr>
          <p:cNvPr id="1069" name="Rectangle 45"/>
          <p:cNvSpPr>
            <a:spLocks noGrp="1" noChangeArrowheads="1"/>
          </p:cNvSpPr>
          <p:nvPr>
            <p:ph type="sldNum" sz="quarter" idx="4"/>
          </p:nvPr>
        </p:nvSpPr>
        <p:spPr bwMode="auto">
          <a:xfrm>
            <a:off x="7879854" y="6409550"/>
            <a:ext cx="1066800" cy="3810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sz="800" u="none"/>
            </a:lvl1pPr>
          </a:lstStyle>
          <a:p>
            <a:pPr eaLnBrk="1" fontAlgn="auto" hangingPunct="1">
              <a:spcBef>
                <a:spcPts val="0"/>
              </a:spcBef>
              <a:spcAft>
                <a:spcPts val="0"/>
              </a:spcAft>
              <a:buClrTx/>
              <a:buFontTx/>
              <a:buNone/>
            </a:pPr>
            <a:fld id="{54750402-2FB9-4808-B45A-E9D8797657DF}" type="slidenum">
              <a:rPr lang="en-US" i="0" smtClean="0">
                <a:solidFill>
                  <a:srgbClr val="000000"/>
                </a:solidFill>
                <a:latin typeface="Calibri"/>
              </a:rPr>
              <a:pPr eaLnBrk="1" fontAlgn="auto" hangingPunct="1">
                <a:spcBef>
                  <a:spcPts val="0"/>
                </a:spcBef>
                <a:spcAft>
                  <a:spcPts val="0"/>
                </a:spcAft>
                <a:buClrTx/>
                <a:buFontTx/>
                <a:buNone/>
              </a:pPr>
              <a:t>‹#›</a:t>
            </a:fld>
            <a:endParaRPr lang="en-US" i="0">
              <a:solidFill>
                <a:srgbClr val="000000"/>
              </a:solidFill>
              <a:latin typeface="Calibri"/>
            </a:endParaRPr>
          </a:p>
        </p:txBody>
      </p:sp>
      <p:pic>
        <p:nvPicPr>
          <p:cNvPr id="9" name="Picture 1" descr="C:\Users\wanyinglim\Pictures\LOGO\dbslogo_e1_4c.jpg"/>
          <p:cNvPicPr>
            <a:picLocks noChangeAspect="1" noChangeArrowheads="1"/>
          </p:cNvPicPr>
          <p:nvPr userDrawn="1"/>
        </p:nvPicPr>
        <p:blipFill>
          <a:blip r:embed="rId15" cstate="print"/>
          <a:srcRect/>
          <a:stretch>
            <a:fillRect/>
          </a:stretch>
        </p:blipFill>
        <p:spPr bwMode="auto">
          <a:xfrm>
            <a:off x="7391400" y="6248400"/>
            <a:ext cx="1282212" cy="533400"/>
          </a:xfrm>
          <a:prstGeom prst="rect">
            <a:avLst/>
          </a:prstGeom>
          <a:noFill/>
        </p:spPr>
      </p:pic>
    </p:spTree>
    <p:extLst>
      <p:ext uri="{BB962C8B-B14F-4D97-AF65-F5344CB8AC3E}">
        <p14:creationId xmlns:p14="http://schemas.microsoft.com/office/powerpoint/2010/main" val="3922016586"/>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Lst>
  <p:hf hdr="0" ftr="0" dt="0"/>
  <p:txStyles>
    <p:titleStyle>
      <a:lvl1pPr algn="l" rtl="0" eaLnBrk="1" fontAlgn="base" hangingPunct="1">
        <a:spcBef>
          <a:spcPct val="0"/>
        </a:spcBef>
        <a:spcAft>
          <a:spcPct val="0"/>
        </a:spcAft>
        <a:defRPr b="1">
          <a:solidFill>
            <a:schemeClr val="tx1"/>
          </a:solidFill>
          <a:latin typeface="+mj-lt"/>
          <a:ea typeface="+mj-ea"/>
          <a:cs typeface="+mj-cs"/>
        </a:defRPr>
      </a:lvl1pPr>
      <a:lvl2pPr algn="l" rtl="0" eaLnBrk="1" fontAlgn="base" hangingPunct="1">
        <a:spcBef>
          <a:spcPct val="0"/>
        </a:spcBef>
        <a:spcAft>
          <a:spcPct val="0"/>
        </a:spcAft>
        <a:defRPr b="1">
          <a:solidFill>
            <a:schemeClr val="tx1"/>
          </a:solidFill>
          <a:latin typeface="Calibri" pitchFamily="34" charset="0"/>
        </a:defRPr>
      </a:lvl2pPr>
      <a:lvl3pPr algn="l" rtl="0" eaLnBrk="1" fontAlgn="base" hangingPunct="1">
        <a:spcBef>
          <a:spcPct val="0"/>
        </a:spcBef>
        <a:spcAft>
          <a:spcPct val="0"/>
        </a:spcAft>
        <a:defRPr b="1">
          <a:solidFill>
            <a:schemeClr val="tx1"/>
          </a:solidFill>
          <a:latin typeface="Calibri" pitchFamily="34" charset="0"/>
        </a:defRPr>
      </a:lvl3pPr>
      <a:lvl4pPr algn="l" rtl="0" eaLnBrk="1" fontAlgn="base" hangingPunct="1">
        <a:spcBef>
          <a:spcPct val="0"/>
        </a:spcBef>
        <a:spcAft>
          <a:spcPct val="0"/>
        </a:spcAft>
        <a:defRPr b="1">
          <a:solidFill>
            <a:schemeClr val="tx1"/>
          </a:solidFill>
          <a:latin typeface="Calibri" pitchFamily="34" charset="0"/>
        </a:defRPr>
      </a:lvl4pPr>
      <a:lvl5pPr algn="l" rtl="0" eaLnBrk="1" fontAlgn="base" hangingPunct="1">
        <a:spcBef>
          <a:spcPct val="0"/>
        </a:spcBef>
        <a:spcAft>
          <a:spcPct val="0"/>
        </a:spcAft>
        <a:defRPr b="1">
          <a:solidFill>
            <a:schemeClr val="tx1"/>
          </a:solidFill>
          <a:latin typeface="Calibri" pitchFamily="34" charset="0"/>
        </a:defRPr>
      </a:lvl5pPr>
      <a:lvl6pPr marL="457200" algn="l" rtl="0" eaLnBrk="1" fontAlgn="base" hangingPunct="1">
        <a:spcBef>
          <a:spcPct val="0"/>
        </a:spcBef>
        <a:spcAft>
          <a:spcPct val="0"/>
        </a:spcAft>
        <a:defRPr sz="2800" b="1">
          <a:solidFill>
            <a:schemeClr val="tx1"/>
          </a:solidFill>
          <a:latin typeface="Calibri" pitchFamily="34" charset="0"/>
        </a:defRPr>
      </a:lvl6pPr>
      <a:lvl7pPr marL="914400" algn="l" rtl="0" eaLnBrk="1" fontAlgn="base" hangingPunct="1">
        <a:spcBef>
          <a:spcPct val="0"/>
        </a:spcBef>
        <a:spcAft>
          <a:spcPct val="0"/>
        </a:spcAft>
        <a:defRPr sz="2800" b="1">
          <a:solidFill>
            <a:schemeClr val="tx1"/>
          </a:solidFill>
          <a:latin typeface="Calibri" pitchFamily="34" charset="0"/>
        </a:defRPr>
      </a:lvl7pPr>
      <a:lvl8pPr marL="1371600" algn="l" rtl="0" eaLnBrk="1" fontAlgn="base" hangingPunct="1">
        <a:spcBef>
          <a:spcPct val="0"/>
        </a:spcBef>
        <a:spcAft>
          <a:spcPct val="0"/>
        </a:spcAft>
        <a:defRPr sz="2800" b="1">
          <a:solidFill>
            <a:schemeClr val="tx1"/>
          </a:solidFill>
          <a:latin typeface="Calibri" pitchFamily="34" charset="0"/>
        </a:defRPr>
      </a:lvl8pPr>
      <a:lvl9pPr marL="1828800" algn="l" rtl="0" eaLnBrk="1" fontAlgn="base" hangingPunct="1">
        <a:spcBef>
          <a:spcPct val="0"/>
        </a:spcBef>
        <a:spcAft>
          <a:spcPct val="0"/>
        </a:spcAft>
        <a:defRPr sz="2800" b="1">
          <a:solidFill>
            <a:schemeClr val="tx1"/>
          </a:solidFill>
          <a:latin typeface="Calibri" pitchFamily="34" charset="0"/>
        </a:defRPr>
      </a:lvl9pPr>
    </p:titleStyle>
    <p:bodyStyle>
      <a:lvl1pPr marL="228600" indent="-228600" algn="l" rtl="0" eaLnBrk="1" fontAlgn="base" hangingPunct="1">
        <a:spcBef>
          <a:spcPct val="20000"/>
        </a:spcBef>
        <a:spcAft>
          <a:spcPct val="0"/>
        </a:spcAft>
        <a:buClr>
          <a:schemeClr val="accent1"/>
        </a:buClr>
        <a:buFont typeface="Wingdings" pitchFamily="2" charset="2"/>
        <a:buChar char="§"/>
        <a:defRPr sz="1600">
          <a:solidFill>
            <a:schemeClr val="tx1"/>
          </a:solidFill>
          <a:latin typeface="+mn-lt"/>
          <a:ea typeface="+mn-ea"/>
          <a:cs typeface="+mn-cs"/>
        </a:defRPr>
      </a:lvl1pPr>
      <a:lvl2pPr marL="685800" indent="-228600" algn="l" rtl="0" eaLnBrk="1" fontAlgn="base" hangingPunct="1">
        <a:spcBef>
          <a:spcPct val="20000"/>
        </a:spcBef>
        <a:spcAft>
          <a:spcPct val="0"/>
        </a:spcAft>
        <a:buClr>
          <a:schemeClr val="accent2"/>
        </a:buClr>
        <a:buChar char="•"/>
        <a:defRPr sz="1600">
          <a:solidFill>
            <a:schemeClr val="tx1"/>
          </a:solidFill>
          <a:latin typeface="+mn-lt"/>
        </a:defRPr>
      </a:lvl2pPr>
      <a:lvl3pPr marL="1143000" indent="-228600" algn="l" rtl="0" eaLnBrk="1" fontAlgn="base" hangingPunct="1">
        <a:spcBef>
          <a:spcPct val="20000"/>
        </a:spcBef>
        <a:spcAft>
          <a:spcPct val="0"/>
        </a:spcAft>
        <a:buClr>
          <a:schemeClr val="hlink"/>
        </a:buClr>
        <a:buChar char="o"/>
        <a:defRPr sz="1600">
          <a:solidFill>
            <a:schemeClr val="tx1"/>
          </a:solidFill>
          <a:latin typeface="+mn-lt"/>
        </a:defRPr>
      </a:lvl3pPr>
      <a:lvl4pPr marL="1600200" indent="-228600" algn="l" rtl="0" eaLnBrk="1" fontAlgn="base" hangingPunct="1">
        <a:spcBef>
          <a:spcPct val="20000"/>
        </a:spcBef>
        <a:spcAft>
          <a:spcPct val="0"/>
        </a:spcAft>
        <a:buChar char="–"/>
        <a:defRPr sz="16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550600" y="0"/>
            <a:ext cx="8499616"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ltLang="en-US"/>
              <a:t>Click to edit Master title / style</a:t>
            </a:r>
          </a:p>
        </p:txBody>
      </p:sp>
      <p:sp>
        <p:nvSpPr>
          <p:cNvPr id="1073" name="Rectangle 49"/>
          <p:cNvSpPr>
            <a:spLocks noGrp="1" noChangeArrowheads="1"/>
          </p:cNvSpPr>
          <p:nvPr>
            <p:ph type="ftr" sz="quarter" idx="3"/>
          </p:nvPr>
        </p:nvSpPr>
        <p:spPr bwMode="auto">
          <a:xfrm>
            <a:off x="351692" y="6229350"/>
            <a:ext cx="6822831"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800" u="none">
                <a:latin typeface="Arial" pitchFamily="34" charset="0"/>
              </a:defRPr>
            </a:lvl1pPr>
          </a:lstStyle>
          <a:p>
            <a:pPr eaLnBrk="1" fontAlgn="auto" hangingPunct="1">
              <a:spcBef>
                <a:spcPts val="0"/>
              </a:spcBef>
              <a:spcAft>
                <a:spcPts val="0"/>
              </a:spcAft>
              <a:buClrTx/>
              <a:buFontTx/>
              <a:buNone/>
            </a:pPr>
            <a:endParaRPr lang="en-US" i="0">
              <a:solidFill>
                <a:srgbClr val="000000"/>
              </a:solidFill>
              <a:ea typeface="+mn-ea"/>
              <a:cs typeface="+mn-cs"/>
            </a:endParaRPr>
          </a:p>
        </p:txBody>
      </p:sp>
      <p:sp>
        <p:nvSpPr>
          <p:cNvPr id="1074" name="Line 50"/>
          <p:cNvSpPr>
            <a:spLocks noChangeShapeType="1"/>
          </p:cNvSpPr>
          <p:nvPr/>
        </p:nvSpPr>
        <p:spPr bwMode="gray">
          <a:xfrm>
            <a:off x="351695" y="533400"/>
            <a:ext cx="8510955" cy="0"/>
          </a:xfrm>
          <a:prstGeom prst="line">
            <a:avLst/>
          </a:prstGeom>
          <a:noFill/>
          <a:ln w="19050">
            <a:solidFill>
              <a:schemeClr val="accent1"/>
            </a:solidFill>
            <a:round/>
            <a:headEnd/>
            <a:tailEnd/>
          </a:ln>
          <a:effectLst/>
        </p:spPr>
        <p:txBody>
          <a:bodyPr wrap="none" anchor="ctr"/>
          <a:lstStyle/>
          <a:p>
            <a:pPr eaLnBrk="1" fontAlgn="auto" hangingPunct="1">
              <a:spcBef>
                <a:spcPts val="0"/>
              </a:spcBef>
              <a:spcAft>
                <a:spcPts val="0"/>
              </a:spcAft>
              <a:defRPr/>
            </a:pPr>
            <a:endParaRPr lang="en-US" sz="900" i="0">
              <a:solidFill>
                <a:srgbClr val="000000"/>
              </a:solidFill>
              <a:latin typeface="Calibri"/>
              <a:ea typeface="+mn-ea"/>
              <a:cs typeface="+mn-cs"/>
            </a:endParaRPr>
          </a:p>
        </p:txBody>
      </p:sp>
      <p:sp>
        <p:nvSpPr>
          <p:cNvPr id="3078" name="Rectangle 3"/>
          <p:cNvSpPr>
            <a:spLocks noGrp="1" noChangeArrowheads="1"/>
          </p:cNvSpPr>
          <p:nvPr>
            <p:ph type="body" idx="1"/>
          </p:nvPr>
        </p:nvSpPr>
        <p:spPr bwMode="gray">
          <a:xfrm>
            <a:off x="351692" y="762000"/>
            <a:ext cx="8493264" cy="5329238"/>
          </a:xfrm>
          <a:prstGeom prst="rect">
            <a:avLst/>
          </a:prstGeom>
          <a:noFill/>
          <a:ln w="9525">
            <a:noFill/>
            <a:miter lim="800000"/>
            <a:headEnd/>
            <a:tailEnd/>
          </a:ln>
        </p:spPr>
        <p:txBody>
          <a:bodyPr vert="horz" wrap="square" lIns="45720" tIns="45720" rIns="4572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 name="Line 50"/>
          <p:cNvSpPr>
            <a:spLocks noChangeShapeType="1"/>
          </p:cNvSpPr>
          <p:nvPr/>
        </p:nvSpPr>
        <p:spPr bwMode="gray">
          <a:xfrm>
            <a:off x="351692" y="6223000"/>
            <a:ext cx="8510954" cy="0"/>
          </a:xfrm>
          <a:prstGeom prst="line">
            <a:avLst/>
          </a:prstGeom>
          <a:noFill/>
          <a:ln w="19050">
            <a:solidFill>
              <a:schemeClr val="accent1"/>
            </a:solidFill>
            <a:round/>
            <a:headEnd/>
            <a:tailEnd/>
          </a:ln>
          <a:effectLst/>
        </p:spPr>
        <p:txBody>
          <a:bodyPr wrap="none" anchor="ctr"/>
          <a:lstStyle/>
          <a:p>
            <a:pPr eaLnBrk="1" fontAlgn="auto" hangingPunct="1">
              <a:spcBef>
                <a:spcPts val="0"/>
              </a:spcBef>
              <a:spcAft>
                <a:spcPts val="0"/>
              </a:spcAft>
              <a:defRPr/>
            </a:pPr>
            <a:endParaRPr lang="en-US" sz="900" i="0">
              <a:solidFill>
                <a:srgbClr val="000000"/>
              </a:solidFill>
              <a:latin typeface="Calibri"/>
              <a:ea typeface="+mn-ea"/>
              <a:cs typeface="+mn-cs"/>
            </a:endParaRPr>
          </a:p>
        </p:txBody>
      </p:sp>
      <p:sp>
        <p:nvSpPr>
          <p:cNvPr id="1069" name="Rectangle 45"/>
          <p:cNvSpPr>
            <a:spLocks noGrp="1" noChangeArrowheads="1"/>
          </p:cNvSpPr>
          <p:nvPr>
            <p:ph type="sldNum" sz="quarter" idx="4"/>
          </p:nvPr>
        </p:nvSpPr>
        <p:spPr bwMode="auto">
          <a:xfrm>
            <a:off x="7879854" y="6409550"/>
            <a:ext cx="1066800" cy="3810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sz="800" u="none"/>
            </a:lvl1pPr>
          </a:lstStyle>
          <a:p>
            <a:pPr eaLnBrk="1" fontAlgn="auto" hangingPunct="1">
              <a:spcBef>
                <a:spcPts val="0"/>
              </a:spcBef>
              <a:spcAft>
                <a:spcPts val="0"/>
              </a:spcAft>
              <a:buClrTx/>
              <a:buFontTx/>
              <a:buNone/>
            </a:pPr>
            <a:fld id="{54750402-2FB9-4808-B45A-E9D8797657DF}" type="slidenum">
              <a:rPr lang="en-US" i="0" smtClean="0">
                <a:solidFill>
                  <a:srgbClr val="000000"/>
                </a:solidFill>
                <a:latin typeface="Calibri"/>
                <a:ea typeface="+mn-ea"/>
                <a:cs typeface="+mn-cs"/>
              </a:rPr>
              <a:pPr eaLnBrk="1" fontAlgn="auto" hangingPunct="1">
                <a:spcBef>
                  <a:spcPts val="0"/>
                </a:spcBef>
                <a:spcAft>
                  <a:spcPts val="0"/>
                </a:spcAft>
                <a:buClrTx/>
                <a:buFontTx/>
                <a:buNone/>
              </a:pPr>
              <a:t>‹#›</a:t>
            </a:fld>
            <a:endParaRPr lang="en-US" i="0">
              <a:solidFill>
                <a:srgbClr val="000000"/>
              </a:solidFill>
              <a:latin typeface="Calibri"/>
              <a:ea typeface="+mn-ea"/>
              <a:cs typeface="+mn-cs"/>
            </a:endParaRPr>
          </a:p>
        </p:txBody>
      </p:sp>
      <p:pic>
        <p:nvPicPr>
          <p:cNvPr id="9" name="Picture 1" descr="C:\Users\wanyinglim\Pictures\LOGO\dbslogo_e1_4c.jpg"/>
          <p:cNvPicPr>
            <a:picLocks noChangeAspect="1" noChangeArrowheads="1"/>
          </p:cNvPicPr>
          <p:nvPr userDrawn="1"/>
        </p:nvPicPr>
        <p:blipFill>
          <a:blip r:embed="rId15" cstate="print"/>
          <a:srcRect/>
          <a:stretch>
            <a:fillRect/>
          </a:stretch>
        </p:blipFill>
        <p:spPr bwMode="auto">
          <a:xfrm>
            <a:off x="7391400" y="6248400"/>
            <a:ext cx="1282212" cy="533400"/>
          </a:xfrm>
          <a:prstGeom prst="rect">
            <a:avLst/>
          </a:prstGeom>
          <a:noFill/>
        </p:spPr>
      </p:pic>
    </p:spTree>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Lst>
  <p:hf hdr="0" ftr="0" dt="0"/>
  <p:txStyles>
    <p:titleStyle>
      <a:lvl1pPr algn="l" rtl="0" eaLnBrk="1" fontAlgn="base" hangingPunct="1">
        <a:spcBef>
          <a:spcPct val="0"/>
        </a:spcBef>
        <a:spcAft>
          <a:spcPct val="0"/>
        </a:spcAft>
        <a:defRPr b="1">
          <a:solidFill>
            <a:schemeClr val="tx1"/>
          </a:solidFill>
          <a:latin typeface="+mj-lt"/>
          <a:ea typeface="+mj-ea"/>
          <a:cs typeface="+mj-cs"/>
        </a:defRPr>
      </a:lvl1pPr>
      <a:lvl2pPr algn="l" rtl="0" eaLnBrk="1" fontAlgn="base" hangingPunct="1">
        <a:spcBef>
          <a:spcPct val="0"/>
        </a:spcBef>
        <a:spcAft>
          <a:spcPct val="0"/>
        </a:spcAft>
        <a:defRPr b="1">
          <a:solidFill>
            <a:schemeClr val="tx1"/>
          </a:solidFill>
          <a:latin typeface="Calibri" pitchFamily="34" charset="0"/>
        </a:defRPr>
      </a:lvl2pPr>
      <a:lvl3pPr algn="l" rtl="0" eaLnBrk="1" fontAlgn="base" hangingPunct="1">
        <a:spcBef>
          <a:spcPct val="0"/>
        </a:spcBef>
        <a:spcAft>
          <a:spcPct val="0"/>
        </a:spcAft>
        <a:defRPr b="1">
          <a:solidFill>
            <a:schemeClr val="tx1"/>
          </a:solidFill>
          <a:latin typeface="Calibri" pitchFamily="34" charset="0"/>
        </a:defRPr>
      </a:lvl3pPr>
      <a:lvl4pPr algn="l" rtl="0" eaLnBrk="1" fontAlgn="base" hangingPunct="1">
        <a:spcBef>
          <a:spcPct val="0"/>
        </a:spcBef>
        <a:spcAft>
          <a:spcPct val="0"/>
        </a:spcAft>
        <a:defRPr b="1">
          <a:solidFill>
            <a:schemeClr val="tx1"/>
          </a:solidFill>
          <a:latin typeface="Calibri" pitchFamily="34" charset="0"/>
        </a:defRPr>
      </a:lvl4pPr>
      <a:lvl5pPr algn="l" rtl="0" eaLnBrk="1" fontAlgn="base" hangingPunct="1">
        <a:spcBef>
          <a:spcPct val="0"/>
        </a:spcBef>
        <a:spcAft>
          <a:spcPct val="0"/>
        </a:spcAft>
        <a:defRPr b="1">
          <a:solidFill>
            <a:schemeClr val="tx1"/>
          </a:solidFill>
          <a:latin typeface="Calibri" pitchFamily="34" charset="0"/>
        </a:defRPr>
      </a:lvl5pPr>
      <a:lvl6pPr marL="457200" algn="l" rtl="0" eaLnBrk="1" fontAlgn="base" hangingPunct="1">
        <a:spcBef>
          <a:spcPct val="0"/>
        </a:spcBef>
        <a:spcAft>
          <a:spcPct val="0"/>
        </a:spcAft>
        <a:defRPr sz="2800" b="1">
          <a:solidFill>
            <a:schemeClr val="tx1"/>
          </a:solidFill>
          <a:latin typeface="Calibri" pitchFamily="34" charset="0"/>
        </a:defRPr>
      </a:lvl6pPr>
      <a:lvl7pPr marL="914400" algn="l" rtl="0" eaLnBrk="1" fontAlgn="base" hangingPunct="1">
        <a:spcBef>
          <a:spcPct val="0"/>
        </a:spcBef>
        <a:spcAft>
          <a:spcPct val="0"/>
        </a:spcAft>
        <a:defRPr sz="2800" b="1">
          <a:solidFill>
            <a:schemeClr val="tx1"/>
          </a:solidFill>
          <a:latin typeface="Calibri" pitchFamily="34" charset="0"/>
        </a:defRPr>
      </a:lvl7pPr>
      <a:lvl8pPr marL="1371600" algn="l" rtl="0" eaLnBrk="1" fontAlgn="base" hangingPunct="1">
        <a:spcBef>
          <a:spcPct val="0"/>
        </a:spcBef>
        <a:spcAft>
          <a:spcPct val="0"/>
        </a:spcAft>
        <a:defRPr sz="2800" b="1">
          <a:solidFill>
            <a:schemeClr val="tx1"/>
          </a:solidFill>
          <a:latin typeface="Calibri" pitchFamily="34" charset="0"/>
        </a:defRPr>
      </a:lvl8pPr>
      <a:lvl9pPr marL="1828800" algn="l" rtl="0" eaLnBrk="1" fontAlgn="base" hangingPunct="1">
        <a:spcBef>
          <a:spcPct val="0"/>
        </a:spcBef>
        <a:spcAft>
          <a:spcPct val="0"/>
        </a:spcAft>
        <a:defRPr sz="2800" b="1">
          <a:solidFill>
            <a:schemeClr val="tx1"/>
          </a:solidFill>
          <a:latin typeface="Calibri" pitchFamily="34" charset="0"/>
        </a:defRPr>
      </a:lvl9pPr>
    </p:titleStyle>
    <p:bodyStyle>
      <a:lvl1pPr marL="228600" indent="-228600" algn="l" rtl="0" eaLnBrk="1" fontAlgn="base" hangingPunct="1">
        <a:spcBef>
          <a:spcPct val="20000"/>
        </a:spcBef>
        <a:spcAft>
          <a:spcPct val="0"/>
        </a:spcAft>
        <a:buClr>
          <a:schemeClr val="accent1"/>
        </a:buClr>
        <a:buFont typeface="Wingdings" pitchFamily="2" charset="2"/>
        <a:buChar char="§"/>
        <a:defRPr sz="1600">
          <a:solidFill>
            <a:schemeClr val="tx1"/>
          </a:solidFill>
          <a:latin typeface="+mn-lt"/>
          <a:ea typeface="+mn-ea"/>
          <a:cs typeface="+mn-cs"/>
        </a:defRPr>
      </a:lvl1pPr>
      <a:lvl2pPr marL="685800" indent="-228600" algn="l" rtl="0" eaLnBrk="1" fontAlgn="base" hangingPunct="1">
        <a:spcBef>
          <a:spcPct val="20000"/>
        </a:spcBef>
        <a:spcAft>
          <a:spcPct val="0"/>
        </a:spcAft>
        <a:buClr>
          <a:schemeClr val="accent2"/>
        </a:buClr>
        <a:buChar char="•"/>
        <a:defRPr sz="1600">
          <a:solidFill>
            <a:schemeClr val="tx1"/>
          </a:solidFill>
          <a:latin typeface="+mn-lt"/>
        </a:defRPr>
      </a:lvl2pPr>
      <a:lvl3pPr marL="1143000" indent="-228600" algn="l" rtl="0" eaLnBrk="1" fontAlgn="base" hangingPunct="1">
        <a:spcBef>
          <a:spcPct val="20000"/>
        </a:spcBef>
        <a:spcAft>
          <a:spcPct val="0"/>
        </a:spcAft>
        <a:buClr>
          <a:schemeClr val="hlink"/>
        </a:buClr>
        <a:buChar char="o"/>
        <a:defRPr sz="1600">
          <a:solidFill>
            <a:schemeClr val="tx1"/>
          </a:solidFill>
          <a:latin typeface="+mn-lt"/>
        </a:defRPr>
      </a:lvl3pPr>
      <a:lvl4pPr marL="1600200" indent="-228600" algn="l" rtl="0" eaLnBrk="1" fontAlgn="base" hangingPunct="1">
        <a:spcBef>
          <a:spcPct val="20000"/>
        </a:spcBef>
        <a:spcAft>
          <a:spcPct val="0"/>
        </a:spcAft>
        <a:buChar char="–"/>
        <a:defRPr sz="16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550600" y="0"/>
            <a:ext cx="8499616"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ltLang="en-US"/>
              <a:t>Click to edit Master title / style</a:t>
            </a:r>
          </a:p>
        </p:txBody>
      </p:sp>
      <p:sp>
        <p:nvSpPr>
          <p:cNvPr id="1073" name="Rectangle 49"/>
          <p:cNvSpPr>
            <a:spLocks noGrp="1" noChangeArrowheads="1"/>
          </p:cNvSpPr>
          <p:nvPr>
            <p:ph type="ftr" sz="quarter" idx="3"/>
          </p:nvPr>
        </p:nvSpPr>
        <p:spPr bwMode="auto">
          <a:xfrm>
            <a:off x="351692" y="6229350"/>
            <a:ext cx="6822831"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800" u="none">
                <a:latin typeface="Arial" pitchFamily="34" charset="0"/>
              </a:defRPr>
            </a:lvl1pPr>
          </a:lstStyle>
          <a:p>
            <a:pPr eaLnBrk="1" fontAlgn="auto" hangingPunct="1">
              <a:spcBef>
                <a:spcPts val="0"/>
              </a:spcBef>
              <a:spcAft>
                <a:spcPts val="0"/>
              </a:spcAft>
              <a:buClrTx/>
              <a:buFontTx/>
              <a:buNone/>
            </a:pPr>
            <a:endParaRPr lang="en-US" i="0">
              <a:solidFill>
                <a:srgbClr val="000000"/>
              </a:solidFill>
              <a:ea typeface="+mn-ea"/>
              <a:cs typeface="+mn-cs"/>
            </a:endParaRPr>
          </a:p>
        </p:txBody>
      </p:sp>
      <p:sp>
        <p:nvSpPr>
          <p:cNvPr id="1074" name="Line 50"/>
          <p:cNvSpPr>
            <a:spLocks noChangeShapeType="1"/>
          </p:cNvSpPr>
          <p:nvPr/>
        </p:nvSpPr>
        <p:spPr bwMode="gray">
          <a:xfrm>
            <a:off x="351692" y="533400"/>
            <a:ext cx="8510955" cy="0"/>
          </a:xfrm>
          <a:prstGeom prst="line">
            <a:avLst/>
          </a:prstGeom>
          <a:noFill/>
          <a:ln w="19050">
            <a:solidFill>
              <a:schemeClr val="accent1"/>
            </a:solidFill>
            <a:round/>
            <a:headEnd/>
            <a:tailEnd/>
          </a:ln>
          <a:effectLst/>
        </p:spPr>
        <p:txBody>
          <a:bodyPr wrap="none" anchor="ctr"/>
          <a:lstStyle/>
          <a:p>
            <a:pPr eaLnBrk="1" fontAlgn="auto" hangingPunct="1">
              <a:spcBef>
                <a:spcPts val="0"/>
              </a:spcBef>
              <a:spcAft>
                <a:spcPts val="0"/>
              </a:spcAft>
              <a:defRPr/>
            </a:pPr>
            <a:endParaRPr lang="en-US" sz="900" i="0">
              <a:solidFill>
                <a:srgbClr val="000000"/>
              </a:solidFill>
              <a:latin typeface="Calibri"/>
              <a:ea typeface="+mn-ea"/>
              <a:cs typeface="+mn-cs"/>
            </a:endParaRPr>
          </a:p>
        </p:txBody>
      </p:sp>
      <p:sp>
        <p:nvSpPr>
          <p:cNvPr id="3078" name="Rectangle 3"/>
          <p:cNvSpPr>
            <a:spLocks noGrp="1" noChangeArrowheads="1"/>
          </p:cNvSpPr>
          <p:nvPr>
            <p:ph type="body" idx="1"/>
          </p:nvPr>
        </p:nvSpPr>
        <p:spPr bwMode="gray">
          <a:xfrm>
            <a:off x="351692" y="762000"/>
            <a:ext cx="8493264" cy="5329238"/>
          </a:xfrm>
          <a:prstGeom prst="rect">
            <a:avLst/>
          </a:prstGeom>
          <a:noFill/>
          <a:ln w="9525">
            <a:noFill/>
            <a:miter lim="800000"/>
            <a:headEnd/>
            <a:tailEnd/>
          </a:ln>
        </p:spPr>
        <p:txBody>
          <a:bodyPr vert="horz" wrap="square" lIns="45720" tIns="45720" rIns="4572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 name="Line 50"/>
          <p:cNvSpPr>
            <a:spLocks noChangeShapeType="1"/>
          </p:cNvSpPr>
          <p:nvPr/>
        </p:nvSpPr>
        <p:spPr bwMode="gray">
          <a:xfrm>
            <a:off x="351692" y="6223000"/>
            <a:ext cx="8510954" cy="0"/>
          </a:xfrm>
          <a:prstGeom prst="line">
            <a:avLst/>
          </a:prstGeom>
          <a:noFill/>
          <a:ln w="19050">
            <a:solidFill>
              <a:schemeClr val="accent1"/>
            </a:solidFill>
            <a:round/>
            <a:headEnd/>
            <a:tailEnd/>
          </a:ln>
          <a:effectLst/>
        </p:spPr>
        <p:txBody>
          <a:bodyPr wrap="none" anchor="ctr"/>
          <a:lstStyle/>
          <a:p>
            <a:pPr eaLnBrk="1" fontAlgn="auto" hangingPunct="1">
              <a:spcBef>
                <a:spcPts val="0"/>
              </a:spcBef>
              <a:spcAft>
                <a:spcPts val="0"/>
              </a:spcAft>
              <a:defRPr/>
            </a:pPr>
            <a:endParaRPr lang="en-US" sz="900" i="0">
              <a:solidFill>
                <a:srgbClr val="000000"/>
              </a:solidFill>
              <a:latin typeface="Calibri"/>
              <a:ea typeface="+mn-ea"/>
              <a:cs typeface="+mn-cs"/>
            </a:endParaRPr>
          </a:p>
        </p:txBody>
      </p:sp>
      <p:sp>
        <p:nvSpPr>
          <p:cNvPr id="1069" name="Rectangle 45"/>
          <p:cNvSpPr>
            <a:spLocks noGrp="1" noChangeArrowheads="1"/>
          </p:cNvSpPr>
          <p:nvPr>
            <p:ph type="sldNum" sz="quarter" idx="4"/>
          </p:nvPr>
        </p:nvSpPr>
        <p:spPr bwMode="auto">
          <a:xfrm>
            <a:off x="7879854" y="6409550"/>
            <a:ext cx="1066800" cy="3810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sz="800" u="none"/>
            </a:lvl1pPr>
          </a:lstStyle>
          <a:p>
            <a:pPr eaLnBrk="1" fontAlgn="auto" hangingPunct="1">
              <a:spcBef>
                <a:spcPts val="0"/>
              </a:spcBef>
              <a:spcAft>
                <a:spcPts val="0"/>
              </a:spcAft>
              <a:buClrTx/>
              <a:buFontTx/>
              <a:buNone/>
            </a:pPr>
            <a:fld id="{54750402-2FB9-4808-B45A-E9D8797657DF}" type="slidenum">
              <a:rPr lang="en-US" i="0" smtClean="0">
                <a:solidFill>
                  <a:srgbClr val="000000"/>
                </a:solidFill>
                <a:latin typeface="Calibri"/>
                <a:ea typeface="+mn-ea"/>
                <a:cs typeface="+mn-cs"/>
              </a:rPr>
              <a:pPr eaLnBrk="1" fontAlgn="auto" hangingPunct="1">
                <a:spcBef>
                  <a:spcPts val="0"/>
                </a:spcBef>
                <a:spcAft>
                  <a:spcPts val="0"/>
                </a:spcAft>
                <a:buClrTx/>
                <a:buFontTx/>
                <a:buNone/>
              </a:pPr>
              <a:t>‹#›</a:t>
            </a:fld>
            <a:endParaRPr lang="en-US" i="0">
              <a:solidFill>
                <a:srgbClr val="000000"/>
              </a:solidFill>
              <a:latin typeface="Calibri"/>
              <a:ea typeface="+mn-ea"/>
              <a:cs typeface="+mn-cs"/>
            </a:endParaRPr>
          </a:p>
        </p:txBody>
      </p:sp>
      <p:pic>
        <p:nvPicPr>
          <p:cNvPr id="9" name="Picture 1" descr="C:\Users\wanyinglim\Pictures\LOGO\dbslogo_e1_4c.jpg"/>
          <p:cNvPicPr>
            <a:picLocks noChangeAspect="1" noChangeArrowheads="1"/>
          </p:cNvPicPr>
          <p:nvPr userDrawn="1"/>
        </p:nvPicPr>
        <p:blipFill>
          <a:blip r:embed="rId15" cstate="print"/>
          <a:srcRect/>
          <a:stretch>
            <a:fillRect/>
          </a:stretch>
        </p:blipFill>
        <p:spPr bwMode="auto">
          <a:xfrm>
            <a:off x="7391400" y="6248400"/>
            <a:ext cx="1282212" cy="533400"/>
          </a:xfrm>
          <a:prstGeom prst="rect">
            <a:avLst/>
          </a:prstGeom>
          <a:noFill/>
        </p:spPr>
      </p:pic>
    </p:spTree>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Lst>
  <p:hf hdr="0" ftr="0" dt="0"/>
  <p:txStyles>
    <p:titleStyle>
      <a:lvl1pPr algn="l" rtl="0" eaLnBrk="1" fontAlgn="base" hangingPunct="1">
        <a:spcBef>
          <a:spcPct val="0"/>
        </a:spcBef>
        <a:spcAft>
          <a:spcPct val="0"/>
        </a:spcAft>
        <a:defRPr b="1">
          <a:solidFill>
            <a:schemeClr val="tx1"/>
          </a:solidFill>
          <a:latin typeface="+mj-lt"/>
          <a:ea typeface="+mj-ea"/>
          <a:cs typeface="+mj-cs"/>
        </a:defRPr>
      </a:lvl1pPr>
      <a:lvl2pPr algn="l" rtl="0" eaLnBrk="1" fontAlgn="base" hangingPunct="1">
        <a:spcBef>
          <a:spcPct val="0"/>
        </a:spcBef>
        <a:spcAft>
          <a:spcPct val="0"/>
        </a:spcAft>
        <a:defRPr b="1">
          <a:solidFill>
            <a:schemeClr val="tx1"/>
          </a:solidFill>
          <a:latin typeface="Calibri" pitchFamily="34" charset="0"/>
        </a:defRPr>
      </a:lvl2pPr>
      <a:lvl3pPr algn="l" rtl="0" eaLnBrk="1" fontAlgn="base" hangingPunct="1">
        <a:spcBef>
          <a:spcPct val="0"/>
        </a:spcBef>
        <a:spcAft>
          <a:spcPct val="0"/>
        </a:spcAft>
        <a:defRPr b="1">
          <a:solidFill>
            <a:schemeClr val="tx1"/>
          </a:solidFill>
          <a:latin typeface="Calibri" pitchFamily="34" charset="0"/>
        </a:defRPr>
      </a:lvl3pPr>
      <a:lvl4pPr algn="l" rtl="0" eaLnBrk="1" fontAlgn="base" hangingPunct="1">
        <a:spcBef>
          <a:spcPct val="0"/>
        </a:spcBef>
        <a:spcAft>
          <a:spcPct val="0"/>
        </a:spcAft>
        <a:defRPr b="1">
          <a:solidFill>
            <a:schemeClr val="tx1"/>
          </a:solidFill>
          <a:latin typeface="Calibri" pitchFamily="34" charset="0"/>
        </a:defRPr>
      </a:lvl4pPr>
      <a:lvl5pPr algn="l" rtl="0" eaLnBrk="1" fontAlgn="base" hangingPunct="1">
        <a:spcBef>
          <a:spcPct val="0"/>
        </a:spcBef>
        <a:spcAft>
          <a:spcPct val="0"/>
        </a:spcAft>
        <a:defRPr b="1">
          <a:solidFill>
            <a:schemeClr val="tx1"/>
          </a:solidFill>
          <a:latin typeface="Calibri" pitchFamily="34" charset="0"/>
        </a:defRPr>
      </a:lvl5pPr>
      <a:lvl6pPr marL="457200" algn="l" rtl="0" eaLnBrk="1" fontAlgn="base" hangingPunct="1">
        <a:spcBef>
          <a:spcPct val="0"/>
        </a:spcBef>
        <a:spcAft>
          <a:spcPct val="0"/>
        </a:spcAft>
        <a:defRPr sz="2800" b="1">
          <a:solidFill>
            <a:schemeClr val="tx1"/>
          </a:solidFill>
          <a:latin typeface="Calibri" pitchFamily="34" charset="0"/>
        </a:defRPr>
      </a:lvl6pPr>
      <a:lvl7pPr marL="914400" algn="l" rtl="0" eaLnBrk="1" fontAlgn="base" hangingPunct="1">
        <a:spcBef>
          <a:spcPct val="0"/>
        </a:spcBef>
        <a:spcAft>
          <a:spcPct val="0"/>
        </a:spcAft>
        <a:defRPr sz="2800" b="1">
          <a:solidFill>
            <a:schemeClr val="tx1"/>
          </a:solidFill>
          <a:latin typeface="Calibri" pitchFamily="34" charset="0"/>
        </a:defRPr>
      </a:lvl7pPr>
      <a:lvl8pPr marL="1371600" algn="l" rtl="0" eaLnBrk="1" fontAlgn="base" hangingPunct="1">
        <a:spcBef>
          <a:spcPct val="0"/>
        </a:spcBef>
        <a:spcAft>
          <a:spcPct val="0"/>
        </a:spcAft>
        <a:defRPr sz="2800" b="1">
          <a:solidFill>
            <a:schemeClr val="tx1"/>
          </a:solidFill>
          <a:latin typeface="Calibri" pitchFamily="34" charset="0"/>
        </a:defRPr>
      </a:lvl8pPr>
      <a:lvl9pPr marL="1828800" algn="l" rtl="0" eaLnBrk="1" fontAlgn="base" hangingPunct="1">
        <a:spcBef>
          <a:spcPct val="0"/>
        </a:spcBef>
        <a:spcAft>
          <a:spcPct val="0"/>
        </a:spcAft>
        <a:defRPr sz="2800" b="1">
          <a:solidFill>
            <a:schemeClr val="tx1"/>
          </a:solidFill>
          <a:latin typeface="Calibri" pitchFamily="34" charset="0"/>
        </a:defRPr>
      </a:lvl9pPr>
    </p:titleStyle>
    <p:bodyStyle>
      <a:lvl1pPr marL="228600" indent="-228600" algn="l" rtl="0" eaLnBrk="1" fontAlgn="base" hangingPunct="1">
        <a:spcBef>
          <a:spcPct val="20000"/>
        </a:spcBef>
        <a:spcAft>
          <a:spcPct val="0"/>
        </a:spcAft>
        <a:buClr>
          <a:schemeClr val="accent1"/>
        </a:buClr>
        <a:buFont typeface="Wingdings" pitchFamily="2" charset="2"/>
        <a:buChar char="§"/>
        <a:defRPr sz="1600">
          <a:solidFill>
            <a:schemeClr val="tx1"/>
          </a:solidFill>
          <a:latin typeface="+mn-lt"/>
          <a:ea typeface="+mn-ea"/>
          <a:cs typeface="+mn-cs"/>
        </a:defRPr>
      </a:lvl1pPr>
      <a:lvl2pPr marL="685800" indent="-228600" algn="l" rtl="0" eaLnBrk="1" fontAlgn="base" hangingPunct="1">
        <a:spcBef>
          <a:spcPct val="20000"/>
        </a:spcBef>
        <a:spcAft>
          <a:spcPct val="0"/>
        </a:spcAft>
        <a:buClr>
          <a:schemeClr val="accent2"/>
        </a:buClr>
        <a:buChar char="•"/>
        <a:defRPr sz="1600">
          <a:solidFill>
            <a:schemeClr val="tx1"/>
          </a:solidFill>
          <a:latin typeface="+mn-lt"/>
        </a:defRPr>
      </a:lvl2pPr>
      <a:lvl3pPr marL="1143000" indent="-228600" algn="l" rtl="0" eaLnBrk="1" fontAlgn="base" hangingPunct="1">
        <a:spcBef>
          <a:spcPct val="20000"/>
        </a:spcBef>
        <a:spcAft>
          <a:spcPct val="0"/>
        </a:spcAft>
        <a:buClr>
          <a:schemeClr val="hlink"/>
        </a:buClr>
        <a:buChar char="o"/>
        <a:defRPr sz="1600">
          <a:solidFill>
            <a:schemeClr val="tx1"/>
          </a:solidFill>
          <a:latin typeface="+mn-lt"/>
        </a:defRPr>
      </a:lvl3pPr>
      <a:lvl4pPr marL="1600200" indent="-228600" algn="l" rtl="0" eaLnBrk="1" fontAlgn="base" hangingPunct="1">
        <a:spcBef>
          <a:spcPct val="20000"/>
        </a:spcBef>
        <a:spcAft>
          <a:spcPct val="0"/>
        </a:spcAft>
        <a:buChar char="–"/>
        <a:defRPr sz="16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550600" y="0"/>
            <a:ext cx="8499616"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ltLang="en-US"/>
              <a:t>Click to edit Master title / style</a:t>
            </a:r>
          </a:p>
        </p:txBody>
      </p:sp>
      <p:sp>
        <p:nvSpPr>
          <p:cNvPr id="1073" name="Rectangle 49"/>
          <p:cNvSpPr>
            <a:spLocks noGrp="1" noChangeArrowheads="1"/>
          </p:cNvSpPr>
          <p:nvPr>
            <p:ph type="ftr" sz="quarter" idx="3"/>
          </p:nvPr>
        </p:nvSpPr>
        <p:spPr bwMode="auto">
          <a:xfrm>
            <a:off x="351692" y="6229350"/>
            <a:ext cx="6822831"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738" u="none">
                <a:latin typeface="Arial" pitchFamily="34" charset="0"/>
              </a:defRPr>
            </a:lvl1pPr>
          </a:lstStyle>
          <a:p>
            <a:pPr defTabSz="844083" eaLnBrk="1" fontAlgn="auto" hangingPunct="1">
              <a:spcBef>
                <a:spcPts val="0"/>
              </a:spcBef>
              <a:spcAft>
                <a:spcPts val="0"/>
              </a:spcAft>
              <a:buClrTx/>
            </a:pPr>
            <a:endParaRPr lang="en-US" i="0">
              <a:solidFill>
                <a:srgbClr val="000000"/>
              </a:solidFill>
              <a:ea typeface="+mn-ea"/>
              <a:cs typeface="+mn-cs"/>
            </a:endParaRPr>
          </a:p>
        </p:txBody>
      </p:sp>
      <p:sp>
        <p:nvSpPr>
          <p:cNvPr id="1074" name="Line 50"/>
          <p:cNvSpPr>
            <a:spLocks noChangeShapeType="1"/>
          </p:cNvSpPr>
          <p:nvPr/>
        </p:nvSpPr>
        <p:spPr bwMode="gray">
          <a:xfrm>
            <a:off x="351693" y="533400"/>
            <a:ext cx="8510955" cy="0"/>
          </a:xfrm>
          <a:prstGeom prst="line">
            <a:avLst/>
          </a:prstGeom>
          <a:noFill/>
          <a:ln w="19050">
            <a:solidFill>
              <a:schemeClr val="accent1"/>
            </a:solidFill>
            <a:round/>
            <a:headEnd/>
            <a:tailEnd/>
          </a:ln>
          <a:effectLst/>
        </p:spPr>
        <p:txBody>
          <a:bodyPr wrap="none" anchor="ctr"/>
          <a:lstStyle/>
          <a:p>
            <a:pPr marL="0" marR="0" lvl="0" indent="0" algn="l" defTabSz="844083" rtl="0" eaLnBrk="1" fontAlgn="auto" latinLnBrk="0" hangingPunct="1">
              <a:lnSpc>
                <a:spcPct val="100000"/>
              </a:lnSpc>
              <a:spcBef>
                <a:spcPts val="0"/>
              </a:spcBef>
              <a:spcAft>
                <a:spcPts val="0"/>
              </a:spcAft>
              <a:buClr>
                <a:srgbClr val="BE050A"/>
              </a:buClr>
              <a:buSzTx/>
              <a:buFont typeface="Wingdings" pitchFamily="2" charset="2"/>
              <a:buNone/>
              <a:tabLst/>
              <a:defRPr/>
            </a:pPr>
            <a:endParaRPr kumimoji="0" lang="en-US" sz="831" b="0" i="0" u="none" strike="noStrike" kern="1200" cap="none" spc="0" normalizeH="0" baseline="0" noProof="0">
              <a:ln>
                <a:noFill/>
              </a:ln>
              <a:solidFill>
                <a:srgbClr val="000000"/>
              </a:solidFill>
              <a:effectLst/>
              <a:uLnTx/>
              <a:uFillTx/>
              <a:latin typeface="Calibri"/>
              <a:ea typeface="+mn-ea"/>
              <a:cs typeface="+mn-cs"/>
            </a:endParaRPr>
          </a:p>
        </p:txBody>
      </p:sp>
      <p:sp>
        <p:nvSpPr>
          <p:cNvPr id="3078" name="Rectangle 3"/>
          <p:cNvSpPr>
            <a:spLocks noGrp="1" noChangeArrowheads="1"/>
          </p:cNvSpPr>
          <p:nvPr>
            <p:ph type="body" idx="1"/>
          </p:nvPr>
        </p:nvSpPr>
        <p:spPr bwMode="gray">
          <a:xfrm>
            <a:off x="351692" y="762000"/>
            <a:ext cx="8493264" cy="5329238"/>
          </a:xfrm>
          <a:prstGeom prst="rect">
            <a:avLst/>
          </a:prstGeom>
          <a:noFill/>
          <a:ln w="9525">
            <a:noFill/>
            <a:miter lim="800000"/>
            <a:headEnd/>
            <a:tailEnd/>
          </a:ln>
        </p:spPr>
        <p:txBody>
          <a:bodyPr vert="horz" wrap="square" lIns="45720" tIns="45720" rIns="4572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 name="Line 50"/>
          <p:cNvSpPr>
            <a:spLocks noChangeShapeType="1"/>
          </p:cNvSpPr>
          <p:nvPr/>
        </p:nvSpPr>
        <p:spPr bwMode="gray">
          <a:xfrm>
            <a:off x="351692" y="6223000"/>
            <a:ext cx="8510954" cy="0"/>
          </a:xfrm>
          <a:prstGeom prst="line">
            <a:avLst/>
          </a:prstGeom>
          <a:noFill/>
          <a:ln w="19050">
            <a:solidFill>
              <a:schemeClr val="accent1"/>
            </a:solidFill>
            <a:round/>
            <a:headEnd/>
            <a:tailEnd/>
          </a:ln>
          <a:effectLst/>
        </p:spPr>
        <p:txBody>
          <a:bodyPr wrap="none" anchor="ctr"/>
          <a:lstStyle/>
          <a:p>
            <a:pPr marL="0" marR="0" lvl="0" indent="0" algn="l" defTabSz="844083" rtl="0" eaLnBrk="1" fontAlgn="auto" latinLnBrk="0" hangingPunct="1">
              <a:lnSpc>
                <a:spcPct val="100000"/>
              </a:lnSpc>
              <a:spcBef>
                <a:spcPts val="0"/>
              </a:spcBef>
              <a:spcAft>
                <a:spcPts val="0"/>
              </a:spcAft>
              <a:buClr>
                <a:srgbClr val="BE050A"/>
              </a:buClr>
              <a:buSzTx/>
              <a:buFont typeface="Wingdings" pitchFamily="2" charset="2"/>
              <a:buNone/>
              <a:tabLst/>
              <a:defRPr/>
            </a:pPr>
            <a:endParaRPr kumimoji="0" lang="en-US" sz="831" b="0" i="0" u="none" strike="noStrike" kern="1200" cap="none" spc="0" normalizeH="0" baseline="0" noProof="0">
              <a:ln>
                <a:noFill/>
              </a:ln>
              <a:solidFill>
                <a:srgbClr val="000000"/>
              </a:solidFill>
              <a:effectLst/>
              <a:uLnTx/>
              <a:uFillTx/>
              <a:latin typeface="Calibri"/>
              <a:ea typeface="+mn-ea"/>
              <a:cs typeface="+mn-cs"/>
            </a:endParaRPr>
          </a:p>
        </p:txBody>
      </p:sp>
      <p:sp>
        <p:nvSpPr>
          <p:cNvPr id="1069" name="Rectangle 45"/>
          <p:cNvSpPr>
            <a:spLocks noGrp="1" noChangeArrowheads="1"/>
          </p:cNvSpPr>
          <p:nvPr>
            <p:ph type="sldNum" sz="quarter" idx="4"/>
          </p:nvPr>
        </p:nvSpPr>
        <p:spPr bwMode="auto">
          <a:xfrm>
            <a:off x="7879854" y="6409550"/>
            <a:ext cx="1066800" cy="3810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sz="738" u="none"/>
            </a:lvl1pPr>
          </a:lstStyle>
          <a:p>
            <a:pPr defTabSz="844083" eaLnBrk="1" fontAlgn="auto" hangingPunct="1">
              <a:spcBef>
                <a:spcPts val="0"/>
              </a:spcBef>
              <a:spcAft>
                <a:spcPts val="0"/>
              </a:spcAft>
              <a:buClrTx/>
            </a:pPr>
            <a:fld id="{54750402-2FB9-4808-B45A-E9D8797657DF}" type="slidenum">
              <a:rPr lang="en-US" i="0" smtClean="0">
                <a:solidFill>
                  <a:srgbClr val="000000"/>
                </a:solidFill>
                <a:latin typeface="Calibri"/>
                <a:ea typeface="+mn-ea"/>
                <a:cs typeface="+mn-cs"/>
              </a:rPr>
              <a:pPr defTabSz="844083" eaLnBrk="1" fontAlgn="auto" hangingPunct="1">
                <a:spcBef>
                  <a:spcPts val="0"/>
                </a:spcBef>
                <a:spcAft>
                  <a:spcPts val="0"/>
                </a:spcAft>
                <a:buClrTx/>
              </a:pPr>
              <a:t>‹#›</a:t>
            </a:fld>
            <a:endParaRPr lang="en-US" i="0">
              <a:solidFill>
                <a:srgbClr val="000000"/>
              </a:solidFill>
              <a:latin typeface="Calibri"/>
              <a:ea typeface="+mn-ea"/>
              <a:cs typeface="+mn-cs"/>
            </a:endParaRPr>
          </a:p>
        </p:txBody>
      </p:sp>
      <p:pic>
        <p:nvPicPr>
          <p:cNvPr id="9" name="Picture 1" descr="C:\Users\wanyinglim\Pictures\LOGO\dbslogo_e1_4c.jpg"/>
          <p:cNvPicPr>
            <a:picLocks noChangeAspect="1" noChangeArrowheads="1"/>
          </p:cNvPicPr>
          <p:nvPr userDrawn="1"/>
        </p:nvPicPr>
        <p:blipFill>
          <a:blip r:embed="rId15" cstate="print"/>
          <a:srcRect/>
          <a:stretch>
            <a:fillRect/>
          </a:stretch>
        </p:blipFill>
        <p:spPr bwMode="auto">
          <a:xfrm>
            <a:off x="7391400" y="6248400"/>
            <a:ext cx="1282212" cy="533400"/>
          </a:xfrm>
          <a:prstGeom prst="rect">
            <a:avLst/>
          </a:prstGeom>
          <a:noFill/>
        </p:spPr>
      </p:pic>
    </p:spTree>
    <p:extLst>
      <p:ext uri="{BB962C8B-B14F-4D97-AF65-F5344CB8AC3E}">
        <p14:creationId xmlns:p14="http://schemas.microsoft.com/office/powerpoint/2010/main" val="3726121682"/>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 id="2147483793" r:id="rId13"/>
  </p:sldLayoutIdLst>
  <p:hf hdr="0" ftr="0" dt="0"/>
  <p:txStyles>
    <p:titleStyle>
      <a:lvl1pPr algn="l" rtl="0" eaLnBrk="1" fontAlgn="base" hangingPunct="1">
        <a:spcBef>
          <a:spcPct val="0"/>
        </a:spcBef>
        <a:spcAft>
          <a:spcPct val="0"/>
        </a:spcAft>
        <a:defRPr b="1">
          <a:solidFill>
            <a:schemeClr val="tx1"/>
          </a:solidFill>
          <a:latin typeface="+mj-lt"/>
          <a:ea typeface="+mj-ea"/>
          <a:cs typeface="+mj-cs"/>
        </a:defRPr>
      </a:lvl1pPr>
      <a:lvl2pPr algn="l" rtl="0" eaLnBrk="1" fontAlgn="base" hangingPunct="1">
        <a:spcBef>
          <a:spcPct val="0"/>
        </a:spcBef>
        <a:spcAft>
          <a:spcPct val="0"/>
        </a:spcAft>
        <a:defRPr b="1">
          <a:solidFill>
            <a:schemeClr val="tx1"/>
          </a:solidFill>
          <a:latin typeface="Calibri" pitchFamily="34" charset="0"/>
        </a:defRPr>
      </a:lvl2pPr>
      <a:lvl3pPr algn="l" rtl="0" eaLnBrk="1" fontAlgn="base" hangingPunct="1">
        <a:spcBef>
          <a:spcPct val="0"/>
        </a:spcBef>
        <a:spcAft>
          <a:spcPct val="0"/>
        </a:spcAft>
        <a:defRPr b="1">
          <a:solidFill>
            <a:schemeClr val="tx1"/>
          </a:solidFill>
          <a:latin typeface="Calibri" pitchFamily="34" charset="0"/>
        </a:defRPr>
      </a:lvl3pPr>
      <a:lvl4pPr algn="l" rtl="0" eaLnBrk="1" fontAlgn="base" hangingPunct="1">
        <a:spcBef>
          <a:spcPct val="0"/>
        </a:spcBef>
        <a:spcAft>
          <a:spcPct val="0"/>
        </a:spcAft>
        <a:defRPr b="1">
          <a:solidFill>
            <a:schemeClr val="tx1"/>
          </a:solidFill>
          <a:latin typeface="Calibri" pitchFamily="34" charset="0"/>
        </a:defRPr>
      </a:lvl4pPr>
      <a:lvl5pPr algn="l" rtl="0" eaLnBrk="1" fontAlgn="base" hangingPunct="1">
        <a:spcBef>
          <a:spcPct val="0"/>
        </a:spcBef>
        <a:spcAft>
          <a:spcPct val="0"/>
        </a:spcAft>
        <a:defRPr b="1">
          <a:solidFill>
            <a:schemeClr val="tx1"/>
          </a:solidFill>
          <a:latin typeface="Calibri" pitchFamily="34" charset="0"/>
        </a:defRPr>
      </a:lvl5pPr>
      <a:lvl6pPr marL="422041" algn="l" rtl="0" eaLnBrk="1" fontAlgn="base" hangingPunct="1">
        <a:spcBef>
          <a:spcPct val="0"/>
        </a:spcBef>
        <a:spcAft>
          <a:spcPct val="0"/>
        </a:spcAft>
        <a:defRPr sz="2585" b="1">
          <a:solidFill>
            <a:schemeClr val="tx1"/>
          </a:solidFill>
          <a:latin typeface="Calibri" pitchFamily="34" charset="0"/>
        </a:defRPr>
      </a:lvl6pPr>
      <a:lvl7pPr marL="844083" algn="l" rtl="0" eaLnBrk="1" fontAlgn="base" hangingPunct="1">
        <a:spcBef>
          <a:spcPct val="0"/>
        </a:spcBef>
        <a:spcAft>
          <a:spcPct val="0"/>
        </a:spcAft>
        <a:defRPr sz="2585" b="1">
          <a:solidFill>
            <a:schemeClr val="tx1"/>
          </a:solidFill>
          <a:latin typeface="Calibri" pitchFamily="34" charset="0"/>
        </a:defRPr>
      </a:lvl7pPr>
      <a:lvl8pPr marL="1266124" algn="l" rtl="0" eaLnBrk="1" fontAlgn="base" hangingPunct="1">
        <a:spcBef>
          <a:spcPct val="0"/>
        </a:spcBef>
        <a:spcAft>
          <a:spcPct val="0"/>
        </a:spcAft>
        <a:defRPr sz="2585" b="1">
          <a:solidFill>
            <a:schemeClr val="tx1"/>
          </a:solidFill>
          <a:latin typeface="Calibri" pitchFamily="34" charset="0"/>
        </a:defRPr>
      </a:lvl8pPr>
      <a:lvl9pPr marL="1688165" algn="l" rtl="0" eaLnBrk="1" fontAlgn="base" hangingPunct="1">
        <a:spcBef>
          <a:spcPct val="0"/>
        </a:spcBef>
        <a:spcAft>
          <a:spcPct val="0"/>
        </a:spcAft>
        <a:defRPr sz="2585" b="1">
          <a:solidFill>
            <a:schemeClr val="tx1"/>
          </a:solidFill>
          <a:latin typeface="Calibri" pitchFamily="34" charset="0"/>
        </a:defRPr>
      </a:lvl9pPr>
    </p:titleStyle>
    <p:bodyStyle>
      <a:lvl1pPr marL="211021" indent="-211021" algn="l" rtl="0" eaLnBrk="1" fontAlgn="base" hangingPunct="1">
        <a:spcBef>
          <a:spcPct val="20000"/>
        </a:spcBef>
        <a:spcAft>
          <a:spcPct val="0"/>
        </a:spcAft>
        <a:buClr>
          <a:schemeClr val="accent1"/>
        </a:buClr>
        <a:buFont typeface="Wingdings" pitchFamily="2" charset="2"/>
        <a:buChar char="§"/>
        <a:defRPr sz="1477">
          <a:solidFill>
            <a:schemeClr val="tx1"/>
          </a:solidFill>
          <a:latin typeface="+mn-lt"/>
          <a:ea typeface="+mn-ea"/>
          <a:cs typeface="+mn-cs"/>
        </a:defRPr>
      </a:lvl1pPr>
      <a:lvl2pPr marL="633062" indent="-211021" algn="l" rtl="0" eaLnBrk="1" fontAlgn="base" hangingPunct="1">
        <a:spcBef>
          <a:spcPct val="20000"/>
        </a:spcBef>
        <a:spcAft>
          <a:spcPct val="0"/>
        </a:spcAft>
        <a:buClr>
          <a:schemeClr val="accent2"/>
        </a:buClr>
        <a:buChar char="•"/>
        <a:defRPr sz="1477">
          <a:solidFill>
            <a:schemeClr val="tx1"/>
          </a:solidFill>
          <a:latin typeface="+mn-lt"/>
        </a:defRPr>
      </a:lvl2pPr>
      <a:lvl3pPr marL="1055103" indent="-211021" algn="l" rtl="0" eaLnBrk="1" fontAlgn="base" hangingPunct="1">
        <a:spcBef>
          <a:spcPct val="20000"/>
        </a:spcBef>
        <a:spcAft>
          <a:spcPct val="0"/>
        </a:spcAft>
        <a:buClr>
          <a:schemeClr val="hlink"/>
        </a:buClr>
        <a:buChar char="o"/>
        <a:defRPr sz="1477">
          <a:solidFill>
            <a:schemeClr val="tx1"/>
          </a:solidFill>
          <a:latin typeface="+mn-lt"/>
        </a:defRPr>
      </a:lvl3pPr>
      <a:lvl4pPr marL="1477145" indent="-211021" algn="l" rtl="0" eaLnBrk="1" fontAlgn="base" hangingPunct="1">
        <a:spcBef>
          <a:spcPct val="20000"/>
        </a:spcBef>
        <a:spcAft>
          <a:spcPct val="0"/>
        </a:spcAft>
        <a:buChar char="–"/>
        <a:defRPr sz="1477">
          <a:solidFill>
            <a:schemeClr val="tx1"/>
          </a:solidFill>
          <a:latin typeface="+mn-lt"/>
        </a:defRPr>
      </a:lvl4pPr>
      <a:lvl5pPr marL="1899186" indent="-211021" algn="l" rtl="0" eaLnBrk="1" fontAlgn="base" hangingPunct="1">
        <a:spcBef>
          <a:spcPct val="20000"/>
        </a:spcBef>
        <a:spcAft>
          <a:spcPct val="0"/>
        </a:spcAft>
        <a:buChar char="»"/>
        <a:defRPr sz="1477">
          <a:solidFill>
            <a:schemeClr val="tx1"/>
          </a:solidFill>
          <a:latin typeface="+mn-lt"/>
        </a:defRPr>
      </a:lvl5pPr>
      <a:lvl6pPr marL="2321227" indent="-211021" algn="l" rtl="0" eaLnBrk="1" fontAlgn="base" hangingPunct="1">
        <a:spcBef>
          <a:spcPct val="20000"/>
        </a:spcBef>
        <a:spcAft>
          <a:spcPct val="0"/>
        </a:spcAft>
        <a:buChar char="»"/>
        <a:defRPr>
          <a:solidFill>
            <a:schemeClr val="tx1"/>
          </a:solidFill>
          <a:latin typeface="+mn-lt"/>
        </a:defRPr>
      </a:lvl6pPr>
      <a:lvl7pPr marL="2743269" indent="-211021" algn="l" rtl="0" eaLnBrk="1" fontAlgn="base" hangingPunct="1">
        <a:spcBef>
          <a:spcPct val="20000"/>
        </a:spcBef>
        <a:spcAft>
          <a:spcPct val="0"/>
        </a:spcAft>
        <a:buChar char="»"/>
        <a:defRPr>
          <a:solidFill>
            <a:schemeClr val="tx1"/>
          </a:solidFill>
          <a:latin typeface="+mn-lt"/>
        </a:defRPr>
      </a:lvl7pPr>
      <a:lvl8pPr marL="3165310" indent="-211021" algn="l" rtl="0" eaLnBrk="1" fontAlgn="base" hangingPunct="1">
        <a:spcBef>
          <a:spcPct val="20000"/>
        </a:spcBef>
        <a:spcAft>
          <a:spcPct val="0"/>
        </a:spcAft>
        <a:buChar char="»"/>
        <a:defRPr>
          <a:solidFill>
            <a:schemeClr val="tx1"/>
          </a:solidFill>
          <a:latin typeface="+mn-lt"/>
        </a:defRPr>
      </a:lvl8pPr>
      <a:lvl9pPr marL="3587351" indent="-211021" algn="l" rtl="0" eaLnBrk="1" fontAlgn="base" hangingPunct="1">
        <a:spcBef>
          <a:spcPct val="20000"/>
        </a:spcBef>
        <a:spcAft>
          <a:spcPct val="0"/>
        </a:spcAft>
        <a:buChar char="»"/>
        <a:defRPr>
          <a:solidFill>
            <a:schemeClr val="tx1"/>
          </a:solidFill>
          <a:latin typeface="+mn-lt"/>
        </a:defRPr>
      </a:lvl9pPr>
    </p:bodyStyle>
    <p:otherStyle>
      <a:defPPr>
        <a:defRPr lang="en-US"/>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63BF4-B591-4715-B3E0-90B150778BC1}"/>
              </a:ext>
            </a:extLst>
          </p:cNvPr>
          <p:cNvSpPr>
            <a:spLocks noGrp="1"/>
          </p:cNvSpPr>
          <p:nvPr>
            <p:ph type="ctrTitle"/>
          </p:nvPr>
        </p:nvSpPr>
        <p:spPr>
          <a:xfrm>
            <a:off x="423500" y="766649"/>
            <a:ext cx="7052769" cy="795602"/>
          </a:xfrm>
        </p:spPr>
        <p:txBody>
          <a:bodyPr/>
          <a:lstStyle/>
          <a:p>
            <a:r>
              <a:rPr lang="en-US" altLang="zh-CN">
                <a:latin typeface="Calibri" panose="020F0502020204030204" pitchFamily="34" charset="0"/>
                <a:ea typeface="KaiTi" panose="02010609060101010101" pitchFamily="49" charset="-122"/>
                <a:cs typeface="Calibri" panose="020F0502020204030204" pitchFamily="34" charset="0"/>
              </a:rPr>
              <a:t>A</a:t>
            </a:r>
            <a:r>
              <a:rPr lang="zh-TW" altLang="en-US">
                <a:latin typeface="KaiTi" panose="02010609060101010101" pitchFamily="49" charset="-122"/>
                <a:ea typeface="KaiTi" panose="02010609060101010101" pitchFamily="49" charset="-122"/>
                <a:cs typeface="Times New Roman" panose="02020603050405020304" pitchFamily="18" charset="0"/>
              </a:rPr>
              <a:t>項目</a:t>
            </a:r>
            <a:br>
              <a:rPr lang="en-US" altLang="zh-TW">
                <a:latin typeface="KaiTi" panose="02010609060101010101" pitchFamily="49" charset="-122"/>
                <a:ea typeface="KaiTi" panose="02010609060101010101" pitchFamily="49" charset="-122"/>
                <a:cs typeface="Times New Roman" panose="02020603050405020304" pitchFamily="18" charset="0"/>
              </a:rPr>
            </a:br>
            <a:r>
              <a:rPr lang="zh-TW" altLang="en-US">
                <a:latin typeface="KaiTi" panose="02010609060101010101" pitchFamily="49" charset="-122"/>
                <a:ea typeface="KaiTi" panose="02010609060101010101" pitchFamily="49" charset="-122"/>
                <a:cs typeface="Times New Roman" panose="02020603050405020304" pitchFamily="18" charset="0"/>
              </a:rPr>
              <a:t>啟動會議討論材料</a:t>
            </a:r>
            <a:endParaRPr lang="zh-CN" altLang="en-US">
              <a:latin typeface="KaiTi" panose="02010609060101010101" pitchFamily="49" charset="-122"/>
              <a:ea typeface="KaiTi" panose="02010609060101010101" pitchFamily="49" charset="-122"/>
              <a:cs typeface="Times New Roman" panose="02020603050405020304" pitchFamily="18" charset="0"/>
            </a:endParaRPr>
          </a:p>
        </p:txBody>
      </p:sp>
      <p:sp>
        <p:nvSpPr>
          <p:cNvPr id="7" name="Text Placeholder 6">
            <a:extLst>
              <a:ext uri="{FF2B5EF4-FFF2-40B4-BE49-F238E27FC236}">
                <a16:creationId xmlns:a16="http://schemas.microsoft.com/office/drawing/2014/main" id="{4A92B9EF-1750-4481-A26C-37F91538AD57}"/>
              </a:ext>
            </a:extLst>
          </p:cNvPr>
          <p:cNvSpPr>
            <a:spLocks noGrp="1"/>
          </p:cNvSpPr>
          <p:nvPr>
            <p:ph type="body" sz="quarter" idx="10"/>
          </p:nvPr>
        </p:nvSpPr>
        <p:spPr>
          <a:xfrm>
            <a:off x="484460" y="1738699"/>
            <a:ext cx="5366238" cy="278718"/>
          </a:xfrm>
        </p:spPr>
        <p:txBody>
          <a:bodyPr>
            <a:noAutofit/>
          </a:bodyPr>
          <a:lstStyle/>
          <a:p>
            <a:r>
              <a:rPr lang="en-US" altLang="zh-TW" sz="1800">
                <a:latin typeface="Calibri" panose="020F0502020204030204" pitchFamily="34" charset="0"/>
                <a:ea typeface="KaiTi" panose="02010609060101010101" pitchFamily="49" charset="-122"/>
                <a:cs typeface="Calibri" panose="020F0502020204030204" pitchFamily="34" charset="0"/>
              </a:rPr>
              <a:t>20</a:t>
            </a:r>
            <a:r>
              <a:rPr lang="en-US" altLang="zh-CN" sz="1800">
                <a:latin typeface="Calibri" panose="020F0502020204030204" pitchFamily="34" charset="0"/>
                <a:ea typeface="KaiTi" panose="02010609060101010101" pitchFamily="49" charset="-122"/>
                <a:cs typeface="Calibri" panose="020F0502020204030204" pitchFamily="34" charset="0"/>
              </a:rPr>
              <a:t>25</a:t>
            </a:r>
            <a:r>
              <a:rPr lang="zh-TW" altLang="en-US" sz="1800">
                <a:latin typeface="Calibri" panose="020F0502020204030204" pitchFamily="34" charset="0"/>
                <a:ea typeface="KaiTi" panose="02010609060101010101" pitchFamily="49" charset="-122"/>
                <a:cs typeface="Calibri" panose="020F0502020204030204" pitchFamily="34" charset="0"/>
              </a:rPr>
              <a:t>年</a:t>
            </a:r>
            <a:r>
              <a:rPr lang="en-US" altLang="zh-TW" sz="1800">
                <a:latin typeface="Calibri" panose="020F0502020204030204" pitchFamily="34" charset="0"/>
                <a:ea typeface="KaiTi" panose="02010609060101010101" pitchFamily="49" charset="-122"/>
                <a:cs typeface="Calibri" panose="020F0502020204030204" pitchFamily="34" charset="0"/>
              </a:rPr>
              <a:t>7</a:t>
            </a:r>
            <a:r>
              <a:rPr lang="zh-TW" altLang="en-US" sz="1800">
                <a:latin typeface="Calibri" panose="020F0502020204030204" pitchFamily="34" charset="0"/>
                <a:ea typeface="KaiTi" panose="02010609060101010101" pitchFamily="49" charset="-122"/>
                <a:cs typeface="Calibri" panose="020F0502020204030204" pitchFamily="34" charset="0"/>
              </a:rPr>
              <a:t>月</a:t>
            </a:r>
            <a:r>
              <a:rPr lang="en-US" altLang="zh-TW" sz="1800">
                <a:latin typeface="Calibri" panose="020F0502020204030204" pitchFamily="34" charset="0"/>
                <a:ea typeface="KaiTi" panose="02010609060101010101" pitchFamily="49" charset="-122"/>
                <a:cs typeface="Calibri" panose="020F0502020204030204" pitchFamily="34" charset="0"/>
              </a:rPr>
              <a:t>21</a:t>
            </a:r>
            <a:r>
              <a:rPr lang="zh-CN" altLang="en-US" sz="1800">
                <a:latin typeface="Calibri" panose="020F0502020204030204" pitchFamily="34" charset="0"/>
                <a:ea typeface="KaiTi" panose="02010609060101010101" pitchFamily="49" charset="-122"/>
                <a:cs typeface="Calibri" panose="020F0502020204030204" pitchFamily="34" charset="0"/>
              </a:rPr>
              <a:t>日</a:t>
            </a:r>
            <a:endParaRPr lang="en-SG" sz="1800">
              <a:latin typeface="Calibri" panose="020F0502020204030204" pitchFamily="34" charset="0"/>
              <a:ea typeface="KaiTi" panose="02010609060101010101" pitchFamily="49" charset="-122"/>
              <a:cs typeface="Calibri" panose="020F0502020204030204" pitchFamily="34" charset="0"/>
            </a:endParaRPr>
          </a:p>
        </p:txBody>
      </p:sp>
      <p:pic>
        <p:nvPicPr>
          <p:cNvPr id="4" name="Picture 9">
            <a:extLst>
              <a:ext uri="{FF2B5EF4-FFF2-40B4-BE49-F238E27FC236}">
                <a16:creationId xmlns:a16="http://schemas.microsoft.com/office/drawing/2014/main" id="{2B11530A-B127-44B1-884F-EA91A0B3E3A7}"/>
              </a:ext>
            </a:extLst>
          </p:cNvPr>
          <p:cNvPicPr preferRelativeResize="0">
            <a:picLocks noChangeAspect="1" noChangeArrowheads="1"/>
          </p:cNvPicPr>
          <p:nvPr/>
        </p:nvPicPr>
        <p:blipFill>
          <a:blip r:embed="rId2" cstate="print"/>
          <a:srcRect/>
          <a:stretch>
            <a:fillRect/>
          </a:stretch>
        </p:blipFill>
        <p:spPr bwMode="auto">
          <a:xfrm>
            <a:off x="423500" y="2295527"/>
            <a:ext cx="1211643" cy="353249"/>
          </a:xfrm>
          <a:prstGeom prst="rect">
            <a:avLst/>
          </a:prstGeom>
          <a:noFill/>
          <a:ln w="9525">
            <a:noFill/>
            <a:miter lim="800000"/>
            <a:headEnd/>
            <a:tailEnd/>
          </a:ln>
        </p:spPr>
      </p:pic>
      <p:pic>
        <p:nvPicPr>
          <p:cNvPr id="3" name="Picture 2" descr="龍豐藥業(集團)有限公司嚴正聲明">
            <a:extLst>
              <a:ext uri="{FF2B5EF4-FFF2-40B4-BE49-F238E27FC236}">
                <a16:creationId xmlns:a16="http://schemas.microsoft.com/office/drawing/2014/main" id="{03C0AB50-94FA-855D-3982-53D5288C77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3762" y="608199"/>
            <a:ext cx="3517979" cy="1269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7281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9" name="Rectangle 2"/>
          <p:cNvSpPr>
            <a:spLocks noGrp="1" noChangeArrowheads="1"/>
          </p:cNvSpPr>
          <p:nvPr>
            <p:ph type="title"/>
          </p:nvPr>
        </p:nvSpPr>
        <p:spPr>
          <a:xfrm>
            <a:off x="663575" y="497194"/>
            <a:ext cx="7845552" cy="461657"/>
          </a:xfrm>
        </p:spPr>
        <p:txBody>
          <a:bodyPr/>
          <a:lstStyle/>
          <a:p>
            <a:r>
              <a:rPr lang="zh-TW" altLang="en-US">
                <a:latin typeface="KaiTi" panose="02010609060101010101" pitchFamily="49" charset="-122"/>
                <a:ea typeface="KaiTi" panose="02010609060101010101" pitchFamily="49" charset="-122"/>
                <a:cs typeface="Calibri" panose="020F0502020204030204" pitchFamily="34" charset="0"/>
              </a:rPr>
              <a:t>目錄</a:t>
            </a:r>
            <a:endParaRPr lang="zh-CN" altLang="en-US">
              <a:latin typeface="KaiTi" panose="02010609060101010101" pitchFamily="49" charset="-122"/>
              <a:ea typeface="KaiTi" panose="02010609060101010101" pitchFamily="49" charset="-122"/>
              <a:cs typeface="Calibri" panose="020F0502020204030204" pitchFamily="34" charset="0"/>
            </a:endParaRPr>
          </a:p>
        </p:txBody>
      </p:sp>
      <p:graphicFrame>
        <p:nvGraphicFramePr>
          <p:cNvPr id="4" name="Table 4">
            <a:extLst>
              <a:ext uri="{FF2B5EF4-FFF2-40B4-BE49-F238E27FC236}">
                <a16:creationId xmlns:a16="http://schemas.microsoft.com/office/drawing/2014/main" id="{497FBE30-88B8-46EB-AF64-26CA17170CAB}"/>
              </a:ext>
            </a:extLst>
          </p:cNvPr>
          <p:cNvGraphicFramePr>
            <a:graphicFrameLocks noGrp="1"/>
          </p:cNvGraphicFramePr>
          <p:nvPr>
            <p:extLst>
              <p:ext uri="{D42A27DB-BD31-4B8C-83A1-F6EECF244321}">
                <p14:modId xmlns:p14="http://schemas.microsoft.com/office/powerpoint/2010/main" val="2628361062"/>
              </p:ext>
            </p:extLst>
          </p:nvPr>
        </p:nvGraphicFramePr>
        <p:xfrm>
          <a:off x="663575" y="1196476"/>
          <a:ext cx="7845552" cy="3616361"/>
        </p:xfrm>
        <a:graphic>
          <a:graphicData uri="http://schemas.openxmlformats.org/drawingml/2006/table">
            <a:tbl>
              <a:tblPr firstRow="1" bandRow="1">
                <a:tableStyleId>{69012ECD-51FC-41F1-AA8D-1B2483CD663E}</a:tableStyleId>
              </a:tblPr>
              <a:tblGrid>
                <a:gridCol w="789305">
                  <a:extLst>
                    <a:ext uri="{9D8B030D-6E8A-4147-A177-3AD203B41FA5}">
                      <a16:colId xmlns:a16="http://schemas.microsoft.com/office/drawing/2014/main" val="1208034128"/>
                    </a:ext>
                  </a:extLst>
                </a:gridCol>
                <a:gridCol w="5852160">
                  <a:extLst>
                    <a:ext uri="{9D8B030D-6E8A-4147-A177-3AD203B41FA5}">
                      <a16:colId xmlns:a16="http://schemas.microsoft.com/office/drawing/2014/main" val="1392063789"/>
                    </a:ext>
                  </a:extLst>
                </a:gridCol>
                <a:gridCol w="1204087">
                  <a:extLst>
                    <a:ext uri="{9D8B030D-6E8A-4147-A177-3AD203B41FA5}">
                      <a16:colId xmlns:a16="http://schemas.microsoft.com/office/drawing/2014/main" val="2056472628"/>
                    </a:ext>
                  </a:extLst>
                </a:gridCol>
              </a:tblGrid>
              <a:tr h="240057">
                <a:tc>
                  <a:txBody>
                    <a:bodyPr/>
                    <a:lstStyle/>
                    <a:p>
                      <a:endParaRPr lang="en-US" sz="1200">
                        <a:latin typeface="Calibri" panose="020F0502020204030204" pitchFamily="34" charset="0"/>
                        <a:ea typeface="KaiTi" panose="02010609060101010101" pitchFamily="49" charset="-122"/>
                        <a:cs typeface="Calibri" panose="020F0502020204030204" pitchFamily="34" charset="0"/>
                      </a:endParaRPr>
                    </a:p>
                  </a:txBody>
                  <a:tcPr>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r>
                        <a:rPr lang="zh-CN" altLang="en-US" sz="1200" dirty="0">
                          <a:latin typeface="Calibri" panose="020F0502020204030204" pitchFamily="34" charset="0"/>
                          <a:ea typeface="KaiTi" panose="02010609060101010101" pitchFamily="49" charset="-122"/>
                          <a:cs typeface="Calibri" panose="020F0502020204030204" pitchFamily="34" charset="0"/>
                        </a:rPr>
                        <a:t>章節</a:t>
                      </a:r>
                      <a:endParaRPr lang="en-US" sz="1200" dirty="0">
                        <a:latin typeface="Calibri" panose="020F0502020204030204" pitchFamily="34" charset="0"/>
                        <a:ea typeface="KaiTi" panose="02010609060101010101" pitchFamily="49" charset="-122"/>
                        <a:cs typeface="Calibri" panose="020F0502020204030204" pitchFamily="34" charset="0"/>
                      </a:endParaRPr>
                    </a:p>
                  </a:txBody>
                  <a:tcP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algn="ctr"/>
                      <a:r>
                        <a:rPr lang="zh-TW" altLang="en-US" sz="1200">
                          <a:solidFill>
                            <a:schemeClr val="bg1"/>
                          </a:solidFill>
                          <a:latin typeface="Calibri" panose="020F0502020204030204" pitchFamily="34" charset="0"/>
                          <a:ea typeface="KaiTi" panose="02010609060101010101" pitchFamily="49" charset="-122"/>
                          <a:cs typeface="Calibri" panose="020F0502020204030204" pitchFamily="34" charset="0"/>
                        </a:rPr>
                        <a:t>頁數</a:t>
                      </a:r>
                      <a:endParaRPr lang="en-US" sz="120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00359E"/>
                    </a:solidFill>
                  </a:tcPr>
                </a:tc>
                <a:extLst>
                  <a:ext uri="{0D108BD9-81ED-4DB2-BD59-A6C34878D82A}">
                    <a16:rowId xmlns:a16="http://schemas.microsoft.com/office/drawing/2014/main" val="1822937621"/>
                  </a:ext>
                </a:extLst>
              </a:tr>
              <a:tr h="240057">
                <a:tc>
                  <a:txBody>
                    <a:bodyPr/>
                    <a:lstStyle/>
                    <a:p>
                      <a:r>
                        <a:rPr lang="en-US" sz="1200" b="1">
                          <a:latin typeface="Calibri" panose="020F0502020204030204" pitchFamily="34" charset="0"/>
                          <a:ea typeface="KaiTi" panose="02010609060101010101" pitchFamily="49" charset="-122"/>
                          <a:cs typeface="Calibri" panose="020F0502020204030204" pitchFamily="34" charset="0"/>
                        </a:rPr>
                        <a:t>1</a:t>
                      </a:r>
                    </a:p>
                  </a:txBody>
                  <a:tcPr>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r>
                        <a:rPr lang="zh-TW" altLang="en-US" sz="1200" b="1">
                          <a:latin typeface="Calibri" panose="020F0502020204030204" pitchFamily="34" charset="0"/>
                          <a:ea typeface="KaiTi" panose="02010609060101010101" pitchFamily="49" charset="-122"/>
                          <a:cs typeface="Calibri" panose="020F0502020204030204" pitchFamily="34" charset="0"/>
                        </a:rPr>
                        <a:t>項目介紹</a:t>
                      </a:r>
                      <a:endParaRPr lang="en-US" sz="1200" b="1">
                        <a:latin typeface="Calibri" panose="020F0502020204030204" pitchFamily="34" charset="0"/>
                        <a:ea typeface="KaiTi" panose="02010609060101010101" pitchFamily="49" charset="-122"/>
                        <a:cs typeface="Calibri" panose="020F0502020204030204" pitchFamily="34" charset="0"/>
                      </a:endParaRPr>
                    </a:p>
                  </a:txBody>
                  <a:tcP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algn="ctr"/>
                      <a:r>
                        <a:rPr lang="en-US" sz="1200" b="1">
                          <a:latin typeface="Calibri" panose="020F0502020204030204" pitchFamily="34" charset="0"/>
                          <a:ea typeface="KaiTi" panose="02010609060101010101" pitchFamily="49" charset="-122"/>
                          <a:cs typeface="Calibri" panose="020F0502020204030204" pitchFamily="34" charset="0"/>
                        </a:rPr>
                        <a:t>2</a:t>
                      </a:r>
                    </a:p>
                  </a:txBody>
                  <a:tcPr>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607954766"/>
                  </a:ext>
                </a:extLst>
              </a:tr>
              <a:tr h="240057">
                <a:tc>
                  <a:txBody>
                    <a:bodyPr/>
                    <a:lstStyle/>
                    <a:p>
                      <a:r>
                        <a:rPr lang="en-US" sz="1200">
                          <a:latin typeface="Calibri" panose="020F0502020204030204" pitchFamily="34" charset="0"/>
                          <a:ea typeface="KaiTi" panose="02010609060101010101" pitchFamily="49" charset="-122"/>
                          <a:cs typeface="Calibri" panose="020F0502020204030204" pitchFamily="34" charset="0"/>
                        </a:rPr>
                        <a:t>1.1</a:t>
                      </a:r>
                    </a:p>
                  </a:txBody>
                  <a:tcPr>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r>
                        <a:rPr lang="zh-TW" altLang="en-US" sz="1200">
                          <a:latin typeface="Calibri" panose="020F0502020204030204" pitchFamily="34" charset="0"/>
                          <a:ea typeface="KaiTi" panose="02010609060101010101" pitchFamily="49" charset="-122"/>
                          <a:cs typeface="Calibri" panose="020F0502020204030204" pitchFamily="34" charset="0"/>
                        </a:rPr>
                        <a:t>會議議程</a:t>
                      </a:r>
                      <a:endParaRPr lang="en-US" sz="1200">
                        <a:latin typeface="Calibri" panose="020F0502020204030204" pitchFamily="34" charset="0"/>
                        <a:ea typeface="KaiTi" panose="02010609060101010101" pitchFamily="49" charset="-122"/>
                        <a:cs typeface="Calibri" panose="020F0502020204030204" pitchFamily="34" charset="0"/>
                      </a:endParaRPr>
                    </a:p>
                  </a:txBody>
                  <a:tcP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algn="ctr"/>
                      <a:r>
                        <a:rPr lang="en-US" sz="1200">
                          <a:latin typeface="Calibri" panose="020F0502020204030204" pitchFamily="34" charset="0"/>
                          <a:ea typeface="KaiTi" panose="02010609060101010101" pitchFamily="49" charset="-122"/>
                          <a:cs typeface="Calibri" panose="020F0502020204030204" pitchFamily="34" charset="0"/>
                        </a:rPr>
                        <a:t>3</a:t>
                      </a:r>
                    </a:p>
                  </a:txBody>
                  <a:tcPr>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664040902"/>
                  </a:ext>
                </a:extLst>
              </a:tr>
              <a:tr h="240057">
                <a:tc>
                  <a:txBody>
                    <a:bodyPr/>
                    <a:lstStyle/>
                    <a:p>
                      <a:r>
                        <a:rPr lang="en-US" sz="1200">
                          <a:latin typeface="Calibri" panose="020F0502020204030204" pitchFamily="34" charset="0"/>
                          <a:ea typeface="KaiTi" panose="02010609060101010101" pitchFamily="49" charset="-122"/>
                          <a:cs typeface="Calibri" panose="020F0502020204030204" pitchFamily="34" charset="0"/>
                        </a:rPr>
                        <a:t>1.2</a:t>
                      </a:r>
                    </a:p>
                  </a:txBody>
                  <a:tcPr>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r>
                        <a:rPr lang="zh-TW" altLang="en-US" sz="1200">
                          <a:latin typeface="Calibri" panose="020F0502020204030204" pitchFamily="34" charset="0"/>
                          <a:ea typeface="KaiTi" panose="02010609060101010101" pitchFamily="49" charset="-122"/>
                          <a:cs typeface="Calibri" panose="020F0502020204030204" pitchFamily="34" charset="0"/>
                        </a:rPr>
                        <a:t>交易概況</a:t>
                      </a:r>
                      <a:endParaRPr lang="en-US" sz="1200">
                        <a:latin typeface="Calibri" panose="020F0502020204030204" pitchFamily="34" charset="0"/>
                        <a:ea typeface="KaiTi" panose="02010609060101010101" pitchFamily="49" charset="-122"/>
                        <a:cs typeface="Calibri" panose="020F0502020204030204" pitchFamily="34" charset="0"/>
                      </a:endParaRPr>
                    </a:p>
                  </a:txBody>
                  <a:tcP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algn="ctr"/>
                      <a:r>
                        <a:rPr lang="en-US" sz="1200">
                          <a:latin typeface="Calibri" panose="020F0502020204030204" pitchFamily="34" charset="0"/>
                          <a:ea typeface="KaiTi" panose="02010609060101010101" pitchFamily="49" charset="-122"/>
                          <a:cs typeface="Calibri" panose="020F0502020204030204" pitchFamily="34" charset="0"/>
                        </a:rPr>
                        <a:t>4</a:t>
                      </a:r>
                    </a:p>
                  </a:txBody>
                  <a:tcPr>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751635477"/>
                  </a:ext>
                </a:extLst>
              </a:tr>
              <a:tr h="240057">
                <a:tc>
                  <a:txBody>
                    <a:bodyPr/>
                    <a:lstStyle/>
                    <a:p>
                      <a:r>
                        <a:rPr lang="en-US" sz="1200">
                          <a:latin typeface="Calibri" panose="020F0502020204030204" pitchFamily="34" charset="0"/>
                          <a:ea typeface="KaiTi" panose="02010609060101010101" pitchFamily="49" charset="-122"/>
                          <a:cs typeface="Calibri" panose="020F0502020204030204" pitchFamily="34" charset="0"/>
                        </a:rPr>
                        <a:t>1.3</a:t>
                      </a:r>
                    </a:p>
                  </a:txBody>
                  <a:tcPr>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r>
                        <a:rPr lang="zh-TW" altLang="en-US" sz="1200" b="0" i="0">
                          <a:latin typeface="KaiTi" panose="02010609060101010101" pitchFamily="49" charset="-122"/>
                          <a:ea typeface="KaiTi" panose="02010609060101010101" pitchFamily="49" charset="-122"/>
                        </a:rPr>
                        <a:t>主要</a:t>
                      </a:r>
                      <a:r>
                        <a:rPr lang="zh-TW" altLang="en-US" sz="1200" b="0">
                          <a:latin typeface="KaiTi" panose="02010609060101010101" pitchFamily="49" charset="-122"/>
                          <a:ea typeface="KaiTi" panose="02010609060101010101" pitchFamily="49" charset="-122"/>
                        </a:rPr>
                        <a:t>工作</a:t>
                      </a:r>
                      <a:r>
                        <a:rPr lang="zh-TW" altLang="en-US" sz="1200" b="0" i="0">
                          <a:latin typeface="KaiTi" panose="02010609060101010101" pitchFamily="49" charset="-122"/>
                          <a:ea typeface="KaiTi" panose="02010609060101010101" pitchFamily="49" charset="-122"/>
                        </a:rPr>
                        <a:t>團隊</a:t>
                      </a:r>
                      <a:endParaRPr lang="en-US" sz="1200" b="0">
                        <a:latin typeface="Calibri" panose="020F0502020204030204" pitchFamily="34" charset="0"/>
                        <a:ea typeface="KaiTi" panose="02010609060101010101" pitchFamily="49" charset="-122"/>
                        <a:cs typeface="Calibri" panose="020F0502020204030204" pitchFamily="34" charset="0"/>
                      </a:endParaRPr>
                    </a:p>
                  </a:txBody>
                  <a:tcP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algn="ctr"/>
                      <a:r>
                        <a:rPr lang="en-US" sz="1200">
                          <a:latin typeface="Calibri" panose="020F0502020204030204" pitchFamily="34" charset="0"/>
                          <a:ea typeface="KaiTi" panose="02010609060101010101" pitchFamily="49" charset="-122"/>
                          <a:cs typeface="Calibri" panose="020F0502020204030204" pitchFamily="34" charset="0"/>
                        </a:rPr>
                        <a:t>5</a:t>
                      </a:r>
                    </a:p>
                  </a:txBody>
                  <a:tcPr>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40239458"/>
                  </a:ext>
                </a:extLst>
              </a:tr>
              <a:tr h="240057">
                <a:tc>
                  <a:txBody>
                    <a:bodyPr/>
                    <a:lstStyle/>
                    <a:p>
                      <a:r>
                        <a:rPr lang="en-US" sz="1200" b="1">
                          <a:latin typeface="Calibri" panose="020F0502020204030204" pitchFamily="34" charset="0"/>
                          <a:ea typeface="KaiTi" panose="02010609060101010101" pitchFamily="49" charset="-122"/>
                          <a:cs typeface="Calibri" panose="020F0502020204030204" pitchFamily="34" charset="0"/>
                        </a:rPr>
                        <a:t>2</a:t>
                      </a:r>
                    </a:p>
                  </a:txBody>
                  <a:tcPr>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r>
                        <a:rPr lang="zh-TW" altLang="en-US" sz="1200" b="1">
                          <a:latin typeface="Calibri" panose="020F0502020204030204" pitchFamily="34" charset="0"/>
                          <a:ea typeface="KaiTi" panose="02010609060101010101" pitchFamily="49" charset="-122"/>
                          <a:cs typeface="Calibri" panose="020F0502020204030204" pitchFamily="34" charset="0"/>
                        </a:rPr>
                        <a:t>香港首次公開發行準備工作</a:t>
                      </a:r>
                      <a:endParaRPr lang="en-US" sz="1200" b="1">
                        <a:latin typeface="Calibri" panose="020F0502020204030204" pitchFamily="34" charset="0"/>
                        <a:ea typeface="KaiTi" panose="02010609060101010101" pitchFamily="49" charset="-122"/>
                        <a:cs typeface="Calibri" panose="020F0502020204030204" pitchFamily="34" charset="0"/>
                      </a:endParaRPr>
                    </a:p>
                  </a:txBody>
                  <a:tcP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algn="ctr"/>
                      <a:r>
                        <a:rPr lang="en-US" sz="1200" b="1">
                          <a:latin typeface="Calibri" panose="020F0502020204030204" pitchFamily="34" charset="0"/>
                          <a:ea typeface="KaiTi" panose="02010609060101010101" pitchFamily="49" charset="-122"/>
                          <a:cs typeface="Calibri" panose="020F0502020204030204" pitchFamily="34" charset="0"/>
                        </a:rPr>
                        <a:t>6</a:t>
                      </a:r>
                    </a:p>
                  </a:txBody>
                  <a:tcPr>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831460007"/>
                  </a:ext>
                </a:extLst>
              </a:tr>
              <a:tr h="240057">
                <a:tc>
                  <a:txBody>
                    <a:bodyPr/>
                    <a:lstStyle/>
                    <a:p>
                      <a:r>
                        <a:rPr lang="en-US" sz="1200" b="1">
                          <a:latin typeface="Calibri" panose="020F0502020204030204" pitchFamily="34" charset="0"/>
                          <a:ea typeface="KaiTi" panose="02010609060101010101" pitchFamily="49" charset="-122"/>
                          <a:cs typeface="Calibri" panose="020F0502020204030204" pitchFamily="34" charset="0"/>
                        </a:rPr>
                        <a:t>3</a:t>
                      </a:r>
                    </a:p>
                  </a:txBody>
                  <a:tcPr>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r>
                        <a:rPr lang="zh-TW" altLang="en-US" sz="1200" b="1">
                          <a:latin typeface="Calibri" panose="020F0502020204030204" pitchFamily="34" charset="0"/>
                          <a:ea typeface="KaiTi" panose="02010609060101010101" pitchFamily="49" charset="-122"/>
                          <a:cs typeface="Calibri" panose="020F0502020204030204" pitchFamily="34" charset="0"/>
                        </a:rPr>
                        <a:t>項目管理及協調機制</a:t>
                      </a:r>
                      <a:endParaRPr lang="en-US" sz="1200" b="1">
                        <a:latin typeface="Calibri" panose="020F0502020204030204" pitchFamily="34" charset="0"/>
                        <a:ea typeface="KaiTi" panose="02010609060101010101" pitchFamily="49" charset="-122"/>
                        <a:cs typeface="Calibri" panose="020F0502020204030204" pitchFamily="34" charset="0"/>
                      </a:endParaRPr>
                    </a:p>
                  </a:txBody>
                  <a:tcP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algn="ctr"/>
                      <a:r>
                        <a:rPr lang="en-US" sz="1200" b="1">
                          <a:latin typeface="Calibri" panose="020F0502020204030204" pitchFamily="34" charset="0"/>
                          <a:ea typeface="KaiTi" panose="02010609060101010101" pitchFamily="49" charset="-122"/>
                          <a:cs typeface="Calibri" panose="020F0502020204030204" pitchFamily="34" charset="0"/>
                        </a:rPr>
                        <a:t>8</a:t>
                      </a:r>
                    </a:p>
                  </a:txBody>
                  <a:tcPr>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133896069"/>
                  </a:ext>
                </a:extLst>
              </a:tr>
              <a:tr h="240057">
                <a:tc>
                  <a:txBody>
                    <a:bodyPr/>
                    <a:lstStyle/>
                    <a:p>
                      <a:r>
                        <a:rPr lang="en-US" sz="1200" b="1">
                          <a:latin typeface="Calibri" panose="020F0502020204030204" pitchFamily="34" charset="0"/>
                          <a:ea typeface="KaiTi" panose="02010609060101010101" pitchFamily="49" charset="-122"/>
                          <a:cs typeface="Calibri" panose="020F0502020204030204" pitchFamily="34" charset="0"/>
                        </a:rPr>
                        <a:t>4</a:t>
                      </a:r>
                    </a:p>
                  </a:txBody>
                  <a:tcPr>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r>
                        <a:rPr lang="zh-TW" altLang="en-US" sz="1200" b="1">
                          <a:latin typeface="Calibri" panose="020F0502020204030204" pitchFamily="34" charset="0"/>
                          <a:ea typeface="KaiTi" panose="02010609060101010101" pitchFamily="49" charset="-122"/>
                          <a:cs typeface="Calibri" panose="020F0502020204030204" pitchFamily="34" charset="0"/>
                        </a:rPr>
                        <a:t>執行時間表</a:t>
                      </a:r>
                      <a:endParaRPr lang="en-US" sz="1200" b="1">
                        <a:latin typeface="Calibri" panose="020F0502020204030204" pitchFamily="34" charset="0"/>
                        <a:ea typeface="KaiTi" panose="02010609060101010101" pitchFamily="49" charset="-122"/>
                        <a:cs typeface="Calibri" panose="020F0502020204030204" pitchFamily="34" charset="0"/>
                      </a:endParaRPr>
                    </a:p>
                  </a:txBody>
                  <a:tcP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algn="ctr"/>
                      <a:r>
                        <a:rPr lang="en-US" sz="1200" b="1">
                          <a:latin typeface="Calibri" panose="020F0502020204030204" pitchFamily="34" charset="0"/>
                          <a:ea typeface="KaiTi" panose="02010609060101010101" pitchFamily="49" charset="-122"/>
                          <a:cs typeface="Calibri" panose="020F0502020204030204" pitchFamily="34" charset="0"/>
                        </a:rPr>
                        <a:t>10</a:t>
                      </a:r>
                    </a:p>
                  </a:txBody>
                  <a:tcPr>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433618567"/>
                  </a:ext>
                </a:extLst>
              </a:tr>
              <a:tr h="240057">
                <a:tc>
                  <a:txBody>
                    <a:bodyPr/>
                    <a:lstStyle/>
                    <a:p>
                      <a:r>
                        <a:rPr lang="en-US" sz="1200" b="0">
                          <a:latin typeface="Calibri" panose="020F0502020204030204" pitchFamily="34" charset="0"/>
                          <a:ea typeface="KaiTi" panose="02010609060101010101" pitchFamily="49" charset="-122"/>
                          <a:cs typeface="Calibri" panose="020F0502020204030204" pitchFamily="34" charset="0"/>
                        </a:rPr>
                        <a:t>4.1</a:t>
                      </a:r>
                    </a:p>
                  </a:txBody>
                  <a:tcPr>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r>
                        <a:rPr lang="zh-TW" altLang="en-US" sz="1200" dirty="0">
                          <a:latin typeface="Calibri" panose="020F0502020204030204" pitchFamily="34" charset="0"/>
                          <a:ea typeface="KaiTi" panose="02010609060101010101" pitchFamily="49" charset="-122"/>
                          <a:cs typeface="Calibri" panose="020F0502020204030204" pitchFamily="34" charset="0"/>
                        </a:rPr>
                        <a:t>關鍵節點</a:t>
                      </a:r>
                      <a:r>
                        <a:rPr lang="zh-CN" altLang="en-US" sz="1200" dirty="0">
                          <a:latin typeface="Calibri" panose="020F0502020204030204" pitchFamily="34" charset="0"/>
                          <a:ea typeface="KaiTi" panose="02010609060101010101" pitchFamily="49" charset="-122"/>
                          <a:cs typeface="Calibri" panose="020F0502020204030204" pitchFamily="34" charset="0"/>
                        </a:rPr>
                        <a:t>上市</a:t>
                      </a:r>
                      <a:r>
                        <a:rPr lang="zh-TW" altLang="en-US" sz="1200" dirty="0">
                          <a:latin typeface="Calibri" panose="020F0502020204030204" pitchFamily="34" charset="0"/>
                          <a:ea typeface="KaiTi" panose="02010609060101010101" pitchFamily="49" charset="-122"/>
                          <a:cs typeface="Calibri" panose="020F0502020204030204" pitchFamily="34" charset="0"/>
                        </a:rPr>
                        <a:t>時間表</a:t>
                      </a:r>
                      <a:endParaRPr lang="en-US" sz="1200" b="1" dirty="0">
                        <a:latin typeface="Calibri" panose="020F0502020204030204" pitchFamily="34" charset="0"/>
                        <a:ea typeface="KaiTi" panose="02010609060101010101" pitchFamily="49" charset="-122"/>
                        <a:cs typeface="Calibri" panose="020F0502020204030204" pitchFamily="34" charset="0"/>
                      </a:endParaRPr>
                    </a:p>
                  </a:txBody>
                  <a:tcP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algn="ctr"/>
                      <a:r>
                        <a:rPr lang="en-US" sz="1200" b="0">
                          <a:latin typeface="Calibri" panose="020F0502020204030204" pitchFamily="34" charset="0"/>
                          <a:ea typeface="KaiTi" panose="02010609060101010101" pitchFamily="49" charset="-122"/>
                          <a:cs typeface="Calibri" panose="020F0502020204030204" pitchFamily="34" charset="0"/>
                        </a:rPr>
                        <a:t>11</a:t>
                      </a:r>
                    </a:p>
                  </a:txBody>
                  <a:tcPr>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358859729"/>
                  </a:ext>
                </a:extLst>
              </a:tr>
              <a:tr h="240057">
                <a:tc>
                  <a:txBody>
                    <a:bodyPr/>
                    <a:lstStyle/>
                    <a:p>
                      <a:r>
                        <a:rPr lang="en-US" sz="1200" b="0" dirty="0">
                          <a:latin typeface="Calibri" panose="020F0502020204030204" pitchFamily="34" charset="0"/>
                          <a:ea typeface="KaiTi" panose="02010609060101010101" pitchFamily="49" charset="-122"/>
                          <a:cs typeface="Calibri" panose="020F0502020204030204" pitchFamily="34" charset="0"/>
                        </a:rPr>
                        <a:t>4.2</a:t>
                      </a:r>
                    </a:p>
                  </a:txBody>
                  <a:tcPr>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r>
                        <a:rPr lang="zh-CN" altLang="en-US" sz="1200">
                          <a:latin typeface="Calibri" panose="020F0502020204030204" pitchFamily="34" charset="0"/>
                          <a:ea typeface="KaiTi" panose="02010609060101010101" pitchFamily="49" charset="-122"/>
                          <a:cs typeface="Calibri" panose="020F0502020204030204" pitchFamily="34" charset="0"/>
                        </a:rPr>
                        <a:t>詳細時間表</a:t>
                      </a:r>
                      <a:endParaRPr lang="en-US" sz="1200" b="0">
                        <a:latin typeface="Calibri" panose="020F0502020204030204" pitchFamily="34" charset="0"/>
                        <a:ea typeface="KaiTi" panose="02010609060101010101" pitchFamily="49" charset="-122"/>
                        <a:cs typeface="Calibri" panose="020F0502020204030204" pitchFamily="34" charset="0"/>
                      </a:endParaRPr>
                    </a:p>
                  </a:txBody>
                  <a:tcP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algn="ctr"/>
                      <a:r>
                        <a:rPr lang="en-US" sz="1200" b="0" dirty="0">
                          <a:latin typeface="Calibri" panose="020F0502020204030204" pitchFamily="34" charset="0"/>
                          <a:ea typeface="KaiTi" panose="02010609060101010101" pitchFamily="49" charset="-122"/>
                          <a:cs typeface="Calibri" panose="020F0502020204030204" pitchFamily="34" charset="0"/>
                        </a:rPr>
                        <a:t>12</a:t>
                      </a:r>
                    </a:p>
                  </a:txBody>
                  <a:tcPr>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463083659"/>
                  </a:ext>
                </a:extLst>
              </a:tr>
              <a:tr h="240057">
                <a:tc>
                  <a:txBody>
                    <a:bodyPr/>
                    <a:lstStyle/>
                    <a:p>
                      <a:r>
                        <a:rPr lang="en-US" sz="1200" b="1">
                          <a:latin typeface="Calibri" panose="020F0502020204030204" pitchFamily="34" charset="0"/>
                          <a:ea typeface="KaiTi" panose="02010609060101010101" pitchFamily="49" charset="-122"/>
                          <a:cs typeface="Calibri" panose="020F0502020204030204" pitchFamily="34" charset="0"/>
                        </a:rPr>
                        <a:t>5</a:t>
                      </a:r>
                    </a:p>
                  </a:txBody>
                  <a:tcPr>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r>
                        <a:rPr lang="zh-TW" altLang="en-US" sz="1200" b="1">
                          <a:latin typeface="Calibri" panose="020F0502020204030204" pitchFamily="34" charset="0"/>
                          <a:ea typeface="KaiTi" panose="02010609060101010101" pitchFamily="49" charset="-122"/>
                          <a:cs typeface="Calibri" panose="020F0502020204030204" pitchFamily="34" charset="0"/>
                        </a:rPr>
                        <a:t>關鍵執行考慮因素和下一步計劃</a:t>
                      </a:r>
                      <a:endParaRPr lang="en-US" sz="1200" b="1">
                        <a:latin typeface="Calibri" panose="020F0502020204030204" pitchFamily="34" charset="0"/>
                        <a:ea typeface="KaiTi" panose="02010609060101010101" pitchFamily="49" charset="-122"/>
                        <a:cs typeface="Calibri" panose="020F0502020204030204" pitchFamily="34" charset="0"/>
                      </a:endParaRPr>
                    </a:p>
                  </a:txBody>
                  <a:tcP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algn="ctr"/>
                      <a:r>
                        <a:rPr lang="en-US" sz="1200" b="1" dirty="0">
                          <a:latin typeface="Calibri" panose="020F0502020204030204" pitchFamily="34" charset="0"/>
                          <a:ea typeface="KaiTi" panose="02010609060101010101" pitchFamily="49" charset="-122"/>
                          <a:cs typeface="Calibri" panose="020F0502020204030204" pitchFamily="34" charset="0"/>
                        </a:rPr>
                        <a:t>22</a:t>
                      </a:r>
                    </a:p>
                  </a:txBody>
                  <a:tcPr>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403694644"/>
                  </a:ext>
                </a:extLst>
              </a:tr>
              <a:tr h="240057">
                <a:tc>
                  <a:txBody>
                    <a:bodyPr/>
                    <a:lstStyle/>
                    <a:p>
                      <a:r>
                        <a:rPr lang="en-US" sz="1200" b="0">
                          <a:latin typeface="Calibri" panose="020F0502020204030204" pitchFamily="34" charset="0"/>
                          <a:ea typeface="KaiTi" panose="02010609060101010101" pitchFamily="49" charset="-122"/>
                          <a:cs typeface="Calibri" panose="020F0502020204030204" pitchFamily="34" charset="0"/>
                        </a:rPr>
                        <a:t>5.1</a:t>
                      </a:r>
                    </a:p>
                  </a:txBody>
                  <a:tcPr>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r>
                        <a:rPr lang="zh-TW" altLang="en-US" sz="1200" b="0">
                          <a:latin typeface="Calibri" panose="020F0502020204030204" pitchFamily="34" charset="0"/>
                          <a:ea typeface="KaiTi" panose="02010609060101010101" pitchFamily="49" charset="-122"/>
                          <a:cs typeface="Calibri" panose="020F0502020204030204" pitchFamily="34" charset="0"/>
                        </a:rPr>
                        <a:t>關鍵</a:t>
                      </a:r>
                      <a:r>
                        <a:rPr lang="zh-TW" altLang="en-US" sz="1200">
                          <a:latin typeface="Calibri" panose="020F0502020204030204" pitchFamily="34" charset="0"/>
                          <a:ea typeface="KaiTi" panose="02010609060101010101" pitchFamily="49" charset="-122"/>
                          <a:cs typeface="Calibri" panose="020F0502020204030204" pitchFamily="34" charset="0"/>
                        </a:rPr>
                        <a:t>執行考慮因素</a:t>
                      </a:r>
                      <a:endParaRPr lang="en-US" sz="1200" b="0">
                        <a:latin typeface="Calibri" panose="020F0502020204030204" pitchFamily="34" charset="0"/>
                        <a:ea typeface="KaiTi" panose="02010609060101010101" pitchFamily="49" charset="-122"/>
                        <a:cs typeface="Calibri" panose="020F0502020204030204" pitchFamily="34" charset="0"/>
                      </a:endParaRPr>
                    </a:p>
                  </a:txBody>
                  <a:tcP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algn="ctr"/>
                      <a:r>
                        <a:rPr lang="en-US" sz="1200" b="0" dirty="0">
                          <a:latin typeface="Calibri" panose="020F0502020204030204" pitchFamily="34" charset="0"/>
                          <a:ea typeface="KaiTi" panose="02010609060101010101" pitchFamily="49" charset="-122"/>
                          <a:cs typeface="Calibri" panose="020F0502020204030204" pitchFamily="34" charset="0"/>
                        </a:rPr>
                        <a:t>23</a:t>
                      </a:r>
                    </a:p>
                  </a:txBody>
                  <a:tcPr>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371418470"/>
                  </a:ext>
                </a:extLst>
              </a:tr>
              <a:tr h="324521">
                <a:tc>
                  <a:txBody>
                    <a:bodyPr/>
                    <a:lstStyle/>
                    <a:p>
                      <a:r>
                        <a:rPr lang="en-US" sz="1200" b="0">
                          <a:latin typeface="Calibri" panose="020F0502020204030204" pitchFamily="34" charset="0"/>
                          <a:ea typeface="KaiTi" panose="02010609060101010101" pitchFamily="49" charset="-122"/>
                          <a:cs typeface="Calibri" panose="020F0502020204030204" pitchFamily="34" charset="0"/>
                        </a:rPr>
                        <a:t>5.2</a:t>
                      </a:r>
                    </a:p>
                  </a:txBody>
                  <a:tcPr>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r>
                        <a:rPr lang="zh-TW" altLang="en-US" sz="1200" b="0">
                          <a:latin typeface="Calibri" panose="020F0502020204030204" pitchFamily="34" charset="0"/>
                          <a:ea typeface="KaiTi" panose="02010609060101010101" pitchFamily="49" charset="-122"/>
                          <a:cs typeface="Calibri" panose="020F0502020204030204" pitchFamily="34" charset="0"/>
                        </a:rPr>
                        <a:t>下一步計劃</a:t>
                      </a:r>
                      <a:endParaRPr lang="en-US" sz="1200" b="0">
                        <a:latin typeface="Calibri" panose="020F0502020204030204" pitchFamily="34" charset="0"/>
                        <a:ea typeface="KaiTi" panose="02010609060101010101" pitchFamily="49" charset="-122"/>
                        <a:cs typeface="Calibri" panose="020F0502020204030204" pitchFamily="34" charset="0"/>
                      </a:endParaRPr>
                    </a:p>
                  </a:txBody>
                  <a:tcP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algn="ctr"/>
                      <a:r>
                        <a:rPr lang="en-US" sz="1200" b="0" dirty="0">
                          <a:latin typeface="Calibri" panose="020F0502020204030204" pitchFamily="34" charset="0"/>
                          <a:ea typeface="KaiTi" panose="02010609060101010101" pitchFamily="49" charset="-122"/>
                          <a:cs typeface="Calibri" panose="020F0502020204030204" pitchFamily="34" charset="0"/>
                        </a:rPr>
                        <a:t>27</a:t>
                      </a:r>
                    </a:p>
                  </a:txBody>
                  <a:tcPr>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507340750"/>
                  </a:ext>
                </a:extLst>
              </a:tr>
            </a:tbl>
          </a:graphicData>
        </a:graphic>
      </p:graphicFrame>
      <p:sp>
        <p:nvSpPr>
          <p:cNvPr id="5" name="Slide Number Placeholder 2">
            <a:extLst>
              <a:ext uri="{FF2B5EF4-FFF2-40B4-BE49-F238E27FC236}">
                <a16:creationId xmlns:a16="http://schemas.microsoft.com/office/drawing/2014/main" id="{C9EF01EB-F7DD-4202-A79B-4CADBE9B4E6C}"/>
              </a:ext>
            </a:extLst>
          </p:cNvPr>
          <p:cNvSpPr>
            <a:spLocks noGrp="1"/>
          </p:cNvSpPr>
          <p:nvPr>
            <p:ph type="sldNum" sz="quarter" idx="10"/>
          </p:nvPr>
        </p:nvSpPr>
        <p:spPr>
          <a:xfrm>
            <a:off x="7897813" y="6398780"/>
            <a:ext cx="1066800" cy="217937"/>
          </a:xfrm>
        </p:spPr>
        <p:txBody>
          <a:bodyPr/>
          <a:lstStyle/>
          <a:p>
            <a:pPr>
              <a:defRPr/>
            </a:pPr>
            <a:fld id="{17AE90FD-2A67-4F1C-8A5E-6FE36A4F61F0}" type="slidenum">
              <a:rPr lang="en-US" altLang="en-US" smtClean="0"/>
              <a:pPr>
                <a:defRPr/>
              </a:pPr>
              <a:t>1</a:t>
            </a:fld>
            <a:endParaRPr lang="en-US" altLang="en-US"/>
          </a:p>
        </p:txBody>
      </p:sp>
    </p:spTree>
    <p:extLst>
      <p:ext uri="{BB962C8B-B14F-4D97-AF65-F5344CB8AC3E}">
        <p14:creationId xmlns:p14="http://schemas.microsoft.com/office/powerpoint/2010/main" val="3011030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9EF01EB-F7DD-4202-A79B-4CADBE9B4E6C}"/>
              </a:ext>
            </a:extLst>
          </p:cNvPr>
          <p:cNvSpPr>
            <a:spLocks noGrp="1"/>
          </p:cNvSpPr>
          <p:nvPr>
            <p:ph type="sldNum" sz="quarter" idx="10"/>
          </p:nvPr>
        </p:nvSpPr>
        <p:spPr>
          <a:xfrm>
            <a:off x="7897813" y="6398780"/>
            <a:ext cx="1066800" cy="217937"/>
          </a:xfrm>
        </p:spPr>
        <p:txBody>
          <a:bodyPr/>
          <a:lstStyle/>
          <a:p>
            <a:pPr>
              <a:defRPr/>
            </a:pPr>
            <a:fld id="{17AE90FD-2A67-4F1C-8A5E-6FE36A4F61F0}" type="slidenum">
              <a:rPr lang="en-US" altLang="en-US" smtClean="0"/>
              <a:pPr>
                <a:defRPr/>
              </a:pPr>
              <a:t>2</a:t>
            </a:fld>
            <a:endParaRPr lang="en-US" altLang="en-US"/>
          </a:p>
        </p:txBody>
      </p:sp>
      <p:sp>
        <p:nvSpPr>
          <p:cNvPr id="7" name="Text Placeholder 3">
            <a:extLst>
              <a:ext uri="{FF2B5EF4-FFF2-40B4-BE49-F238E27FC236}">
                <a16:creationId xmlns:a16="http://schemas.microsoft.com/office/drawing/2014/main" id="{807971C2-325D-4E19-BA7C-44A861EFF63F}"/>
              </a:ext>
            </a:extLst>
          </p:cNvPr>
          <p:cNvSpPr txBox="1">
            <a:spLocks/>
          </p:cNvSpPr>
          <p:nvPr/>
        </p:nvSpPr>
        <p:spPr>
          <a:xfrm>
            <a:off x="731964" y="2905788"/>
            <a:ext cx="7766083" cy="523212"/>
          </a:xfrm>
          <a:prstGeom prst="rect">
            <a:avLst/>
          </a:prstGeom>
        </p:spPr>
        <p:txBody>
          <a:bodyPr/>
          <a:lstStyle>
            <a:lvl1pPr marL="231751" indent="-231751" algn="l" rtl="0" eaLnBrk="1" fontAlgn="base" hangingPunct="0">
              <a:spcBef>
                <a:spcPts val="300"/>
              </a:spcBef>
              <a:spcAft>
                <a:spcPts val="300"/>
              </a:spcAft>
              <a:buClr>
                <a:schemeClr val="accent1"/>
              </a:buClr>
              <a:buFont typeface="Wingdings" pitchFamily="2" charset="2"/>
              <a:buChar char="n"/>
              <a:defRPr sz="1600">
                <a:solidFill>
                  <a:schemeClr val="tx1"/>
                </a:solidFill>
                <a:latin typeface="+mn-lt"/>
                <a:ea typeface="+mn-ea"/>
                <a:cs typeface="DFKaiShu-GB5" pitchFamily="65" charset="-128"/>
              </a:defRPr>
            </a:lvl1pPr>
            <a:lvl2pPr marL="566678" indent="-220640" algn="l" rtl="0" eaLnBrk="1" fontAlgn="base" hangingPunct="0">
              <a:spcBef>
                <a:spcPts val="300"/>
              </a:spcBef>
              <a:spcAft>
                <a:spcPts val="300"/>
              </a:spcAft>
              <a:buClr>
                <a:srgbClr val="626262"/>
              </a:buClr>
              <a:buFont typeface="Wingdings" pitchFamily="2" charset="2"/>
              <a:buChar char="u"/>
              <a:defRPr sz="1400">
                <a:solidFill>
                  <a:schemeClr val="tx1"/>
                </a:solidFill>
                <a:latin typeface="+mn-lt"/>
                <a:ea typeface="+mn-ea"/>
                <a:cs typeface="DFKaiShu-GB5" pitchFamily="65" charset="-128"/>
              </a:defRPr>
            </a:lvl2pPr>
            <a:lvl3pPr marL="909541" indent="-228576" algn="l" rtl="0" eaLnBrk="1" fontAlgn="base" hangingPunct="0">
              <a:spcBef>
                <a:spcPts val="300"/>
              </a:spcBef>
              <a:spcAft>
                <a:spcPts val="300"/>
              </a:spcAft>
              <a:buFont typeface="Arial" pitchFamily="34" charset="0"/>
              <a:buChar char="—"/>
              <a:defRPr sz="1400">
                <a:solidFill>
                  <a:schemeClr val="tx1"/>
                </a:solidFill>
                <a:latin typeface="+mn-lt"/>
                <a:ea typeface="+mn-ea"/>
                <a:cs typeface="DFKaiShu-GB5" pitchFamily="65" charset="-128"/>
              </a:defRPr>
            </a:lvl3pPr>
            <a:lvl4pPr marL="1252405" indent="-228576" algn="l" rtl="0" eaLnBrk="1" fontAlgn="base" hangingPunct="0">
              <a:spcBef>
                <a:spcPts val="300"/>
              </a:spcBef>
              <a:spcAft>
                <a:spcPts val="300"/>
              </a:spcAft>
              <a:buChar char="–"/>
              <a:defRPr sz="1400">
                <a:solidFill>
                  <a:schemeClr val="tx1"/>
                </a:solidFill>
                <a:latin typeface="+mn-lt"/>
                <a:ea typeface="+mn-ea"/>
                <a:cs typeface="DFKaiShu-GB5" pitchFamily="65" charset="-128"/>
              </a:defRPr>
            </a:lvl4pPr>
            <a:lvl5pPr marL="1595269" indent="-228576" algn="l" rtl="0" eaLnBrk="1" fontAlgn="base" hangingPunct="0">
              <a:spcBef>
                <a:spcPts val="300"/>
              </a:spcBef>
              <a:spcAft>
                <a:spcPts val="300"/>
              </a:spcAft>
              <a:buChar char="»"/>
              <a:defRPr sz="1400">
                <a:solidFill>
                  <a:schemeClr val="tx1"/>
                </a:solidFill>
                <a:latin typeface="+mn-lt"/>
                <a:ea typeface="+mn-ea"/>
                <a:cs typeface="DFKaiShu-GB5" pitchFamily="65" charset="-128"/>
              </a:defRPr>
            </a:lvl5pPr>
            <a:lvl6pPr marL="2052420" indent="-228576" algn="l" rtl="0" eaLnBrk="0" fontAlgn="base" hangingPunct="0">
              <a:spcBef>
                <a:spcPct val="0"/>
              </a:spcBef>
              <a:spcAft>
                <a:spcPct val="30000"/>
              </a:spcAft>
              <a:buChar char="»"/>
              <a:defRPr sz="1400">
                <a:solidFill>
                  <a:schemeClr val="tx1"/>
                </a:solidFill>
                <a:latin typeface="+mn-lt"/>
                <a:ea typeface="+mn-ea"/>
              </a:defRPr>
            </a:lvl6pPr>
            <a:lvl7pPr marL="2509572" indent="-228576" algn="l" rtl="0" eaLnBrk="0" fontAlgn="base" hangingPunct="0">
              <a:spcBef>
                <a:spcPct val="0"/>
              </a:spcBef>
              <a:spcAft>
                <a:spcPct val="30000"/>
              </a:spcAft>
              <a:buChar char="»"/>
              <a:defRPr sz="1400">
                <a:solidFill>
                  <a:schemeClr val="tx1"/>
                </a:solidFill>
                <a:latin typeface="+mn-lt"/>
                <a:ea typeface="+mn-ea"/>
              </a:defRPr>
            </a:lvl7pPr>
            <a:lvl8pPr marL="2966723" indent="-228576" algn="l" rtl="0" eaLnBrk="0" fontAlgn="base" hangingPunct="0">
              <a:spcBef>
                <a:spcPct val="0"/>
              </a:spcBef>
              <a:spcAft>
                <a:spcPct val="30000"/>
              </a:spcAft>
              <a:buChar char="»"/>
              <a:defRPr sz="1400">
                <a:solidFill>
                  <a:schemeClr val="tx1"/>
                </a:solidFill>
                <a:latin typeface="+mn-lt"/>
                <a:ea typeface="+mn-ea"/>
              </a:defRPr>
            </a:lvl8pPr>
            <a:lvl9pPr marL="3423875" indent="-228576" algn="l" rtl="0" eaLnBrk="0" fontAlgn="base" hangingPunct="0">
              <a:spcBef>
                <a:spcPct val="0"/>
              </a:spcBef>
              <a:spcAft>
                <a:spcPct val="30000"/>
              </a:spcAft>
              <a:buChar char="»"/>
              <a:defRPr sz="1400">
                <a:solidFill>
                  <a:schemeClr val="tx1"/>
                </a:solidFill>
                <a:latin typeface="+mn-lt"/>
                <a:ea typeface="+mn-ea"/>
              </a:defRPr>
            </a:lvl9pPr>
          </a:lstStyle>
          <a:p>
            <a:pPr marL="0" indent="0" algn="r">
              <a:buNone/>
            </a:pPr>
            <a:r>
              <a:rPr lang="en-US" altLang="zh-TW" sz="2800" b="1" i="0">
                <a:solidFill>
                  <a:schemeClr val="dk1"/>
                </a:solidFill>
                <a:latin typeface="Calibri" panose="020F0502020204030204" pitchFamily="34" charset="0"/>
                <a:ea typeface="KaiTi" panose="02010609060101010101" pitchFamily="49" charset="-122"/>
                <a:cs typeface="Calibri" panose="020F0502020204030204" pitchFamily="34" charset="0"/>
              </a:rPr>
              <a:t>1.</a:t>
            </a:r>
            <a:r>
              <a:rPr lang="en-US" altLang="zh-TW" sz="2800" b="1" i="0" kern="1200">
                <a:solidFill>
                  <a:schemeClr val="dk1"/>
                </a:solidFill>
                <a:latin typeface="Calibri" panose="020F0502020204030204" pitchFamily="34" charset="0"/>
                <a:ea typeface="KaiTi" panose="02010609060101010101" pitchFamily="49" charset="-122"/>
                <a:cs typeface="Calibri" panose="020F0502020204030204" pitchFamily="34" charset="0"/>
              </a:rPr>
              <a:t> </a:t>
            </a:r>
            <a:r>
              <a:rPr lang="zh-TW" altLang="en-US" sz="2800" b="1" i="0" kern="1200">
                <a:solidFill>
                  <a:schemeClr val="dk1"/>
                </a:solidFill>
                <a:latin typeface="Calibri" panose="020F0502020204030204" pitchFamily="34" charset="0"/>
                <a:ea typeface="KaiTi" panose="02010609060101010101" pitchFamily="49" charset="-122"/>
                <a:cs typeface="Calibri" panose="020F0502020204030204" pitchFamily="34" charset="0"/>
              </a:rPr>
              <a:t>項目</a:t>
            </a:r>
            <a:r>
              <a:rPr lang="zh-TW" altLang="en-US" sz="2800" b="1" i="0" kern="1200">
                <a:solidFill>
                  <a:schemeClr val="dk1"/>
                </a:solidFill>
                <a:latin typeface="KaiTi" panose="02010609060101010101" pitchFamily="49" charset="-122"/>
                <a:ea typeface="KaiTi" panose="02010609060101010101" pitchFamily="49" charset="-122"/>
                <a:cs typeface="Calibri" panose="020F0502020204030204" pitchFamily="34" charset="0"/>
              </a:rPr>
              <a:t>介紹</a:t>
            </a:r>
            <a:endParaRPr lang="en-US" b="1" i="0" kern="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63374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9" name="Rectangle 2"/>
          <p:cNvSpPr>
            <a:spLocks noGrp="1" noChangeArrowheads="1"/>
          </p:cNvSpPr>
          <p:nvPr>
            <p:ph type="title"/>
          </p:nvPr>
        </p:nvSpPr>
        <p:spPr>
          <a:xfrm>
            <a:off x="663575" y="497194"/>
            <a:ext cx="7845552" cy="461657"/>
          </a:xfrm>
        </p:spPr>
        <p:txBody>
          <a:bodyPr/>
          <a:lstStyle/>
          <a:p>
            <a:r>
              <a:rPr lang="en-US" altLang="zh-TW">
                <a:latin typeface="Calibri" panose="020F0502020204030204" pitchFamily="34" charset="0"/>
                <a:ea typeface="KaiTi" panose="02010609060101010101" pitchFamily="49" charset="-122"/>
                <a:cs typeface="Calibri" panose="020F0502020204030204" pitchFamily="34" charset="0"/>
              </a:rPr>
              <a:t>1.1</a:t>
            </a:r>
            <a:r>
              <a:rPr lang="en-US" altLang="zh-TW">
                <a:latin typeface="KaiTi" panose="02010609060101010101" pitchFamily="49" charset="-122"/>
                <a:ea typeface="KaiTi" panose="02010609060101010101" pitchFamily="49" charset="-122"/>
                <a:cs typeface="Calibri" panose="020F0502020204030204" pitchFamily="34" charset="0"/>
              </a:rPr>
              <a:t> </a:t>
            </a:r>
            <a:r>
              <a:rPr lang="zh-TW" altLang="en-US">
                <a:latin typeface="KaiTi" panose="02010609060101010101" pitchFamily="49" charset="-122"/>
                <a:ea typeface="KaiTi" panose="02010609060101010101" pitchFamily="49" charset="-122"/>
                <a:cs typeface="Calibri" panose="020F0502020204030204" pitchFamily="34" charset="0"/>
              </a:rPr>
              <a:t>會議議程</a:t>
            </a:r>
            <a:endParaRPr lang="zh-CN" altLang="en-US">
              <a:latin typeface="KaiTi" panose="02010609060101010101" pitchFamily="49" charset="-122"/>
              <a:ea typeface="KaiTi" panose="02010609060101010101" pitchFamily="49" charset="-122"/>
              <a:cs typeface="Calibri" panose="020F0502020204030204" pitchFamily="34" charset="0"/>
            </a:endParaRPr>
          </a:p>
        </p:txBody>
      </p:sp>
      <p:graphicFrame>
        <p:nvGraphicFramePr>
          <p:cNvPr id="4" name="Table 4">
            <a:extLst>
              <a:ext uri="{FF2B5EF4-FFF2-40B4-BE49-F238E27FC236}">
                <a16:creationId xmlns:a16="http://schemas.microsoft.com/office/drawing/2014/main" id="{497FBE30-88B8-46EB-AF64-26CA17170CAB}"/>
              </a:ext>
            </a:extLst>
          </p:cNvPr>
          <p:cNvGraphicFramePr>
            <a:graphicFrameLocks noGrp="1"/>
          </p:cNvGraphicFramePr>
          <p:nvPr>
            <p:extLst>
              <p:ext uri="{D42A27DB-BD31-4B8C-83A1-F6EECF244321}">
                <p14:modId xmlns:p14="http://schemas.microsoft.com/office/powerpoint/2010/main" val="3256144588"/>
              </p:ext>
            </p:extLst>
          </p:nvPr>
        </p:nvGraphicFramePr>
        <p:xfrm>
          <a:off x="663575" y="3379868"/>
          <a:ext cx="7845552" cy="2306829"/>
        </p:xfrm>
        <a:graphic>
          <a:graphicData uri="http://schemas.openxmlformats.org/drawingml/2006/table">
            <a:tbl>
              <a:tblPr firstRow="1" bandRow="1">
                <a:tableStyleId>{69012ECD-51FC-41F1-AA8D-1B2483CD663E}</a:tableStyleId>
              </a:tblPr>
              <a:tblGrid>
                <a:gridCol w="1735380">
                  <a:extLst>
                    <a:ext uri="{9D8B030D-6E8A-4147-A177-3AD203B41FA5}">
                      <a16:colId xmlns:a16="http://schemas.microsoft.com/office/drawing/2014/main" val="1208034128"/>
                    </a:ext>
                  </a:extLst>
                </a:gridCol>
                <a:gridCol w="3494988">
                  <a:extLst>
                    <a:ext uri="{9D8B030D-6E8A-4147-A177-3AD203B41FA5}">
                      <a16:colId xmlns:a16="http://schemas.microsoft.com/office/drawing/2014/main" val="1392063789"/>
                    </a:ext>
                  </a:extLst>
                </a:gridCol>
                <a:gridCol w="2615184">
                  <a:extLst>
                    <a:ext uri="{9D8B030D-6E8A-4147-A177-3AD203B41FA5}">
                      <a16:colId xmlns:a16="http://schemas.microsoft.com/office/drawing/2014/main" val="2056472628"/>
                    </a:ext>
                  </a:extLst>
                </a:gridCol>
              </a:tblGrid>
              <a:tr h="466987">
                <a:tc>
                  <a:txBody>
                    <a:bodyPr/>
                    <a:lstStyle/>
                    <a:p>
                      <a:r>
                        <a:rPr lang="zh-TW" altLang="en-US" sz="1200">
                          <a:latin typeface="Calibri" panose="020F0502020204030204" pitchFamily="34" charset="0"/>
                          <a:ea typeface="KaiTi" panose="02010609060101010101" pitchFamily="49" charset="-122"/>
                          <a:cs typeface="Calibri" panose="020F0502020204030204" pitchFamily="34" charset="0"/>
                        </a:rPr>
                        <a:t>時間</a:t>
                      </a:r>
                      <a:endParaRPr lang="en-US" sz="1200">
                        <a:latin typeface="Calibri" panose="020F0502020204030204" pitchFamily="34" charset="0"/>
                        <a:ea typeface="KaiTi" panose="02010609060101010101" pitchFamily="49" charset="-122"/>
                        <a:cs typeface="Calibri" panose="020F0502020204030204" pitchFamily="34" charset="0"/>
                      </a:endParaRPr>
                    </a:p>
                  </a:txBody>
                  <a:tcPr anchor="ctr">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r>
                        <a:rPr lang="zh-TW" altLang="en-US" sz="1200">
                          <a:latin typeface="Calibri" panose="020F0502020204030204" pitchFamily="34" charset="0"/>
                          <a:ea typeface="KaiTi" panose="02010609060101010101" pitchFamily="49" charset="-122"/>
                          <a:cs typeface="Calibri" panose="020F0502020204030204" pitchFamily="34" charset="0"/>
                        </a:rPr>
                        <a:t>內容</a:t>
                      </a:r>
                      <a:endParaRPr lang="en-US" sz="1200">
                        <a:latin typeface="Calibri" panose="020F0502020204030204" pitchFamily="34" charset="0"/>
                        <a:ea typeface="KaiTi" panose="02010609060101010101" pitchFamily="49" charset="-122"/>
                        <a:cs typeface="Calibri" panose="020F0502020204030204" pitchFamily="34" charset="0"/>
                      </a:endParaRPr>
                    </a:p>
                  </a:txBody>
                  <a:tcPr anchor="ct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r>
                        <a:rPr lang="zh-TW" altLang="en-US" sz="1200">
                          <a:latin typeface="Calibri" panose="020F0502020204030204" pitchFamily="34" charset="0"/>
                          <a:ea typeface="KaiTi" panose="02010609060101010101" pitchFamily="49" charset="-122"/>
                          <a:cs typeface="Calibri" panose="020F0502020204030204" pitchFamily="34" charset="0"/>
                        </a:rPr>
                        <a:t>負責團隊</a:t>
                      </a:r>
                      <a:endParaRPr lang="en-US" sz="1200">
                        <a:latin typeface="Calibri" panose="020F0502020204030204" pitchFamily="34" charset="0"/>
                        <a:ea typeface="KaiTi" panose="02010609060101010101" pitchFamily="49" charset="-122"/>
                        <a:cs typeface="Calibri" panose="020F0502020204030204" pitchFamily="34" charset="0"/>
                      </a:endParaRPr>
                    </a:p>
                  </a:txBody>
                  <a:tcPr anchor="ctr">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822937621"/>
                  </a:ext>
                </a:extLst>
              </a:tr>
              <a:tr h="454647">
                <a:tc>
                  <a:txBody>
                    <a:bodyPr/>
                    <a:lstStyle/>
                    <a:p>
                      <a:r>
                        <a:rPr lang="en-US" altLang="zh-TW" sz="1200" dirty="0">
                          <a:latin typeface="Calibri" panose="020F0502020204030204" pitchFamily="34" charset="0"/>
                          <a:ea typeface="KaiTi" panose="02010609060101010101" pitchFamily="49" charset="-122"/>
                          <a:cs typeface="Calibri" panose="020F0502020204030204" pitchFamily="34" charset="0"/>
                        </a:rPr>
                        <a:t>3:00-3:15</a:t>
                      </a:r>
                      <a:endParaRPr lang="en-US" sz="1200" dirty="0">
                        <a:latin typeface="Calibri" panose="020F0502020204030204" pitchFamily="34" charset="0"/>
                        <a:ea typeface="KaiTi" panose="02010609060101010101" pitchFamily="49" charset="-122"/>
                        <a:cs typeface="Calibri" panose="020F0502020204030204" pitchFamily="34" charset="0"/>
                      </a:endParaRPr>
                    </a:p>
                  </a:txBody>
                  <a:tcPr anchor="ctr">
                    <a:lnL w="9525" cap="flat" cmpd="sng" algn="ctr">
                      <a:noFill/>
                      <a:prstDash val="solid"/>
                    </a:lnL>
                    <a:lnR>
                      <a:noFill/>
                    </a:lnR>
                    <a:lnT w="9525" cap="flat" cmpd="sng" algn="ctr">
                      <a:noFill/>
                      <a:prstDash val="soli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200">
                          <a:latin typeface="Calibri" panose="020F0502020204030204" pitchFamily="34" charset="0"/>
                          <a:ea typeface="KaiTi" panose="02010609060101010101" pitchFamily="49" charset="-122"/>
                          <a:cs typeface="Calibri" panose="020F0502020204030204" pitchFamily="34" charset="0"/>
                        </a:rPr>
                        <a:t>管理層和保薦人開場致辭</a:t>
                      </a:r>
                      <a:endParaRPr lang="en-US" sz="1200">
                        <a:latin typeface="Calibri" panose="020F0502020204030204" pitchFamily="34" charset="0"/>
                        <a:ea typeface="KaiTi" panose="02010609060101010101" pitchFamily="49" charset="-122"/>
                        <a:cs typeface="Calibri" panose="020F0502020204030204" pitchFamily="34" charset="0"/>
                      </a:endParaRPr>
                    </a:p>
                  </a:txBody>
                  <a:tcPr anchor="ctr">
                    <a:lnL>
                      <a:noFill/>
                    </a:lnL>
                    <a:lnR>
                      <a:noFill/>
                    </a:lnR>
                    <a:lnT w="9525" cap="flat" cmpd="sng" algn="ctr">
                      <a:noFill/>
                      <a:prstDash val="soli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200">
                          <a:latin typeface="Calibri" panose="020F0502020204030204" pitchFamily="34" charset="0"/>
                          <a:ea typeface="KaiTi" panose="02010609060101010101" pitchFamily="49" charset="-122"/>
                          <a:cs typeface="Calibri" panose="020F0502020204030204" pitchFamily="34" charset="0"/>
                        </a:rPr>
                        <a:t>公司管理層和保薦人</a:t>
                      </a:r>
                      <a:endParaRPr lang="en-US" sz="1200">
                        <a:latin typeface="Calibri" panose="020F0502020204030204" pitchFamily="34" charset="0"/>
                        <a:ea typeface="KaiTi" panose="02010609060101010101" pitchFamily="49" charset="-122"/>
                        <a:cs typeface="Calibri" panose="020F0502020204030204" pitchFamily="34" charset="0"/>
                      </a:endParaRPr>
                    </a:p>
                  </a:txBody>
                  <a:tcPr anchor="ctr">
                    <a:lnL>
                      <a:noFill/>
                    </a:lnL>
                    <a:lnR w="9525" cap="flat" cmpd="sng" algn="ctr">
                      <a:noFill/>
                      <a:prstDash val="solid"/>
                    </a:lnR>
                    <a:lnT w="9525" cap="flat" cmpd="sng" algn="ctr">
                      <a:noFill/>
                      <a:prstDash val="soli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07954766"/>
                  </a:ext>
                </a:extLst>
              </a:tr>
              <a:tr h="454647">
                <a:tc>
                  <a:txBody>
                    <a:bodyPr/>
                    <a:lstStyle/>
                    <a:p>
                      <a:r>
                        <a:rPr kumimoji="0" lang="en-US" altLang="zh-TW" sz="1200" b="0" i="0" u="none" strike="noStrike" kern="1200" cap="none" spc="0" normalizeH="0" baseline="0" noProof="0" dirty="0">
                          <a:ln>
                            <a:noFill/>
                          </a:ln>
                          <a:solidFill>
                            <a:srgbClr val="000000"/>
                          </a:solidFill>
                          <a:effectLst/>
                          <a:uLnTx/>
                          <a:uFillTx/>
                          <a:latin typeface="Calibri" panose="020F0502020204030204" pitchFamily="34" charset="0"/>
                          <a:ea typeface="KaiTi" panose="02010609060101010101" pitchFamily="49" charset="-122"/>
                          <a:cs typeface="Calibri" panose="020F0502020204030204" pitchFamily="34" charset="0"/>
                        </a:rPr>
                        <a:t>3:15-3:30</a:t>
                      </a:r>
                      <a:endParaRPr lang="en-US" sz="1200" dirty="0">
                        <a:latin typeface="Calibri" panose="020F0502020204030204" pitchFamily="34" charset="0"/>
                        <a:ea typeface="KaiTi" panose="02010609060101010101" pitchFamily="49" charset="-122"/>
                        <a:cs typeface="Calibri" panose="020F0502020204030204" pitchFamily="34" charset="0"/>
                      </a:endParaRPr>
                    </a:p>
                  </a:txBody>
                  <a:tcPr anchor="ctr">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200">
                          <a:latin typeface="Calibri" panose="020F0502020204030204" pitchFamily="34" charset="0"/>
                          <a:ea typeface="KaiTi" panose="02010609060101010101" pitchFamily="49" charset="-122"/>
                          <a:cs typeface="Calibri" panose="020F0502020204030204" pitchFamily="34" charset="0"/>
                        </a:rPr>
                        <a:t>各中介團隊介紹</a:t>
                      </a:r>
                      <a:endParaRPr lang="en-US" sz="1200">
                        <a:latin typeface="Calibri" panose="020F0502020204030204" pitchFamily="34" charset="0"/>
                        <a:ea typeface="KaiTi" panose="02010609060101010101" pitchFamily="49" charset="-122"/>
                        <a:cs typeface="Calibri" panose="020F0502020204030204" pitchFamily="34" charset="0"/>
                      </a:endParaRPr>
                    </a:p>
                  </a:txBody>
                  <a:tcPr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200">
                          <a:latin typeface="Calibri" panose="020F0502020204030204" pitchFamily="34" charset="0"/>
                          <a:ea typeface="KaiTi" panose="02010609060101010101" pitchFamily="49" charset="-122"/>
                          <a:cs typeface="Calibri" panose="020F0502020204030204" pitchFamily="34" charset="0"/>
                        </a:rPr>
                        <a:t>全體中介團隊</a:t>
                      </a:r>
                      <a:endParaRPr lang="en-US" sz="1200">
                        <a:latin typeface="Calibri" panose="020F0502020204030204" pitchFamily="34" charset="0"/>
                        <a:ea typeface="KaiTi" panose="02010609060101010101" pitchFamily="49" charset="-122"/>
                        <a:cs typeface="Calibri" panose="020F0502020204030204" pitchFamily="34" charset="0"/>
                      </a:endParaRPr>
                    </a:p>
                  </a:txBody>
                  <a:tcPr anchor="ctr">
                    <a:lnL>
                      <a:noFill/>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21464026"/>
                  </a:ext>
                </a:extLst>
              </a:tr>
              <a:tr h="454647">
                <a:tc>
                  <a:txBody>
                    <a:bodyPr/>
                    <a:lstStyle/>
                    <a:p>
                      <a:r>
                        <a:rPr kumimoji="0" lang="en-US" altLang="zh-TW" sz="1200" b="0" i="0" u="none" strike="noStrike" kern="1200" cap="none" spc="0" normalizeH="0" baseline="0" noProof="0" dirty="0">
                          <a:ln>
                            <a:noFill/>
                          </a:ln>
                          <a:solidFill>
                            <a:srgbClr val="000000"/>
                          </a:solidFill>
                          <a:effectLst/>
                          <a:uLnTx/>
                          <a:uFillTx/>
                          <a:latin typeface="Calibri" panose="020F0502020204030204" pitchFamily="34" charset="0"/>
                          <a:ea typeface="KaiTi" panose="02010609060101010101" pitchFamily="49" charset="-122"/>
                          <a:cs typeface="Calibri" panose="020F0502020204030204" pitchFamily="34" charset="0"/>
                        </a:rPr>
                        <a:t>3:30-3:45</a:t>
                      </a:r>
                      <a:endParaRPr lang="en-US" sz="1200" dirty="0">
                        <a:latin typeface="Calibri" panose="020F0502020204030204" pitchFamily="34" charset="0"/>
                        <a:ea typeface="KaiTi" panose="02010609060101010101" pitchFamily="49" charset="-122"/>
                        <a:cs typeface="Calibri" panose="020F0502020204030204" pitchFamily="34" charset="0"/>
                      </a:endParaRPr>
                    </a:p>
                  </a:txBody>
                  <a:tcPr anchor="ctr">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200">
                          <a:latin typeface="Calibri" panose="020F0502020204030204" pitchFamily="34" charset="0"/>
                          <a:ea typeface="KaiTi" panose="02010609060101010101" pitchFamily="49" charset="-122"/>
                          <a:cs typeface="Calibri" panose="020F0502020204030204" pitchFamily="34" charset="0"/>
                        </a:rPr>
                        <a:t>交易簡介和時間表</a:t>
                      </a:r>
                      <a:endParaRPr lang="en-US" sz="1200">
                        <a:latin typeface="Calibri" panose="020F0502020204030204" pitchFamily="34" charset="0"/>
                        <a:ea typeface="KaiTi" panose="02010609060101010101" pitchFamily="49" charset="-122"/>
                        <a:cs typeface="Calibri" panose="020F0502020204030204" pitchFamily="34" charset="0"/>
                      </a:endParaRPr>
                    </a:p>
                  </a:txBody>
                  <a:tcPr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200">
                          <a:latin typeface="Calibri" panose="020F0502020204030204" pitchFamily="34" charset="0"/>
                          <a:ea typeface="KaiTi" panose="02010609060101010101" pitchFamily="49" charset="-122"/>
                          <a:cs typeface="Calibri" panose="020F0502020204030204" pitchFamily="34" charset="0"/>
                        </a:rPr>
                        <a:t>保薦人</a:t>
                      </a:r>
                      <a:endParaRPr lang="en-US" sz="1200">
                        <a:latin typeface="Calibri" panose="020F0502020204030204" pitchFamily="34" charset="0"/>
                        <a:ea typeface="KaiTi" panose="02010609060101010101" pitchFamily="49" charset="-122"/>
                        <a:cs typeface="Calibri" panose="020F0502020204030204" pitchFamily="34" charset="0"/>
                      </a:endParaRPr>
                    </a:p>
                  </a:txBody>
                  <a:tcPr anchor="ctr">
                    <a:lnL>
                      <a:noFill/>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64040902"/>
                  </a:ext>
                </a:extLst>
              </a:tr>
              <a:tr h="475901">
                <a:tc>
                  <a:txBody>
                    <a:bodyPr/>
                    <a:lstStyle/>
                    <a:p>
                      <a:r>
                        <a:rPr kumimoji="0" lang="en-US" altLang="zh-TW" sz="1200" b="0" i="0" u="none" strike="noStrike" kern="1200" cap="none" spc="0" normalizeH="0" baseline="0" noProof="0" dirty="0">
                          <a:ln>
                            <a:noFill/>
                          </a:ln>
                          <a:solidFill>
                            <a:srgbClr val="000000"/>
                          </a:solidFill>
                          <a:effectLst/>
                          <a:uLnTx/>
                          <a:uFillTx/>
                          <a:latin typeface="Calibri" panose="020F0502020204030204" pitchFamily="34" charset="0"/>
                          <a:ea typeface="KaiTi" panose="02010609060101010101" pitchFamily="49" charset="-122"/>
                          <a:cs typeface="Calibri" panose="020F0502020204030204" pitchFamily="34" charset="0"/>
                        </a:rPr>
                        <a:t>3:45-4:00</a:t>
                      </a:r>
                      <a:endParaRPr lang="en-US" sz="1200" dirty="0">
                        <a:latin typeface="Calibri" panose="020F0502020204030204" pitchFamily="34" charset="0"/>
                        <a:ea typeface="KaiTi" panose="02010609060101010101" pitchFamily="49" charset="-122"/>
                        <a:cs typeface="Calibri" panose="020F0502020204030204" pitchFamily="34" charset="0"/>
                      </a:endParaRPr>
                    </a:p>
                  </a:txBody>
                  <a:tcPr anchor="ctr">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200" b="0">
                          <a:latin typeface="Calibri" panose="020F0502020204030204" pitchFamily="34" charset="0"/>
                          <a:ea typeface="KaiTi" panose="02010609060101010101" pitchFamily="49" charset="-122"/>
                          <a:cs typeface="Calibri" panose="020F0502020204030204" pitchFamily="34" charset="0"/>
                        </a:rPr>
                        <a:t>關鍵</a:t>
                      </a:r>
                      <a:r>
                        <a:rPr lang="zh-TW" altLang="en-US" sz="1200">
                          <a:latin typeface="Calibri" panose="020F0502020204030204" pitchFamily="34" charset="0"/>
                          <a:ea typeface="KaiTi" panose="02010609060101010101" pitchFamily="49" charset="-122"/>
                          <a:cs typeface="Calibri" panose="020F0502020204030204" pitchFamily="34" charset="0"/>
                        </a:rPr>
                        <a:t>執行考慮因素和下一步計劃</a:t>
                      </a:r>
                      <a:endParaRPr lang="en-US" sz="1200">
                        <a:latin typeface="Calibri" panose="020F0502020204030204" pitchFamily="34" charset="0"/>
                        <a:ea typeface="KaiTi" panose="02010609060101010101" pitchFamily="49" charset="-122"/>
                        <a:cs typeface="Calibri" panose="020F0502020204030204" pitchFamily="34" charset="0"/>
                      </a:endParaRPr>
                    </a:p>
                  </a:txBody>
                  <a:tcPr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200" dirty="0">
                          <a:latin typeface="Calibri" panose="020F0502020204030204" pitchFamily="34" charset="0"/>
                          <a:ea typeface="KaiTi" panose="02010609060101010101" pitchFamily="49" charset="-122"/>
                          <a:cs typeface="Calibri" panose="020F0502020204030204" pitchFamily="34" charset="0"/>
                        </a:rPr>
                        <a:t>保薦人</a:t>
                      </a:r>
                      <a:endParaRPr lang="en-US" sz="1200" dirty="0">
                        <a:latin typeface="Calibri" panose="020F0502020204030204" pitchFamily="34" charset="0"/>
                        <a:ea typeface="KaiTi" panose="02010609060101010101" pitchFamily="49" charset="-122"/>
                        <a:cs typeface="Calibri" panose="020F0502020204030204" pitchFamily="34" charset="0"/>
                      </a:endParaRPr>
                    </a:p>
                  </a:txBody>
                  <a:tcPr anchor="ctr">
                    <a:lnL>
                      <a:noFill/>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51635477"/>
                  </a:ext>
                </a:extLst>
              </a:tr>
            </a:tbl>
          </a:graphicData>
        </a:graphic>
      </p:graphicFrame>
      <p:sp>
        <p:nvSpPr>
          <p:cNvPr id="182" name="Slide Number Placeholder 2">
            <a:extLst>
              <a:ext uri="{FF2B5EF4-FFF2-40B4-BE49-F238E27FC236}">
                <a16:creationId xmlns:a16="http://schemas.microsoft.com/office/drawing/2014/main" id="{03CE83D5-D17A-4F26-BBBC-E3D697A6B6B8}"/>
              </a:ext>
            </a:extLst>
          </p:cNvPr>
          <p:cNvSpPr>
            <a:spLocks noGrp="1"/>
          </p:cNvSpPr>
          <p:nvPr>
            <p:ph type="sldNum" sz="quarter" idx="10"/>
          </p:nvPr>
        </p:nvSpPr>
        <p:spPr>
          <a:xfrm>
            <a:off x="7897813" y="6398780"/>
            <a:ext cx="1066800" cy="217937"/>
          </a:xfrm>
        </p:spPr>
        <p:txBody>
          <a:bodyPr/>
          <a:lstStyle/>
          <a:p>
            <a:pPr>
              <a:defRPr/>
            </a:pPr>
            <a:fld id="{17AE90FD-2A67-4F1C-8A5E-6FE36A4F61F0}" type="slidenum">
              <a:rPr lang="en-US" altLang="en-US" smtClean="0"/>
              <a:pPr>
                <a:defRPr/>
              </a:pPr>
              <a:t>3</a:t>
            </a:fld>
            <a:endParaRPr lang="en-US" altLang="en-US"/>
          </a:p>
        </p:txBody>
      </p:sp>
      <p:graphicFrame>
        <p:nvGraphicFramePr>
          <p:cNvPr id="6" name="Table 4">
            <a:extLst>
              <a:ext uri="{FF2B5EF4-FFF2-40B4-BE49-F238E27FC236}">
                <a16:creationId xmlns:a16="http://schemas.microsoft.com/office/drawing/2014/main" id="{B666382E-6372-47A2-AFAD-30280B397A46}"/>
              </a:ext>
            </a:extLst>
          </p:cNvPr>
          <p:cNvGraphicFramePr>
            <a:graphicFrameLocks noGrp="1"/>
          </p:cNvGraphicFramePr>
          <p:nvPr>
            <p:extLst>
              <p:ext uri="{D42A27DB-BD31-4B8C-83A1-F6EECF244321}">
                <p14:modId xmlns:p14="http://schemas.microsoft.com/office/powerpoint/2010/main" val="3838848546"/>
              </p:ext>
            </p:extLst>
          </p:nvPr>
        </p:nvGraphicFramePr>
        <p:xfrm>
          <a:off x="659858" y="1212813"/>
          <a:ext cx="7845552" cy="1842622"/>
        </p:xfrm>
        <a:graphic>
          <a:graphicData uri="http://schemas.openxmlformats.org/drawingml/2006/table">
            <a:tbl>
              <a:tblPr firstRow="1" bandRow="1">
                <a:tableStyleId>{69012ECD-51FC-41F1-AA8D-1B2483CD663E}</a:tableStyleId>
              </a:tblPr>
              <a:tblGrid>
                <a:gridCol w="7845552">
                  <a:extLst>
                    <a:ext uri="{9D8B030D-6E8A-4147-A177-3AD203B41FA5}">
                      <a16:colId xmlns:a16="http://schemas.microsoft.com/office/drawing/2014/main" val="1208034128"/>
                    </a:ext>
                  </a:extLst>
                </a:gridCol>
              </a:tblGrid>
              <a:tr h="462349">
                <a:tc>
                  <a:txBody>
                    <a:bodyPr/>
                    <a:lstStyle/>
                    <a:p>
                      <a:pPr marL="0" marR="0" lvl="0" indent="0" algn="l" defTabSz="914303" rtl="0" eaLnBrk="1" fontAlgn="auto" latinLnBrk="0" hangingPunct="1">
                        <a:lnSpc>
                          <a:spcPct val="100000"/>
                        </a:lnSpc>
                        <a:spcBef>
                          <a:spcPts val="0"/>
                        </a:spcBef>
                        <a:spcAft>
                          <a:spcPts val="0"/>
                        </a:spcAft>
                        <a:buClrTx/>
                        <a:buSzTx/>
                        <a:buFontTx/>
                        <a:buNone/>
                        <a:tabLst/>
                        <a:defRPr/>
                      </a:pPr>
                      <a:r>
                        <a:rPr lang="zh-TW" altLang="en-US" sz="1200" b="1" i="0" dirty="0">
                          <a:solidFill>
                            <a:schemeClr val="bg1"/>
                          </a:solidFill>
                          <a:ea typeface="KaiTi" panose="02010609060101010101" pitchFamily="49" charset="-122"/>
                          <a:cs typeface="Calibri" panose="020F0502020204030204" pitchFamily="34" charset="0"/>
                        </a:rPr>
                        <a:t>議程</a:t>
                      </a:r>
                      <a:endParaRPr lang="en-US" altLang="zh-TW" sz="1200" b="1" i="0" dirty="0">
                        <a:solidFill>
                          <a:schemeClr val="bg1"/>
                        </a:solidFill>
                        <a:ea typeface="KaiTi" panose="02010609060101010101" pitchFamily="49" charset="-122"/>
                        <a:cs typeface="Calibri" panose="020F0502020204030204" pitchFamily="34" charset="0"/>
                      </a:endParaRPr>
                    </a:p>
                  </a:txBody>
                  <a:tcPr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00359E"/>
                    </a:solidFill>
                  </a:tcPr>
                </a:tc>
                <a:extLst>
                  <a:ext uri="{0D108BD9-81ED-4DB2-BD59-A6C34878D82A}">
                    <a16:rowId xmlns:a16="http://schemas.microsoft.com/office/drawing/2014/main" val="1822937621"/>
                  </a:ext>
                </a:extLst>
              </a:tr>
              <a:tr h="439858">
                <a:tc>
                  <a:txBody>
                    <a:bodyPr/>
                    <a:lstStyle/>
                    <a:p>
                      <a:pPr marL="171450" marR="0" lvl="0" indent="-171450" algn="l" defTabSz="914303"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zh-TW" altLang="en-US" sz="1200" b="1" i="0" dirty="0">
                          <a:latin typeface="Calibri" panose="020F0502020204030204" pitchFamily="34" charset="0"/>
                          <a:ea typeface="KaiTi" panose="02010609060101010101" pitchFamily="49" charset="-122"/>
                          <a:cs typeface="Calibri" panose="020F0502020204030204" pitchFamily="34" charset="0"/>
                        </a:rPr>
                        <a:t>日期</a:t>
                      </a:r>
                      <a:r>
                        <a:rPr lang="zh-CN" altLang="en-US" sz="1200" b="1" i="0" dirty="0">
                          <a:latin typeface="Calibri" panose="020F0502020204030204" pitchFamily="34" charset="0"/>
                          <a:ea typeface="KaiTi" panose="02010609060101010101" pitchFamily="49" charset="-122"/>
                          <a:cs typeface="Calibri" panose="020F0502020204030204" pitchFamily="34" charset="0"/>
                        </a:rPr>
                        <a:t>：</a:t>
                      </a:r>
                      <a:r>
                        <a:rPr lang="en-US" altLang="zh-TW" sz="1200" i="0" dirty="0">
                          <a:latin typeface="Calibri" panose="020F0502020204030204" pitchFamily="34" charset="0"/>
                          <a:ea typeface="KaiTi" panose="02010609060101010101" pitchFamily="49" charset="-122"/>
                          <a:cs typeface="Calibri" panose="020F0502020204030204" pitchFamily="34" charset="0"/>
                        </a:rPr>
                        <a:t>2025</a:t>
                      </a:r>
                      <a:r>
                        <a:rPr lang="zh-TW" altLang="en-US" sz="1200" i="0" dirty="0">
                          <a:latin typeface="Calibri" panose="020F0502020204030204" pitchFamily="34" charset="0"/>
                          <a:ea typeface="KaiTi" panose="02010609060101010101" pitchFamily="49" charset="-122"/>
                          <a:cs typeface="Calibri" panose="020F0502020204030204" pitchFamily="34" charset="0"/>
                        </a:rPr>
                        <a:t>年</a:t>
                      </a:r>
                      <a:r>
                        <a:rPr lang="en-US" altLang="zh-TW" sz="1200" i="0" dirty="0">
                          <a:latin typeface="Calibri" panose="020F0502020204030204" pitchFamily="34" charset="0"/>
                          <a:ea typeface="KaiTi" panose="02010609060101010101" pitchFamily="49" charset="-122"/>
                          <a:cs typeface="Calibri" panose="020F0502020204030204" pitchFamily="34" charset="0"/>
                        </a:rPr>
                        <a:t>7</a:t>
                      </a:r>
                      <a:r>
                        <a:rPr lang="zh-TW" altLang="en-US" sz="1200" i="0" dirty="0">
                          <a:latin typeface="Calibri" panose="020F0502020204030204" pitchFamily="34" charset="0"/>
                          <a:ea typeface="KaiTi" panose="02010609060101010101" pitchFamily="49" charset="-122"/>
                          <a:cs typeface="Calibri" panose="020F0502020204030204" pitchFamily="34" charset="0"/>
                        </a:rPr>
                        <a:t>月</a:t>
                      </a:r>
                      <a:r>
                        <a:rPr lang="en-US" altLang="zh-TW" sz="1200" i="0" dirty="0">
                          <a:latin typeface="Calibri" panose="020F0502020204030204" pitchFamily="34" charset="0"/>
                          <a:ea typeface="KaiTi" panose="02010609060101010101" pitchFamily="49" charset="-122"/>
                          <a:cs typeface="Calibri" panose="020F0502020204030204" pitchFamily="34" charset="0"/>
                        </a:rPr>
                        <a:t>21</a:t>
                      </a:r>
                      <a:r>
                        <a:rPr lang="zh-TW" altLang="en-US" sz="1200" i="0" dirty="0">
                          <a:latin typeface="Calibri" panose="020F0502020204030204" pitchFamily="34" charset="0"/>
                          <a:ea typeface="KaiTi" panose="02010609060101010101" pitchFamily="49" charset="-122"/>
                          <a:cs typeface="Calibri" panose="020F0502020204030204" pitchFamily="34" charset="0"/>
                        </a:rPr>
                        <a:t>日</a:t>
                      </a:r>
                      <a:endParaRPr lang="en-US" altLang="zh-TW" sz="1200" i="0" dirty="0">
                        <a:latin typeface="Calibri" panose="020F0502020204030204" pitchFamily="34" charset="0"/>
                        <a:ea typeface="KaiTi" panose="02010609060101010101" pitchFamily="49" charset="-122"/>
                        <a:cs typeface="Calibri" panose="020F0502020204030204" pitchFamily="34" charset="0"/>
                      </a:endParaRPr>
                    </a:p>
                  </a:txBody>
                  <a:tcPr anchor="ctr">
                    <a:lnL w="9525" cap="flat" cmpd="sng" algn="ctr">
                      <a:noFill/>
                      <a:prstDash val="solid"/>
                    </a:lnL>
                    <a:lnR w="9525" cap="flat" cmpd="sng" algn="ctr">
                      <a:noFill/>
                      <a:prstDash val="soli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07954766"/>
                  </a:ext>
                </a:extLst>
              </a:tr>
              <a:tr h="500557">
                <a:tc>
                  <a:txBody>
                    <a:bodyPr/>
                    <a:lstStyle/>
                    <a:p>
                      <a:pPr marL="171450" indent="-171450">
                        <a:spcAft>
                          <a:spcPts val="1200"/>
                        </a:spcAft>
                        <a:buFont typeface="Wingdings" panose="05000000000000000000" pitchFamily="2" charset="2"/>
                        <a:buChar char="§"/>
                      </a:pPr>
                      <a:r>
                        <a:rPr lang="zh-TW" altLang="en-US" sz="1200" b="1" i="0" dirty="0">
                          <a:latin typeface="Calibri" panose="020F0502020204030204" pitchFamily="34" charset="0"/>
                          <a:ea typeface="KaiTi" panose="02010609060101010101" pitchFamily="49" charset="-122"/>
                          <a:cs typeface="Calibri" panose="020F0502020204030204" pitchFamily="34" charset="0"/>
                        </a:rPr>
                        <a:t>時間</a:t>
                      </a:r>
                      <a:r>
                        <a:rPr lang="zh-CN" altLang="en-US" sz="1200" b="1" i="0" dirty="0">
                          <a:latin typeface="Calibri" panose="020F0502020204030204" pitchFamily="34" charset="0"/>
                          <a:ea typeface="KaiTi" panose="02010609060101010101" pitchFamily="49" charset="-122"/>
                          <a:cs typeface="Calibri" panose="020F0502020204030204" pitchFamily="34" charset="0"/>
                        </a:rPr>
                        <a:t>：</a:t>
                      </a:r>
                      <a:r>
                        <a:rPr lang="zh-CN" altLang="en-US" sz="1200" b="0" i="0" dirty="0">
                          <a:latin typeface="Calibri" panose="020F0502020204030204" pitchFamily="34" charset="0"/>
                          <a:ea typeface="KaiTi" panose="02010609060101010101" pitchFamily="49" charset="-122"/>
                          <a:cs typeface="Calibri" panose="020F0502020204030204" pitchFamily="34" charset="0"/>
                        </a:rPr>
                        <a:t>下午</a:t>
                      </a:r>
                      <a:r>
                        <a:rPr lang="en-US" altLang="zh-CN" sz="1200" b="0" i="0" dirty="0">
                          <a:latin typeface="Calibri" panose="020F0502020204030204" pitchFamily="34" charset="0"/>
                          <a:ea typeface="KaiTi" panose="02010609060101010101" pitchFamily="49" charset="-122"/>
                          <a:cs typeface="Calibri" panose="020F0502020204030204" pitchFamily="34" charset="0"/>
                        </a:rPr>
                        <a:t>3:00</a:t>
                      </a:r>
                      <a:endParaRPr lang="en-US" altLang="zh-TW" sz="1200" b="0" i="0" dirty="0">
                        <a:latin typeface="Calibri" panose="020F0502020204030204" pitchFamily="34" charset="0"/>
                        <a:ea typeface="KaiTi" panose="02010609060101010101" pitchFamily="49" charset="-122"/>
                        <a:cs typeface="Calibri" panose="020F0502020204030204" pitchFamily="34" charset="0"/>
                      </a:endParaRPr>
                    </a:p>
                  </a:txBody>
                  <a:tcPr anchor="ctr">
                    <a:lnL w="9525" cap="flat" cmpd="sng" algn="ctr">
                      <a:noFill/>
                      <a:prstDash val="solid"/>
                    </a:lnL>
                    <a:lnR w="9525" cap="flat" cmpd="sng" algn="ctr">
                      <a:noFill/>
                      <a:prstDash val="soli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21464026"/>
                  </a:ext>
                </a:extLst>
              </a:tr>
              <a:tr h="439858">
                <a:tc>
                  <a:txBody>
                    <a:bodyPr/>
                    <a:lstStyle/>
                    <a:p>
                      <a:pPr marL="171450" indent="-171450">
                        <a:spcAft>
                          <a:spcPts val="1200"/>
                        </a:spcAft>
                        <a:buFont typeface="Wingdings" panose="05000000000000000000" pitchFamily="2" charset="2"/>
                        <a:buChar char="§"/>
                      </a:pPr>
                      <a:r>
                        <a:rPr lang="zh-TW" altLang="en-US" sz="1200" b="1" i="0" dirty="0">
                          <a:latin typeface="Calibri" panose="020F0502020204030204" pitchFamily="34" charset="0"/>
                          <a:ea typeface="KaiTi" panose="02010609060101010101" pitchFamily="49" charset="-122"/>
                          <a:cs typeface="Calibri" panose="020F0502020204030204" pitchFamily="34" charset="0"/>
                        </a:rPr>
                        <a:t>地點</a:t>
                      </a:r>
                      <a:r>
                        <a:rPr lang="zh-CN" altLang="en-US" sz="1200" b="1" i="0" dirty="0">
                          <a:latin typeface="Calibri" panose="020F0502020204030204" pitchFamily="34" charset="0"/>
                          <a:ea typeface="KaiTi" panose="02010609060101010101" pitchFamily="49" charset="-122"/>
                          <a:cs typeface="Calibri" panose="020F0502020204030204" pitchFamily="34" charset="0"/>
                        </a:rPr>
                        <a:t>：</a:t>
                      </a:r>
                      <a:r>
                        <a:rPr lang="zh-CN" altLang="en-US" sz="1200" i="0" dirty="0">
                          <a:latin typeface="Calibri" panose="020F0502020204030204" pitchFamily="34" charset="0"/>
                          <a:ea typeface="KaiTi" panose="02010609060101010101" pitchFamily="49" charset="-122"/>
                          <a:cs typeface="Calibri" panose="020F0502020204030204" pitchFamily="34" charset="0"/>
                        </a:rPr>
                        <a:t>香港中環皇后大道中</a:t>
                      </a:r>
                      <a:r>
                        <a:rPr lang="en-US" altLang="zh-CN" sz="1200" i="0" dirty="0">
                          <a:latin typeface="Calibri" panose="020F0502020204030204" pitchFamily="34" charset="0"/>
                          <a:ea typeface="KaiTi" panose="02010609060101010101" pitchFamily="49" charset="-122"/>
                          <a:cs typeface="Calibri" panose="020F0502020204030204" pitchFamily="34" charset="0"/>
                        </a:rPr>
                        <a:t>99</a:t>
                      </a:r>
                      <a:r>
                        <a:rPr lang="zh-CN" altLang="en-US" sz="1200" i="0" dirty="0">
                          <a:latin typeface="Calibri" panose="020F0502020204030204" pitchFamily="34" charset="0"/>
                          <a:ea typeface="KaiTi" panose="02010609060101010101" pitchFamily="49" charset="-122"/>
                          <a:cs typeface="Calibri" panose="020F0502020204030204" pitchFamily="34" charset="0"/>
                        </a:rPr>
                        <a:t>號中環中心</a:t>
                      </a:r>
                      <a:r>
                        <a:rPr lang="en-US" altLang="zh-CN" sz="1200" i="0" dirty="0">
                          <a:latin typeface="Calibri" panose="020F0502020204030204" pitchFamily="34" charset="0"/>
                          <a:ea typeface="KaiTi" panose="02010609060101010101" pitchFamily="49" charset="-122"/>
                          <a:cs typeface="Calibri" panose="020F0502020204030204" pitchFamily="34" charset="0"/>
                        </a:rPr>
                        <a:t>17</a:t>
                      </a:r>
                      <a:r>
                        <a:rPr lang="zh-CN" altLang="en-US" sz="1200" i="0" dirty="0">
                          <a:latin typeface="Calibri" panose="020F0502020204030204" pitchFamily="34" charset="0"/>
                          <a:ea typeface="KaiTi" panose="02010609060101010101" pitchFamily="49" charset="-122"/>
                          <a:cs typeface="Calibri" panose="020F0502020204030204" pitchFamily="34" charset="0"/>
                        </a:rPr>
                        <a:t>樓</a:t>
                      </a:r>
                      <a:r>
                        <a:rPr lang="en-US" altLang="zh-TW" sz="1200" i="0" dirty="0">
                          <a:latin typeface="Calibri" panose="020F0502020204030204" pitchFamily="34" charset="0"/>
                          <a:ea typeface="KaiTi" panose="02010609060101010101" pitchFamily="49" charset="-122"/>
                          <a:cs typeface="Calibri" panose="020F0502020204030204" pitchFamily="34" charset="0"/>
                        </a:rPr>
                        <a:t>Champagne</a:t>
                      </a:r>
                      <a:r>
                        <a:rPr lang="zh-CN" altLang="en-US" sz="1200" i="0" dirty="0">
                          <a:latin typeface="Calibri" panose="020F0502020204030204" pitchFamily="34" charset="0"/>
                          <a:ea typeface="KaiTi" panose="02010609060101010101" pitchFamily="49" charset="-122"/>
                          <a:cs typeface="Calibri" panose="020F0502020204030204" pitchFamily="34" charset="0"/>
                        </a:rPr>
                        <a:t>房</a:t>
                      </a:r>
                      <a:endParaRPr lang="en-US" altLang="zh-TW" sz="1200" i="0" dirty="0">
                        <a:latin typeface="Calibri" panose="020F0502020204030204" pitchFamily="34" charset="0"/>
                        <a:ea typeface="KaiTi" panose="02010609060101010101" pitchFamily="49" charset="-122"/>
                        <a:cs typeface="Calibri" panose="020F0502020204030204" pitchFamily="34" charset="0"/>
                      </a:endParaRPr>
                    </a:p>
                  </a:txBody>
                  <a:tcPr anchor="ctr">
                    <a:lnL w="9525" cap="flat" cmpd="sng" algn="ctr">
                      <a:noFill/>
                      <a:prstDash val="solid"/>
                    </a:lnL>
                    <a:lnR w="9525" cap="flat" cmpd="sng" algn="ctr">
                      <a:noFill/>
                      <a:prstDash val="soli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64040902"/>
                  </a:ext>
                </a:extLst>
              </a:tr>
            </a:tbl>
          </a:graphicData>
        </a:graphic>
      </p:graphicFrame>
    </p:spTree>
    <p:extLst>
      <p:ext uri="{BB962C8B-B14F-4D97-AF65-F5344CB8AC3E}">
        <p14:creationId xmlns:p14="http://schemas.microsoft.com/office/powerpoint/2010/main" val="1592794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9" name="Rectangle 2"/>
          <p:cNvSpPr>
            <a:spLocks noGrp="1" noChangeArrowheads="1"/>
          </p:cNvSpPr>
          <p:nvPr>
            <p:ph type="title"/>
          </p:nvPr>
        </p:nvSpPr>
        <p:spPr>
          <a:xfrm>
            <a:off x="663575" y="497194"/>
            <a:ext cx="7845552" cy="461657"/>
          </a:xfrm>
        </p:spPr>
        <p:txBody>
          <a:bodyPr/>
          <a:lstStyle/>
          <a:p>
            <a:r>
              <a:rPr lang="en-US" altLang="zh-TW">
                <a:latin typeface="Calibri" panose="020F0502020204030204" pitchFamily="34" charset="0"/>
                <a:ea typeface="KaiTi" panose="02010609060101010101" pitchFamily="49" charset="-122"/>
                <a:cs typeface="Calibri" panose="020F0502020204030204" pitchFamily="34" charset="0"/>
              </a:rPr>
              <a:t>1.2 </a:t>
            </a:r>
            <a:r>
              <a:rPr lang="zh-TW" altLang="en-US">
                <a:latin typeface="Calibri" panose="020F0502020204030204" pitchFamily="34" charset="0"/>
                <a:ea typeface="KaiTi" panose="02010609060101010101" pitchFamily="49" charset="-122"/>
                <a:cs typeface="Calibri" panose="020F0502020204030204" pitchFamily="34" charset="0"/>
              </a:rPr>
              <a:t>交易概況</a:t>
            </a:r>
            <a:endParaRPr lang="zh-CN" altLang="en-US">
              <a:latin typeface="Calibri" panose="020F0502020204030204" pitchFamily="34" charset="0"/>
              <a:ea typeface="KaiTi" panose="02010609060101010101" pitchFamily="49" charset="-122"/>
              <a:cs typeface="Calibri" panose="020F0502020204030204" pitchFamily="34" charset="0"/>
            </a:endParaRPr>
          </a:p>
        </p:txBody>
      </p:sp>
      <p:graphicFrame>
        <p:nvGraphicFramePr>
          <p:cNvPr id="4" name="Table 4">
            <a:extLst>
              <a:ext uri="{FF2B5EF4-FFF2-40B4-BE49-F238E27FC236}">
                <a16:creationId xmlns:a16="http://schemas.microsoft.com/office/drawing/2014/main" id="{497FBE30-88B8-46EB-AF64-26CA17170CAB}"/>
              </a:ext>
            </a:extLst>
          </p:cNvPr>
          <p:cNvGraphicFramePr>
            <a:graphicFrameLocks noGrp="1"/>
          </p:cNvGraphicFramePr>
          <p:nvPr>
            <p:extLst>
              <p:ext uri="{D42A27DB-BD31-4B8C-83A1-F6EECF244321}">
                <p14:modId xmlns:p14="http://schemas.microsoft.com/office/powerpoint/2010/main" val="730932766"/>
              </p:ext>
            </p:extLst>
          </p:nvPr>
        </p:nvGraphicFramePr>
        <p:xfrm>
          <a:off x="671525" y="1233796"/>
          <a:ext cx="7845553" cy="4391348"/>
        </p:xfrm>
        <a:graphic>
          <a:graphicData uri="http://schemas.openxmlformats.org/drawingml/2006/table">
            <a:tbl>
              <a:tblPr firstRow="1" bandRow="1">
                <a:tableStyleId>{69012ECD-51FC-41F1-AA8D-1B2483CD663E}</a:tableStyleId>
              </a:tblPr>
              <a:tblGrid>
                <a:gridCol w="2520689">
                  <a:extLst>
                    <a:ext uri="{9D8B030D-6E8A-4147-A177-3AD203B41FA5}">
                      <a16:colId xmlns:a16="http://schemas.microsoft.com/office/drawing/2014/main" val="1208034128"/>
                    </a:ext>
                  </a:extLst>
                </a:gridCol>
                <a:gridCol w="5324864">
                  <a:extLst>
                    <a:ext uri="{9D8B030D-6E8A-4147-A177-3AD203B41FA5}">
                      <a16:colId xmlns:a16="http://schemas.microsoft.com/office/drawing/2014/main" val="1392063789"/>
                    </a:ext>
                  </a:extLst>
                </a:gridCol>
              </a:tblGrid>
              <a:tr h="365760">
                <a:tc>
                  <a:txBody>
                    <a:bodyPr/>
                    <a:lstStyle/>
                    <a:p>
                      <a:r>
                        <a:rPr lang="zh-CN" altLang="en-US" sz="1200" dirty="0">
                          <a:latin typeface="KaiTi" panose="02010609060101010101" pitchFamily="49" charset="-122"/>
                          <a:ea typeface="KaiTi" panose="02010609060101010101" pitchFamily="49" charset="-122"/>
                        </a:rPr>
                        <a:t>事</a:t>
                      </a:r>
                      <a:r>
                        <a:rPr lang="zh-TW" altLang="en-US" sz="1200" dirty="0">
                          <a:latin typeface="KaiTi" panose="02010609060101010101" pitchFamily="49" charset="-122"/>
                          <a:ea typeface="KaiTi" panose="02010609060101010101" pitchFamily="49" charset="-122"/>
                        </a:rPr>
                        <a:t>項</a:t>
                      </a:r>
                      <a:endParaRPr lang="en-US" sz="1200" dirty="0">
                        <a:latin typeface="KaiTi" panose="02010609060101010101" pitchFamily="49" charset="-122"/>
                        <a:ea typeface="KaiTi" panose="02010609060101010101" pitchFamily="49" charset="-122"/>
                      </a:endParaRPr>
                    </a:p>
                  </a:txBody>
                  <a:tcPr anchor="ctr">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00359E"/>
                    </a:solidFill>
                  </a:tcPr>
                </a:tc>
                <a:tc>
                  <a:txBody>
                    <a:bodyPr/>
                    <a:lstStyle/>
                    <a:p>
                      <a:r>
                        <a:rPr lang="zh-TW" altLang="en-US" sz="1200">
                          <a:latin typeface="KaiTi" panose="02010609060101010101" pitchFamily="49" charset="-122"/>
                          <a:ea typeface="KaiTi" panose="02010609060101010101" pitchFamily="49" charset="-122"/>
                        </a:rPr>
                        <a:t>詳情</a:t>
                      </a:r>
                      <a:endParaRPr lang="en-US" sz="1200">
                        <a:latin typeface="KaiTi" panose="02010609060101010101" pitchFamily="49" charset="-122"/>
                        <a:ea typeface="KaiTi" panose="02010609060101010101" pitchFamily="49" charset="-122"/>
                      </a:endParaRPr>
                    </a:p>
                  </a:txBody>
                  <a:tcPr anchor="ctr">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822937621"/>
                  </a:ext>
                </a:extLst>
              </a:tr>
              <a:tr h="370840">
                <a:tc>
                  <a:txBody>
                    <a:bodyPr/>
                    <a:lstStyle/>
                    <a:p>
                      <a:r>
                        <a:rPr lang="zh-TW" altLang="en-US" sz="1200" b="1">
                          <a:latin typeface="KaiTi" panose="02010609060101010101" pitchFamily="49" charset="-122"/>
                          <a:ea typeface="KaiTi" panose="02010609060101010101" pitchFamily="49" charset="-122"/>
                        </a:rPr>
                        <a:t>發行人</a:t>
                      </a:r>
                      <a:endParaRPr lang="en-US" sz="1200" b="1">
                        <a:latin typeface="KaiTi" panose="02010609060101010101" pitchFamily="49" charset="-122"/>
                        <a:ea typeface="KaiTi" panose="02010609060101010101" pitchFamily="49" charset="-122"/>
                      </a:endParaRPr>
                    </a:p>
                  </a:txBody>
                  <a:tcPr anchor="ctr">
                    <a:lnL w="9525" cap="flat" cmpd="sng" algn="ctr">
                      <a:noFill/>
                      <a:prstDash val="solid"/>
                    </a:lnL>
                    <a:lnR>
                      <a:noFill/>
                    </a:lnR>
                    <a:lnT w="9525" cap="flat" cmpd="sng" algn="ctr">
                      <a:noFill/>
                      <a:prstDash val="soli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200" dirty="0">
                          <a:latin typeface="KaiTi" panose="02010609060101010101" pitchFamily="49" charset="-122"/>
                          <a:ea typeface="KaiTi" panose="02010609060101010101" pitchFamily="49" charset="-122"/>
                        </a:rPr>
                        <a:t>龍豐藥業</a:t>
                      </a:r>
                      <a:r>
                        <a:rPr lang="en-US" altLang="zh-TW" sz="1200" dirty="0">
                          <a:latin typeface="KaiTi" panose="02010609060101010101" pitchFamily="49" charset="-122"/>
                          <a:ea typeface="KaiTi" panose="02010609060101010101" pitchFamily="49" charset="-122"/>
                        </a:rPr>
                        <a:t>(</a:t>
                      </a:r>
                      <a:r>
                        <a:rPr lang="zh-TW" altLang="en-US" sz="1200" dirty="0">
                          <a:latin typeface="KaiTi" panose="02010609060101010101" pitchFamily="49" charset="-122"/>
                          <a:ea typeface="KaiTi" panose="02010609060101010101" pitchFamily="49" charset="-122"/>
                        </a:rPr>
                        <a:t>集團</a:t>
                      </a:r>
                      <a:r>
                        <a:rPr lang="en-US" altLang="zh-TW" sz="1200" dirty="0">
                          <a:latin typeface="KaiTi" panose="02010609060101010101" pitchFamily="49" charset="-122"/>
                          <a:ea typeface="KaiTi" panose="02010609060101010101" pitchFamily="49" charset="-122"/>
                        </a:rPr>
                        <a:t>)</a:t>
                      </a:r>
                      <a:r>
                        <a:rPr lang="zh-TW" altLang="en-US" sz="1200" dirty="0">
                          <a:latin typeface="KaiTi" panose="02010609060101010101" pitchFamily="49" charset="-122"/>
                          <a:ea typeface="KaiTi" panose="02010609060101010101" pitchFamily="49" charset="-122"/>
                        </a:rPr>
                        <a:t>有限公司</a:t>
                      </a:r>
                      <a:r>
                        <a:rPr lang="zh-CN" altLang="en-US" sz="1200" dirty="0">
                          <a:latin typeface="KaiTi" panose="02010609060101010101" pitchFamily="49" charset="-122"/>
                          <a:ea typeface="KaiTi" panose="02010609060101010101" pitchFamily="49" charset="-122"/>
                        </a:rPr>
                        <a:t>（</a:t>
                      </a:r>
                      <a:r>
                        <a:rPr lang="en-US" altLang="zh-TW" sz="1200" dirty="0">
                          <a:latin typeface="KaiTi" panose="02010609060101010101" pitchFamily="49" charset="-122"/>
                          <a:ea typeface="KaiTi" panose="02010609060101010101" pitchFamily="49" charset="-122"/>
                        </a:rPr>
                        <a:t>“</a:t>
                      </a:r>
                      <a:r>
                        <a:rPr lang="zh-TW" altLang="en-US" sz="1200" dirty="0">
                          <a:latin typeface="KaiTi" panose="02010609060101010101" pitchFamily="49" charset="-122"/>
                          <a:ea typeface="KaiTi" panose="02010609060101010101" pitchFamily="49" charset="-122"/>
                        </a:rPr>
                        <a:t>公司</a:t>
                      </a:r>
                      <a:r>
                        <a:rPr lang="en-US" altLang="zh-TW" sz="1200" dirty="0">
                          <a:latin typeface="KaiTi" panose="02010609060101010101" pitchFamily="49" charset="-122"/>
                          <a:ea typeface="KaiTi" panose="02010609060101010101" pitchFamily="49" charset="-122"/>
                        </a:rPr>
                        <a:t>”</a:t>
                      </a:r>
                      <a:r>
                        <a:rPr lang="zh-CN" altLang="en-US" sz="1200" dirty="0">
                          <a:latin typeface="KaiTi" panose="02010609060101010101" pitchFamily="49" charset="-122"/>
                          <a:ea typeface="KaiTi" panose="02010609060101010101" pitchFamily="49" charset="-122"/>
                        </a:rPr>
                        <a:t>）</a:t>
                      </a:r>
                      <a:endParaRPr lang="en-US" sz="1200" dirty="0">
                        <a:latin typeface="KaiTi" panose="02010609060101010101" pitchFamily="49" charset="-122"/>
                        <a:ea typeface="KaiTi" panose="02010609060101010101" pitchFamily="49" charset="-122"/>
                      </a:endParaRPr>
                    </a:p>
                  </a:txBody>
                  <a:tcPr anchor="ctr">
                    <a:lnL>
                      <a:noFill/>
                    </a:lnL>
                    <a:lnR w="9525" cap="flat" cmpd="sng" algn="ctr">
                      <a:noFill/>
                      <a:prstDash val="solid"/>
                    </a:lnR>
                    <a:lnT w="9525" cap="flat" cmpd="sng" algn="ctr">
                      <a:noFill/>
                      <a:prstDash val="soli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07954766"/>
                  </a:ext>
                </a:extLst>
              </a:tr>
              <a:tr h="370840">
                <a:tc>
                  <a:txBody>
                    <a:bodyPr/>
                    <a:lstStyle/>
                    <a:p>
                      <a:r>
                        <a:rPr lang="zh-TW" altLang="en-US" sz="1200" b="1">
                          <a:latin typeface="KaiTi" panose="02010609060101010101" pitchFamily="49" charset="-122"/>
                          <a:ea typeface="KaiTi" panose="02010609060101010101" pitchFamily="49" charset="-122"/>
                        </a:rPr>
                        <a:t>上市地點</a:t>
                      </a:r>
                      <a:endParaRPr lang="en-US" sz="1200" b="1">
                        <a:latin typeface="KaiTi" panose="02010609060101010101" pitchFamily="49" charset="-122"/>
                        <a:ea typeface="KaiTi" panose="02010609060101010101" pitchFamily="49" charset="-122"/>
                      </a:endParaRPr>
                    </a:p>
                  </a:txBody>
                  <a:tcPr anchor="ctr">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200" dirty="0">
                          <a:latin typeface="KaiTi" panose="02010609060101010101" pitchFamily="49" charset="-122"/>
                          <a:ea typeface="KaiTi" panose="02010609060101010101" pitchFamily="49" charset="-122"/>
                        </a:rPr>
                        <a:t>香港聯交所主板</a:t>
                      </a:r>
                      <a:endParaRPr lang="en-US" sz="1200" dirty="0">
                        <a:latin typeface="KaiTi" panose="02010609060101010101" pitchFamily="49" charset="-122"/>
                        <a:ea typeface="KaiTi" panose="02010609060101010101" pitchFamily="49" charset="-122"/>
                      </a:endParaRPr>
                    </a:p>
                  </a:txBody>
                  <a:tcPr anchor="ctr">
                    <a:lnL>
                      <a:noFill/>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64040902"/>
                  </a:ext>
                </a:extLst>
              </a:tr>
              <a:tr h="370840">
                <a:tc>
                  <a:txBody>
                    <a:bodyPr/>
                    <a:lstStyle/>
                    <a:p>
                      <a:r>
                        <a:rPr lang="zh-TW" altLang="en-US" sz="1200" b="1">
                          <a:latin typeface="KaiTi" panose="02010609060101010101" pitchFamily="49" charset="-122"/>
                          <a:ea typeface="KaiTi" panose="02010609060101010101" pitchFamily="49" charset="-122"/>
                        </a:rPr>
                        <a:t>發行類型</a:t>
                      </a:r>
                      <a:endParaRPr lang="en-US" sz="1200" b="1">
                        <a:latin typeface="KaiTi" panose="02010609060101010101" pitchFamily="49" charset="-122"/>
                        <a:ea typeface="KaiTi" panose="02010609060101010101" pitchFamily="49" charset="-122"/>
                      </a:endParaRPr>
                    </a:p>
                  </a:txBody>
                  <a:tcPr anchor="ctr">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200">
                          <a:latin typeface="KaiTi" panose="02010609060101010101" pitchFamily="49" charset="-122"/>
                          <a:ea typeface="KaiTi" panose="02010609060101010101" pitchFamily="49" charset="-122"/>
                        </a:rPr>
                        <a:t>首次公開發行</a:t>
                      </a:r>
                      <a:endParaRPr lang="en-US" sz="1200">
                        <a:latin typeface="KaiTi" panose="02010609060101010101" pitchFamily="49" charset="-122"/>
                        <a:ea typeface="KaiTi" panose="02010609060101010101" pitchFamily="49" charset="-122"/>
                      </a:endParaRPr>
                    </a:p>
                  </a:txBody>
                  <a:tcPr anchor="ctr">
                    <a:lnL>
                      <a:noFill/>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51635477"/>
                  </a:ext>
                </a:extLst>
              </a:tr>
              <a:tr h="370840">
                <a:tc>
                  <a:txBody>
                    <a:bodyPr/>
                    <a:lstStyle/>
                    <a:p>
                      <a:r>
                        <a:rPr lang="zh-TW" altLang="en-US" sz="1200" b="1">
                          <a:latin typeface="KaiTi" panose="02010609060101010101" pitchFamily="49" charset="-122"/>
                          <a:ea typeface="KaiTi" panose="02010609060101010101" pitchFamily="49" charset="-122"/>
                        </a:rPr>
                        <a:t>分銷</a:t>
                      </a:r>
                      <a:endParaRPr lang="en-US" sz="1200" b="1">
                        <a:latin typeface="KaiTi" panose="02010609060101010101" pitchFamily="49" charset="-122"/>
                        <a:ea typeface="KaiTi" panose="02010609060101010101" pitchFamily="49" charset="-122"/>
                      </a:endParaRPr>
                    </a:p>
                  </a:txBody>
                  <a:tcPr anchor="ctr">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200" dirty="0">
                          <a:latin typeface="KaiTi" panose="02010609060101010101" pitchFamily="49" charset="-122"/>
                          <a:ea typeface="KaiTi" panose="02010609060101010101" pitchFamily="49" charset="-122"/>
                        </a:rPr>
                        <a:t>根據美國證券法</a:t>
                      </a:r>
                      <a:r>
                        <a:rPr lang="en-US" altLang="zh-TW" sz="1200" dirty="0">
                          <a:latin typeface="KaiTi" panose="02010609060101010101" pitchFamily="49" charset="-122"/>
                          <a:ea typeface="KaiTi" panose="02010609060101010101" pitchFamily="49" charset="-122"/>
                        </a:rPr>
                        <a:t>S</a:t>
                      </a:r>
                      <a:r>
                        <a:rPr lang="zh-TW" altLang="en-US" sz="1200" dirty="0">
                          <a:latin typeface="KaiTi" panose="02010609060101010101" pitchFamily="49" charset="-122"/>
                          <a:ea typeface="KaiTi" panose="02010609060101010101" pitchFamily="49" charset="-122"/>
                        </a:rPr>
                        <a:t>規例向機構投資者進行國際配售和向香港散戶投資者進行 香港公開發售</a:t>
                      </a:r>
                      <a:endParaRPr lang="en-US" sz="1200" dirty="0">
                        <a:latin typeface="KaiTi" panose="02010609060101010101" pitchFamily="49" charset="-122"/>
                        <a:ea typeface="KaiTi" panose="02010609060101010101" pitchFamily="49" charset="-122"/>
                      </a:endParaRPr>
                    </a:p>
                  </a:txBody>
                  <a:tcPr anchor="ctr">
                    <a:lnL>
                      <a:noFill/>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07677145"/>
                  </a:ext>
                </a:extLst>
              </a:tr>
              <a:tr h="373529">
                <a:tc>
                  <a:txBody>
                    <a:bodyPr/>
                    <a:lstStyle/>
                    <a:p>
                      <a:r>
                        <a:rPr lang="zh-TW" altLang="en-US" sz="1200" b="1">
                          <a:latin typeface="KaiTi" panose="02010609060101010101" pitchFamily="49" charset="-122"/>
                          <a:ea typeface="KaiTi" panose="02010609060101010101" pitchFamily="49" charset="-122"/>
                        </a:rPr>
                        <a:t>發行</a:t>
                      </a:r>
                      <a:r>
                        <a:rPr lang="zh-CN" altLang="en-US" sz="1200" b="1">
                          <a:latin typeface="KaiTi" panose="02010609060101010101" pitchFamily="49" charset="-122"/>
                          <a:ea typeface="KaiTi" panose="02010609060101010101" pitchFamily="49" charset="-122"/>
                        </a:rPr>
                        <a:t>規模</a:t>
                      </a:r>
                      <a:endParaRPr lang="en-US" sz="1200" b="1">
                        <a:latin typeface="KaiTi" panose="02010609060101010101" pitchFamily="49" charset="-122"/>
                        <a:ea typeface="KaiTi" panose="02010609060101010101" pitchFamily="49" charset="-122"/>
                      </a:endParaRPr>
                    </a:p>
                  </a:txBody>
                  <a:tcPr anchor="ctr">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Arial" panose="020B0604020202020204" pitchFamily="34" charset="0"/>
                        <a:buChar char="•"/>
                      </a:pPr>
                      <a:r>
                        <a:rPr lang="zh-CN" altLang="en-US" sz="1200" dirty="0">
                          <a:latin typeface="KaiTi" panose="02010609060101010101" pitchFamily="49" charset="-122"/>
                          <a:ea typeface="KaiTi" panose="02010609060101010101" pitchFamily="49" charset="-122"/>
                        </a:rPr>
                        <a:t>占</a:t>
                      </a:r>
                      <a:r>
                        <a:rPr lang="zh-TW" altLang="en-US" sz="1200" dirty="0">
                          <a:latin typeface="KaiTi" panose="02010609060101010101" pitchFamily="49" charset="-122"/>
                          <a:ea typeface="KaiTi" panose="02010609060101010101" pitchFamily="49" charset="-122"/>
                        </a:rPr>
                        <a:t>經擴大後總股本的</a:t>
                      </a:r>
                      <a:r>
                        <a:rPr lang="en-US" altLang="zh-TW" sz="1200" dirty="0">
                          <a:latin typeface="Calibri" panose="020F0502020204030204" pitchFamily="34" charset="0"/>
                          <a:ea typeface="KaiTi" panose="02010609060101010101" pitchFamily="49" charset="-122"/>
                          <a:cs typeface="Calibri" panose="020F0502020204030204" pitchFamily="34" charset="0"/>
                        </a:rPr>
                        <a:t>25%</a:t>
                      </a:r>
                      <a:r>
                        <a:rPr lang="zh-CN" altLang="en-US" sz="1200" dirty="0">
                          <a:latin typeface="KaiTi" panose="02010609060101010101" pitchFamily="49" charset="-122"/>
                          <a:ea typeface="KaiTi" panose="02010609060101010101" pitchFamily="49" charset="-122"/>
                        </a:rPr>
                        <a:t>（</a:t>
                      </a:r>
                      <a:r>
                        <a:rPr lang="zh-TW" altLang="en-US" sz="1200" dirty="0">
                          <a:latin typeface="KaiTi" panose="02010609060101010101" pitchFamily="49" charset="-122"/>
                          <a:ea typeface="KaiTi" panose="02010609060101010101" pitchFamily="49" charset="-122"/>
                        </a:rPr>
                        <a:t>暫定</a:t>
                      </a:r>
                      <a:r>
                        <a:rPr lang="zh-CN" altLang="en-US" sz="1200" dirty="0">
                          <a:latin typeface="KaiTi" panose="02010609060101010101" pitchFamily="49" charset="-122"/>
                          <a:ea typeface="KaiTi" panose="02010609060101010101" pitchFamily="49" charset="-122"/>
                        </a:rPr>
                        <a:t>）</a:t>
                      </a:r>
                      <a:endParaRPr lang="en-US" altLang="zh-TW" sz="1200" dirty="0">
                        <a:latin typeface="KaiTi" panose="02010609060101010101" pitchFamily="49" charset="-122"/>
                        <a:ea typeface="KaiTi" panose="02010609060101010101" pitchFamily="49" charset="-122"/>
                      </a:endParaRPr>
                    </a:p>
                    <a:p>
                      <a:pPr marL="285750" indent="-285750">
                        <a:buFont typeface="Arial" panose="020B0604020202020204" pitchFamily="34" charset="0"/>
                        <a:buChar char="•"/>
                      </a:pPr>
                      <a:r>
                        <a:rPr lang="zh-TW" altLang="en-US" sz="1200" dirty="0">
                          <a:latin typeface="KaiTi" panose="02010609060101010101" pitchFamily="49" charset="-122"/>
                          <a:ea typeface="KaiTi" panose="02010609060101010101" pitchFamily="49" charset="-122"/>
                        </a:rPr>
                        <a:t>國際發行</a:t>
                      </a:r>
                      <a:r>
                        <a:rPr lang="en-US" altLang="zh-TW" sz="1200" dirty="0">
                          <a:latin typeface="KaiTi" panose="02010609060101010101" pitchFamily="49" charset="-122"/>
                          <a:ea typeface="KaiTi" panose="02010609060101010101" pitchFamily="49" charset="-122"/>
                        </a:rPr>
                        <a:t>:</a:t>
                      </a:r>
                      <a:r>
                        <a:rPr lang="en-US" altLang="zh-TW" sz="1200" dirty="0">
                          <a:latin typeface="Calibri" panose="020F0502020204030204" pitchFamily="34" charset="0"/>
                          <a:ea typeface="KaiTi" panose="02010609060101010101" pitchFamily="49" charset="-122"/>
                          <a:cs typeface="Calibri" panose="020F0502020204030204" pitchFamily="34" charset="0"/>
                        </a:rPr>
                        <a:t>90%</a:t>
                      </a:r>
                      <a:r>
                        <a:rPr lang="en-US" altLang="zh-TW" sz="1200" dirty="0">
                          <a:latin typeface="KaiTi" panose="02010609060101010101" pitchFamily="49" charset="-122"/>
                          <a:ea typeface="KaiTi" panose="02010609060101010101" pitchFamily="49" charset="-122"/>
                        </a:rPr>
                        <a:t>        </a:t>
                      </a:r>
                      <a:r>
                        <a:rPr lang="zh-TW" altLang="en-US" sz="1200" dirty="0">
                          <a:latin typeface="KaiTi" panose="02010609060101010101" pitchFamily="49" charset="-122"/>
                          <a:ea typeface="KaiTi" panose="02010609060101010101" pitchFamily="49" charset="-122"/>
                        </a:rPr>
                        <a:t>香港公開發行</a:t>
                      </a:r>
                      <a:r>
                        <a:rPr lang="en-US" altLang="zh-TW" sz="1200" dirty="0">
                          <a:latin typeface="KaiTi" panose="02010609060101010101" pitchFamily="49" charset="-122"/>
                          <a:ea typeface="KaiTi" panose="02010609060101010101" pitchFamily="49" charset="-122"/>
                        </a:rPr>
                        <a:t>:</a:t>
                      </a:r>
                      <a:r>
                        <a:rPr lang="en-US" altLang="zh-TW" sz="1200" dirty="0">
                          <a:latin typeface="Calibri" panose="020F0502020204030204" pitchFamily="34" charset="0"/>
                          <a:ea typeface="KaiTi" panose="02010609060101010101" pitchFamily="49" charset="-122"/>
                          <a:cs typeface="Calibri" panose="020F0502020204030204" pitchFamily="34" charset="0"/>
                        </a:rPr>
                        <a:t>10%</a:t>
                      </a:r>
                      <a:r>
                        <a:rPr lang="en-US" altLang="zh-TW" sz="1200" dirty="0">
                          <a:latin typeface="KaiTi" panose="02010609060101010101" pitchFamily="49" charset="-122"/>
                          <a:ea typeface="KaiTi" panose="02010609060101010101" pitchFamily="49" charset="-122"/>
                          <a:cs typeface="Calibri" panose="020F0502020204030204" pitchFamily="34" charset="0"/>
                        </a:rPr>
                        <a:t> (</a:t>
                      </a:r>
                      <a:r>
                        <a:rPr lang="zh-TW" altLang="en-US" sz="1200" dirty="0">
                          <a:latin typeface="KaiTi" panose="02010609060101010101" pitchFamily="49" charset="-122"/>
                          <a:ea typeface="KaiTi" panose="02010609060101010101" pitchFamily="49" charset="-122"/>
                          <a:cs typeface="Calibri" panose="020F0502020204030204" pitchFamily="34" charset="0"/>
                        </a:rPr>
                        <a:t>受制於回撥機制</a:t>
                      </a:r>
                      <a:r>
                        <a:rPr lang="en-US" altLang="zh-TW" sz="1200" dirty="0">
                          <a:latin typeface="KaiTi" panose="02010609060101010101" pitchFamily="49" charset="-122"/>
                          <a:ea typeface="KaiTi" panose="02010609060101010101" pitchFamily="49" charset="-122"/>
                          <a:cs typeface="Calibri" panose="020F0502020204030204" pitchFamily="34" charset="0"/>
                        </a:rPr>
                        <a:t>)</a:t>
                      </a:r>
                      <a:endParaRPr lang="en-US" sz="1200" dirty="0">
                        <a:latin typeface="KaiTi" panose="02010609060101010101" pitchFamily="49" charset="-122"/>
                        <a:ea typeface="KaiTi" panose="02010609060101010101" pitchFamily="49" charset="-122"/>
                      </a:endParaRPr>
                    </a:p>
                  </a:txBody>
                  <a:tcPr anchor="ctr">
                    <a:lnL>
                      <a:noFill/>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9453813"/>
                  </a:ext>
                </a:extLst>
              </a:tr>
              <a:tr h="373529">
                <a:tc>
                  <a:txBody>
                    <a:bodyPr/>
                    <a:lstStyle/>
                    <a:p>
                      <a:r>
                        <a:rPr lang="zh-TW" altLang="en-US" sz="1200" b="1">
                          <a:latin typeface="KaiTi" panose="02010609060101010101" pitchFamily="49" charset="-122"/>
                          <a:ea typeface="KaiTi" panose="02010609060101010101" pitchFamily="49" charset="-122"/>
                        </a:rPr>
                        <a:t>建議發行的股份</a:t>
                      </a:r>
                      <a:r>
                        <a:rPr lang="zh-CN" altLang="en-US" sz="1200" b="1">
                          <a:latin typeface="KaiTi" panose="02010609060101010101" pitchFamily="49" charset="-122"/>
                          <a:ea typeface="KaiTi" panose="02010609060101010101" pitchFamily="49" charset="-122"/>
                        </a:rPr>
                        <a:t>（</a:t>
                      </a:r>
                      <a:r>
                        <a:rPr lang="zh-TW" altLang="en-US" sz="1200" b="1">
                          <a:latin typeface="KaiTi" panose="02010609060101010101" pitchFamily="49" charset="-122"/>
                          <a:ea typeface="KaiTi" panose="02010609060101010101" pitchFamily="49" charset="-122"/>
                        </a:rPr>
                        <a:t>新股</a:t>
                      </a:r>
                      <a:r>
                        <a:rPr lang="en-US" altLang="zh-TW" sz="1200" b="1">
                          <a:latin typeface="KaiTi" panose="02010609060101010101" pitchFamily="49" charset="-122"/>
                          <a:ea typeface="KaiTi" panose="02010609060101010101" pitchFamily="49" charset="-122"/>
                        </a:rPr>
                        <a:t>/</a:t>
                      </a:r>
                      <a:r>
                        <a:rPr lang="zh-TW" altLang="en-US" sz="1200" b="1">
                          <a:latin typeface="KaiTi" panose="02010609060101010101" pitchFamily="49" charset="-122"/>
                          <a:ea typeface="KaiTi" panose="02010609060101010101" pitchFamily="49" charset="-122"/>
                        </a:rPr>
                        <a:t>舊股</a:t>
                      </a:r>
                      <a:r>
                        <a:rPr lang="zh-CN" altLang="en-US" sz="1200" b="1">
                          <a:latin typeface="KaiTi" panose="02010609060101010101" pitchFamily="49" charset="-122"/>
                          <a:ea typeface="KaiTi" panose="02010609060101010101" pitchFamily="49" charset="-122"/>
                        </a:rPr>
                        <a:t>）</a:t>
                      </a:r>
                      <a:endParaRPr lang="en-US" sz="1200" b="1">
                        <a:latin typeface="KaiTi" panose="02010609060101010101" pitchFamily="49" charset="-122"/>
                        <a:ea typeface="KaiTi" panose="02010609060101010101" pitchFamily="49" charset="-122"/>
                      </a:endParaRPr>
                    </a:p>
                  </a:txBody>
                  <a:tcPr anchor="ctr">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200">
                          <a:latin typeface="KaiTi" panose="02010609060101010101" pitchFamily="49" charset="-122"/>
                          <a:ea typeface="KaiTi" panose="02010609060101010101" pitchFamily="49" charset="-122"/>
                        </a:rPr>
                        <a:t>待定</a:t>
                      </a:r>
                      <a:endParaRPr lang="en-US" sz="1200">
                        <a:latin typeface="KaiTi" panose="02010609060101010101" pitchFamily="49" charset="-122"/>
                        <a:ea typeface="KaiTi" panose="02010609060101010101" pitchFamily="49" charset="-122"/>
                      </a:endParaRPr>
                    </a:p>
                  </a:txBody>
                  <a:tcPr anchor="ctr">
                    <a:lnL>
                      <a:noFill/>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0027639"/>
                  </a:ext>
                </a:extLst>
              </a:tr>
              <a:tr h="373529">
                <a:tc>
                  <a:txBody>
                    <a:bodyPr/>
                    <a:lstStyle/>
                    <a:p>
                      <a:r>
                        <a:rPr lang="zh-TW" altLang="en-US" sz="1200" b="1">
                          <a:latin typeface="KaiTi" panose="02010609060101010101" pitchFamily="49" charset="-122"/>
                          <a:ea typeface="KaiTi" panose="02010609060101010101" pitchFamily="49" charset="-122"/>
                        </a:rPr>
                        <a:t>超額配售選擇權</a:t>
                      </a:r>
                      <a:endParaRPr lang="en-US" sz="1200" b="1">
                        <a:latin typeface="KaiTi" panose="02010609060101010101" pitchFamily="49" charset="-122"/>
                        <a:ea typeface="KaiTi" panose="02010609060101010101" pitchFamily="49" charset="-122"/>
                      </a:endParaRPr>
                    </a:p>
                  </a:txBody>
                  <a:tcPr anchor="ctr">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a:latin typeface="Calibri" panose="020F0502020204030204" pitchFamily="34" charset="0"/>
                          <a:ea typeface="KaiTi" panose="02010609060101010101" pitchFamily="49" charset="-122"/>
                          <a:cs typeface="Calibri" panose="020F0502020204030204" pitchFamily="34" charset="0"/>
                        </a:rPr>
                        <a:t>15%</a:t>
                      </a:r>
                    </a:p>
                  </a:txBody>
                  <a:tcPr anchor="ctr">
                    <a:lnL>
                      <a:noFill/>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2048883"/>
                  </a:ext>
                </a:extLst>
              </a:tr>
              <a:tr h="373529">
                <a:tc>
                  <a:txBody>
                    <a:bodyPr/>
                    <a:lstStyle/>
                    <a:p>
                      <a:r>
                        <a:rPr lang="zh-TW" altLang="en-US" sz="1200" b="1">
                          <a:latin typeface="KaiTi" panose="02010609060101010101" pitchFamily="49" charset="-122"/>
                          <a:ea typeface="KaiTi" panose="02010609060101010101" pitchFamily="49" charset="-122"/>
                        </a:rPr>
                        <a:t>禁售期</a:t>
                      </a:r>
                      <a:endParaRPr lang="en-US" sz="1200" b="1">
                        <a:latin typeface="KaiTi" panose="02010609060101010101" pitchFamily="49" charset="-122"/>
                        <a:ea typeface="KaiTi" panose="02010609060101010101" pitchFamily="49" charset="-122"/>
                      </a:endParaRPr>
                    </a:p>
                  </a:txBody>
                  <a:tcPr anchor="ctr">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Arial" panose="020B0604020202020204" pitchFamily="34" charset="0"/>
                        <a:buChar char="•"/>
                      </a:pPr>
                      <a:r>
                        <a:rPr lang="zh-TW" altLang="en-US" sz="1200">
                          <a:latin typeface="KaiTi" panose="02010609060101010101" pitchFamily="49" charset="-122"/>
                          <a:ea typeface="KaiTi" panose="02010609060101010101" pitchFamily="49" charset="-122"/>
                        </a:rPr>
                        <a:t>公司上市</a:t>
                      </a:r>
                      <a:r>
                        <a:rPr lang="en-US" altLang="zh-TW" sz="1200">
                          <a:latin typeface="Calibri" panose="020F0502020204030204" pitchFamily="34" charset="0"/>
                          <a:ea typeface="KaiTi" panose="02010609060101010101" pitchFamily="49" charset="-122"/>
                          <a:cs typeface="Calibri" panose="020F0502020204030204" pitchFamily="34" charset="0"/>
                        </a:rPr>
                        <a:t>6</a:t>
                      </a:r>
                      <a:r>
                        <a:rPr lang="zh-TW" altLang="en-US" sz="1200">
                          <a:latin typeface="KaiTi" panose="02010609060101010101" pitchFamily="49" charset="-122"/>
                          <a:ea typeface="KaiTi" panose="02010609060101010101" pitchFamily="49" charset="-122"/>
                        </a:rPr>
                        <a:t>個月後才可以發行新股</a:t>
                      </a:r>
                      <a:endParaRPr lang="en-US" altLang="zh-TW" sz="1200">
                        <a:latin typeface="KaiTi" panose="02010609060101010101" pitchFamily="49" charset="-122"/>
                        <a:ea typeface="KaiTi" panose="02010609060101010101" pitchFamily="49" charset="-122"/>
                      </a:endParaRPr>
                    </a:p>
                    <a:p>
                      <a:pPr marL="285750" indent="-285750">
                        <a:buFont typeface="Arial" panose="020B0604020202020204" pitchFamily="34" charset="0"/>
                        <a:buChar char="•"/>
                      </a:pPr>
                      <a:r>
                        <a:rPr lang="zh-TW" altLang="en-US" sz="1200">
                          <a:latin typeface="KaiTi" panose="02010609060101010101" pitchFamily="49" charset="-122"/>
                          <a:ea typeface="KaiTi" panose="02010609060101010101" pitchFamily="49" charset="-122"/>
                        </a:rPr>
                        <a:t>控股股東</a:t>
                      </a:r>
                      <a:r>
                        <a:rPr lang="en-US" altLang="zh-TW" sz="1200">
                          <a:latin typeface="KaiTi" panose="02010609060101010101" pitchFamily="49" charset="-122"/>
                          <a:ea typeface="KaiTi" panose="02010609060101010101" pitchFamily="49" charset="-122"/>
                        </a:rPr>
                        <a:t>: </a:t>
                      </a:r>
                      <a:r>
                        <a:rPr lang="zh-TW" altLang="en-US" sz="1200">
                          <a:latin typeface="KaiTi" panose="02010609060101010101" pitchFamily="49" charset="-122"/>
                          <a:ea typeface="KaiTi" panose="02010609060101010101" pitchFamily="49" charset="-122"/>
                        </a:rPr>
                        <a:t>首</a:t>
                      </a:r>
                      <a:r>
                        <a:rPr lang="en-US" altLang="zh-TW" sz="1200">
                          <a:latin typeface="Calibri" panose="020F0502020204030204" pitchFamily="34" charset="0"/>
                          <a:ea typeface="KaiTi" panose="02010609060101010101" pitchFamily="49" charset="-122"/>
                          <a:cs typeface="Calibri" panose="020F0502020204030204" pitchFamily="34" charset="0"/>
                        </a:rPr>
                        <a:t>6</a:t>
                      </a:r>
                      <a:r>
                        <a:rPr lang="zh-TW" altLang="en-US" sz="1200">
                          <a:latin typeface="KaiTi" panose="02010609060101010101" pitchFamily="49" charset="-122"/>
                          <a:ea typeface="KaiTi" panose="02010609060101010101" pitchFamily="49" charset="-122"/>
                        </a:rPr>
                        <a:t>個月</a:t>
                      </a:r>
                      <a:r>
                        <a:rPr lang="en-US" altLang="zh-TW" sz="1200">
                          <a:latin typeface="KaiTi" panose="02010609060101010101" pitchFamily="49" charset="-122"/>
                          <a:ea typeface="KaiTi" panose="02010609060101010101" pitchFamily="49" charset="-122"/>
                        </a:rPr>
                        <a:t>-</a:t>
                      </a:r>
                      <a:r>
                        <a:rPr lang="zh-TW" altLang="en-US" sz="1200">
                          <a:latin typeface="KaiTi" panose="02010609060101010101" pitchFamily="49" charset="-122"/>
                          <a:ea typeface="KaiTi" panose="02010609060101010101" pitchFamily="49" charset="-122"/>
                        </a:rPr>
                        <a:t>不得出售</a:t>
                      </a:r>
                      <a:r>
                        <a:rPr lang="en-US" altLang="zh-TW" sz="1200">
                          <a:latin typeface="KaiTi" panose="02010609060101010101" pitchFamily="49" charset="-122"/>
                          <a:ea typeface="KaiTi" panose="02010609060101010101" pitchFamily="49" charset="-122"/>
                        </a:rPr>
                        <a:t>; </a:t>
                      </a:r>
                      <a:r>
                        <a:rPr lang="zh-TW" altLang="en-US" sz="1200">
                          <a:latin typeface="KaiTi" panose="02010609060101010101" pitchFamily="49" charset="-122"/>
                          <a:ea typeface="KaiTi" panose="02010609060101010101" pitchFamily="49" charset="-122"/>
                        </a:rPr>
                        <a:t>第</a:t>
                      </a:r>
                      <a:r>
                        <a:rPr lang="en-US" altLang="zh-TW" sz="1200">
                          <a:latin typeface="Calibri" panose="020F0502020204030204" pitchFamily="34" charset="0"/>
                          <a:ea typeface="KaiTi" panose="02010609060101010101" pitchFamily="49" charset="-122"/>
                          <a:cs typeface="Calibri" panose="020F0502020204030204" pitchFamily="34" charset="0"/>
                        </a:rPr>
                        <a:t>7</a:t>
                      </a:r>
                      <a:r>
                        <a:rPr lang="zh-TW" altLang="en-US" sz="1200">
                          <a:latin typeface="KaiTi" panose="02010609060101010101" pitchFamily="49" charset="-122"/>
                          <a:ea typeface="KaiTi" panose="02010609060101010101" pitchFamily="49" charset="-122"/>
                        </a:rPr>
                        <a:t>個月至</a:t>
                      </a:r>
                      <a:r>
                        <a:rPr lang="en-US" altLang="zh-TW" sz="1200">
                          <a:latin typeface="Calibri" panose="020F0502020204030204" pitchFamily="34" charset="0"/>
                          <a:ea typeface="KaiTi" panose="02010609060101010101" pitchFamily="49" charset="-122"/>
                          <a:cs typeface="Calibri" panose="020F0502020204030204" pitchFamily="34" charset="0"/>
                        </a:rPr>
                        <a:t>12</a:t>
                      </a:r>
                      <a:r>
                        <a:rPr lang="zh-TW" altLang="en-US" sz="1200">
                          <a:latin typeface="KaiTi" panose="02010609060101010101" pitchFamily="49" charset="-122"/>
                          <a:ea typeface="KaiTi" panose="02010609060101010101" pitchFamily="49" charset="-122"/>
                        </a:rPr>
                        <a:t>個月</a:t>
                      </a:r>
                      <a:r>
                        <a:rPr lang="en-US" altLang="zh-TW" sz="1200">
                          <a:latin typeface="KaiTi" panose="02010609060101010101" pitchFamily="49" charset="-122"/>
                          <a:ea typeface="KaiTi" panose="02010609060101010101" pitchFamily="49" charset="-122"/>
                        </a:rPr>
                        <a:t>–</a:t>
                      </a:r>
                      <a:r>
                        <a:rPr lang="zh-TW" altLang="en-US" sz="1200">
                          <a:latin typeface="KaiTi" panose="02010609060101010101" pitchFamily="49" charset="-122"/>
                          <a:ea typeface="KaiTi" panose="02010609060101010101" pitchFamily="49" charset="-122"/>
                        </a:rPr>
                        <a:t>如果合計出售的股份會導致出售人立即失去控股股東身份</a:t>
                      </a:r>
                      <a:r>
                        <a:rPr lang="en-US" altLang="zh-TW" sz="1200">
                          <a:latin typeface="KaiTi" panose="02010609060101010101" pitchFamily="49" charset="-122"/>
                          <a:ea typeface="KaiTi" panose="02010609060101010101" pitchFamily="49" charset="-122"/>
                        </a:rPr>
                        <a:t>,</a:t>
                      </a:r>
                      <a:r>
                        <a:rPr lang="zh-TW" altLang="en-US" sz="1200">
                          <a:latin typeface="KaiTi" panose="02010609060101010101" pitchFamily="49" charset="-122"/>
                          <a:ea typeface="KaiTi" panose="02010609060101010101" pitchFamily="49" charset="-122"/>
                        </a:rPr>
                        <a:t>則不得出售</a:t>
                      </a:r>
                      <a:endParaRPr lang="en-US" altLang="zh-TW" sz="1200">
                        <a:latin typeface="KaiTi" panose="02010609060101010101" pitchFamily="49" charset="-122"/>
                        <a:ea typeface="KaiTi" panose="02010609060101010101" pitchFamily="49" charset="-122"/>
                      </a:endParaRPr>
                    </a:p>
                    <a:p>
                      <a:pPr marL="285750" indent="-285750">
                        <a:buFont typeface="Arial" panose="020B0604020202020204" pitchFamily="34" charset="0"/>
                        <a:buChar char="•"/>
                      </a:pPr>
                      <a:r>
                        <a:rPr lang="zh-TW" altLang="en-US" sz="1200">
                          <a:latin typeface="KaiTi" panose="02010609060101010101" pitchFamily="49" charset="-122"/>
                          <a:ea typeface="KaiTi" panose="02010609060101010101" pitchFamily="49" charset="-122"/>
                        </a:rPr>
                        <a:t>基石投資者</a:t>
                      </a:r>
                      <a:r>
                        <a:rPr lang="en-US" altLang="zh-TW" sz="1200">
                          <a:latin typeface="KaiTi" panose="02010609060101010101" pitchFamily="49" charset="-122"/>
                          <a:ea typeface="KaiTi" panose="02010609060101010101" pitchFamily="49" charset="-122"/>
                        </a:rPr>
                        <a:t>: </a:t>
                      </a:r>
                      <a:r>
                        <a:rPr lang="zh-TW" altLang="en-US" sz="1200">
                          <a:latin typeface="KaiTi" panose="02010609060101010101" pitchFamily="49" charset="-122"/>
                          <a:ea typeface="KaiTi" panose="02010609060101010101" pitchFamily="49" charset="-122"/>
                        </a:rPr>
                        <a:t>一般為</a:t>
                      </a:r>
                      <a:r>
                        <a:rPr lang="en-US" altLang="zh-TW" sz="1200">
                          <a:latin typeface="Calibri" panose="020F0502020204030204" pitchFamily="34" charset="0"/>
                          <a:ea typeface="KaiTi" panose="02010609060101010101" pitchFamily="49" charset="-122"/>
                          <a:cs typeface="Calibri" panose="020F0502020204030204" pitchFamily="34" charset="0"/>
                        </a:rPr>
                        <a:t>6</a:t>
                      </a:r>
                      <a:r>
                        <a:rPr lang="zh-TW" altLang="en-US" sz="1200">
                          <a:latin typeface="KaiTi" panose="02010609060101010101" pitchFamily="49" charset="-122"/>
                          <a:ea typeface="KaiTi" panose="02010609060101010101" pitchFamily="49" charset="-122"/>
                        </a:rPr>
                        <a:t>個月</a:t>
                      </a:r>
                      <a:endParaRPr lang="en-US" sz="1200">
                        <a:latin typeface="KaiTi" panose="02010609060101010101" pitchFamily="49" charset="-122"/>
                        <a:ea typeface="KaiTi" panose="02010609060101010101" pitchFamily="49" charset="-122"/>
                      </a:endParaRPr>
                    </a:p>
                  </a:txBody>
                  <a:tcPr anchor="ctr">
                    <a:lnL>
                      <a:noFill/>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729545"/>
                  </a:ext>
                </a:extLst>
              </a:tr>
              <a:tr h="428650">
                <a:tc>
                  <a:txBody>
                    <a:bodyPr/>
                    <a:lstStyle/>
                    <a:p>
                      <a:r>
                        <a:rPr lang="zh-TW" altLang="en-US" sz="1200" b="1">
                          <a:latin typeface="KaiTi" panose="02010609060101010101" pitchFamily="49" charset="-122"/>
                          <a:ea typeface="KaiTi" panose="02010609060101010101" pitchFamily="49" charset="-122"/>
                        </a:rPr>
                        <a:t>目標上市時間</a:t>
                      </a:r>
                      <a:endParaRPr lang="en-US" sz="1200" b="1">
                        <a:latin typeface="KaiTi" panose="02010609060101010101" pitchFamily="49" charset="-122"/>
                        <a:ea typeface="KaiTi" panose="02010609060101010101" pitchFamily="49" charset="-122"/>
                      </a:endParaRPr>
                    </a:p>
                  </a:txBody>
                  <a:tcPr anchor="ctr">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anose="020B0604020202020204" pitchFamily="34" charset="0"/>
                        <a:buNone/>
                      </a:pPr>
                      <a:r>
                        <a:rPr lang="en-US" sz="1200" dirty="0">
                          <a:latin typeface="Calibri" panose="020F0502020204030204" pitchFamily="34" charset="0"/>
                          <a:ea typeface="KaiTi" panose="02010609060101010101" pitchFamily="49" charset="-122"/>
                          <a:cs typeface="Calibri" panose="020F0502020204030204" pitchFamily="34" charset="0"/>
                        </a:rPr>
                        <a:t>2026</a:t>
                      </a:r>
                      <a:r>
                        <a:rPr lang="zh-TW" altLang="en-US" sz="1200" dirty="0">
                          <a:latin typeface="KaiTi" panose="02010609060101010101" pitchFamily="49" charset="-122"/>
                          <a:ea typeface="KaiTi" panose="02010609060101010101" pitchFamily="49" charset="-122"/>
                        </a:rPr>
                        <a:t>年</a:t>
                      </a:r>
                      <a:r>
                        <a:rPr lang="zh-TW" altLang="en-US" sz="1200" dirty="0">
                          <a:latin typeface="Calibri" panose="020F0502020204030204" pitchFamily="34" charset="0"/>
                          <a:ea typeface="KaiTi" panose="02010609060101010101" pitchFamily="49" charset="-122"/>
                          <a:cs typeface="Calibri" panose="020F0502020204030204" pitchFamily="34" charset="0"/>
                        </a:rPr>
                        <a:t>第二季度</a:t>
                      </a:r>
                      <a:endParaRPr lang="en-US" sz="1200" dirty="0">
                        <a:latin typeface="KaiTi" panose="02010609060101010101" pitchFamily="49" charset="-122"/>
                        <a:ea typeface="KaiTi" panose="02010609060101010101" pitchFamily="49" charset="-122"/>
                      </a:endParaRPr>
                    </a:p>
                  </a:txBody>
                  <a:tcPr anchor="ctr">
                    <a:lnL>
                      <a:noFill/>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44467139"/>
                  </a:ext>
                </a:extLst>
              </a:tr>
            </a:tbl>
          </a:graphicData>
        </a:graphic>
      </p:graphicFrame>
      <p:sp>
        <p:nvSpPr>
          <p:cNvPr id="6" name="Slide Number Placeholder 2">
            <a:extLst>
              <a:ext uri="{FF2B5EF4-FFF2-40B4-BE49-F238E27FC236}">
                <a16:creationId xmlns:a16="http://schemas.microsoft.com/office/drawing/2014/main" id="{A231A281-9B1E-4D2D-909C-8C8A8438E51D}"/>
              </a:ext>
            </a:extLst>
          </p:cNvPr>
          <p:cNvSpPr>
            <a:spLocks noGrp="1"/>
          </p:cNvSpPr>
          <p:nvPr>
            <p:ph type="sldNum" sz="quarter" idx="10"/>
          </p:nvPr>
        </p:nvSpPr>
        <p:spPr>
          <a:xfrm>
            <a:off x="7897813" y="6398780"/>
            <a:ext cx="1066800" cy="217937"/>
          </a:xfrm>
        </p:spPr>
        <p:txBody>
          <a:bodyPr/>
          <a:lstStyle/>
          <a:p>
            <a:pPr>
              <a:defRPr/>
            </a:pPr>
            <a:fld id="{17AE90FD-2A67-4F1C-8A5E-6FE36A4F61F0}" type="slidenum">
              <a:rPr lang="en-US" altLang="en-US" smtClean="0"/>
              <a:pPr>
                <a:defRPr/>
              </a:pPr>
              <a:t>4</a:t>
            </a:fld>
            <a:endParaRPr lang="en-US" altLang="en-US"/>
          </a:p>
        </p:txBody>
      </p:sp>
    </p:spTree>
    <p:extLst>
      <p:ext uri="{BB962C8B-B14F-4D97-AF65-F5344CB8AC3E}">
        <p14:creationId xmlns:p14="http://schemas.microsoft.com/office/powerpoint/2010/main" val="24444865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9" name="Rectangle 2"/>
          <p:cNvSpPr>
            <a:spLocks noGrp="1" noChangeArrowheads="1"/>
          </p:cNvSpPr>
          <p:nvPr>
            <p:ph type="title"/>
          </p:nvPr>
        </p:nvSpPr>
        <p:spPr>
          <a:xfrm>
            <a:off x="663575" y="497194"/>
            <a:ext cx="7845552" cy="461657"/>
          </a:xfrm>
        </p:spPr>
        <p:txBody>
          <a:bodyPr/>
          <a:lstStyle/>
          <a:p>
            <a:r>
              <a:rPr lang="en-US" altLang="zh-TW">
                <a:latin typeface="Calibri" panose="020F0502020204030204" pitchFamily="34" charset="0"/>
                <a:ea typeface="KaiTi" panose="02010609060101010101" pitchFamily="49" charset="-122"/>
                <a:cs typeface="Calibri" panose="020F0502020204030204" pitchFamily="34" charset="0"/>
              </a:rPr>
              <a:t>1.3 </a:t>
            </a:r>
            <a:r>
              <a:rPr lang="zh-TW" altLang="en-US" sz="2400" b="1" i="0">
                <a:latin typeface="KaiTi" panose="02010609060101010101" pitchFamily="49" charset="-122"/>
                <a:ea typeface="KaiTi" panose="02010609060101010101" pitchFamily="49" charset="-122"/>
              </a:rPr>
              <a:t>主要</a:t>
            </a:r>
            <a:r>
              <a:rPr lang="zh-TW" altLang="en-US" sz="2400">
                <a:latin typeface="KaiTi" panose="02010609060101010101" pitchFamily="49" charset="-122"/>
                <a:ea typeface="KaiTi" panose="02010609060101010101" pitchFamily="49" charset="-122"/>
              </a:rPr>
              <a:t>工作</a:t>
            </a:r>
            <a:r>
              <a:rPr lang="zh-TW" altLang="en-US" sz="2400" b="1" i="0">
                <a:latin typeface="KaiTi" panose="02010609060101010101" pitchFamily="49" charset="-122"/>
                <a:ea typeface="KaiTi" panose="02010609060101010101" pitchFamily="49" charset="-122"/>
              </a:rPr>
              <a:t>團隊</a:t>
            </a:r>
            <a:endParaRPr lang="zh-CN" altLang="en-US">
              <a:latin typeface="KaiTi" panose="02010609060101010101" pitchFamily="49" charset="-122"/>
              <a:ea typeface="KaiTi" panose="02010609060101010101" pitchFamily="49" charset="-122"/>
              <a:cs typeface="Calibri" panose="020F0502020204030204" pitchFamily="34" charset="0"/>
            </a:endParaRPr>
          </a:p>
        </p:txBody>
      </p:sp>
      <p:graphicFrame>
        <p:nvGraphicFramePr>
          <p:cNvPr id="4" name="Table 4">
            <a:extLst>
              <a:ext uri="{FF2B5EF4-FFF2-40B4-BE49-F238E27FC236}">
                <a16:creationId xmlns:a16="http://schemas.microsoft.com/office/drawing/2014/main" id="{497FBE30-88B8-46EB-AF64-26CA17170CAB}"/>
              </a:ext>
            </a:extLst>
          </p:cNvPr>
          <p:cNvGraphicFramePr>
            <a:graphicFrameLocks noGrp="1"/>
          </p:cNvGraphicFramePr>
          <p:nvPr>
            <p:extLst>
              <p:ext uri="{D42A27DB-BD31-4B8C-83A1-F6EECF244321}">
                <p14:modId xmlns:p14="http://schemas.microsoft.com/office/powerpoint/2010/main" val="3162705520"/>
              </p:ext>
            </p:extLst>
          </p:nvPr>
        </p:nvGraphicFramePr>
        <p:xfrm>
          <a:off x="649223" y="1239834"/>
          <a:ext cx="7845553" cy="3120534"/>
        </p:xfrm>
        <a:graphic>
          <a:graphicData uri="http://schemas.openxmlformats.org/drawingml/2006/table">
            <a:tbl>
              <a:tblPr firstRow="1" bandRow="1">
                <a:tableStyleId>{69012ECD-51FC-41F1-AA8D-1B2483CD663E}</a:tableStyleId>
              </a:tblPr>
              <a:tblGrid>
                <a:gridCol w="5233417">
                  <a:extLst>
                    <a:ext uri="{9D8B030D-6E8A-4147-A177-3AD203B41FA5}">
                      <a16:colId xmlns:a16="http://schemas.microsoft.com/office/drawing/2014/main" val="1208034128"/>
                    </a:ext>
                  </a:extLst>
                </a:gridCol>
                <a:gridCol w="2612136">
                  <a:extLst>
                    <a:ext uri="{9D8B030D-6E8A-4147-A177-3AD203B41FA5}">
                      <a16:colId xmlns:a16="http://schemas.microsoft.com/office/drawing/2014/main" val="1392063789"/>
                    </a:ext>
                  </a:extLst>
                </a:gridCol>
              </a:tblGrid>
              <a:tr h="365760">
                <a:tc>
                  <a:txBody>
                    <a:bodyPr/>
                    <a:lstStyle/>
                    <a:p>
                      <a:r>
                        <a:rPr lang="zh-TW" altLang="en-US" sz="1200" dirty="0">
                          <a:latin typeface="KaiTi" panose="02010609060101010101" pitchFamily="49" charset="-122"/>
                          <a:ea typeface="KaiTi" panose="02010609060101010101" pitchFamily="49" charset="-122"/>
                        </a:rPr>
                        <a:t>工作團隊</a:t>
                      </a:r>
                      <a:endParaRPr lang="en-US" sz="1200" dirty="0">
                        <a:latin typeface="KaiTi" panose="02010609060101010101" pitchFamily="49" charset="-122"/>
                        <a:ea typeface="KaiTi" panose="02010609060101010101" pitchFamily="49" charset="-122"/>
                      </a:endParaRPr>
                    </a:p>
                  </a:txBody>
                  <a:tcPr anchor="ctr">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00359E"/>
                    </a:solidFill>
                  </a:tcPr>
                </a:tc>
                <a:tc>
                  <a:txBody>
                    <a:bodyPr/>
                    <a:lstStyle/>
                    <a:p>
                      <a:r>
                        <a:rPr lang="zh-TW" altLang="en-US" sz="1200">
                          <a:latin typeface="KaiTi" panose="02010609060101010101" pitchFamily="49" charset="-122"/>
                          <a:ea typeface="KaiTi" panose="02010609060101010101" pitchFamily="49" charset="-122"/>
                        </a:rPr>
                        <a:t>公司</a:t>
                      </a:r>
                      <a:endParaRPr lang="en-US" sz="1200">
                        <a:latin typeface="KaiTi" panose="02010609060101010101" pitchFamily="49" charset="-122"/>
                        <a:ea typeface="KaiTi" panose="02010609060101010101" pitchFamily="49" charset="-122"/>
                      </a:endParaRPr>
                    </a:p>
                  </a:txBody>
                  <a:tcPr anchor="ctr">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822937621"/>
                  </a:ext>
                </a:extLst>
              </a:tr>
              <a:tr h="455153">
                <a:tc>
                  <a:txBody>
                    <a:bodyPr/>
                    <a:lstStyle/>
                    <a:p>
                      <a:r>
                        <a:rPr lang="zh-TW" altLang="en-US" sz="1200">
                          <a:latin typeface="KaiTi" panose="02010609060101010101" pitchFamily="49" charset="-122"/>
                          <a:ea typeface="KaiTi" panose="02010609060101010101" pitchFamily="49" charset="-122"/>
                        </a:rPr>
                        <a:t>獨家保薦人</a:t>
                      </a:r>
                      <a:endParaRPr lang="en-US" sz="1200">
                        <a:latin typeface="KaiTi" panose="02010609060101010101" pitchFamily="49" charset="-122"/>
                        <a:ea typeface="KaiTi" panose="02010609060101010101" pitchFamily="49" charset="-122"/>
                      </a:endParaRPr>
                    </a:p>
                  </a:txBody>
                  <a:tcPr anchor="ctr">
                    <a:lnL w="9525" cap="flat" cmpd="sng" algn="ctr">
                      <a:noFill/>
                      <a:prstDash val="solid"/>
                    </a:lnL>
                    <a:lnR>
                      <a:noFill/>
                    </a:lnR>
                    <a:lnT w="9525" cap="flat" cmpd="sng" algn="ctr">
                      <a:noFill/>
                      <a:prstDash val="soli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200" dirty="0">
                          <a:latin typeface="KaiTi" panose="02010609060101010101" pitchFamily="49" charset="-122"/>
                          <a:ea typeface="KaiTi" panose="02010609060101010101" pitchFamily="49" charset="-122"/>
                        </a:rPr>
                        <a:t>星展亞洲</a:t>
                      </a:r>
                      <a:endParaRPr lang="en-US" sz="1200" dirty="0">
                        <a:latin typeface="KaiTi" panose="02010609060101010101" pitchFamily="49" charset="-122"/>
                        <a:ea typeface="KaiTi" panose="02010609060101010101" pitchFamily="49" charset="-122"/>
                      </a:endParaRPr>
                    </a:p>
                  </a:txBody>
                  <a:tcPr anchor="ctr">
                    <a:lnL>
                      <a:noFill/>
                    </a:lnL>
                    <a:lnR w="9525" cap="flat" cmpd="sng" algn="ctr">
                      <a:noFill/>
                      <a:prstDash val="solid"/>
                    </a:lnR>
                    <a:lnT w="9525" cap="flat" cmpd="sng" algn="ctr">
                      <a:noFill/>
                      <a:prstDash val="soli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07954766"/>
                  </a:ext>
                </a:extLst>
              </a:tr>
              <a:tr h="479009">
                <a:tc>
                  <a:txBody>
                    <a:bodyPr/>
                    <a:lstStyle/>
                    <a:p>
                      <a:r>
                        <a:rPr lang="zh-TW" altLang="en-US" sz="1200" dirty="0">
                          <a:latin typeface="KaiTi" panose="02010609060101010101" pitchFamily="49" charset="-122"/>
                          <a:ea typeface="KaiTi" panose="02010609060101010101" pitchFamily="49" charset="-122"/>
                        </a:rPr>
                        <a:t>公司香港律師</a:t>
                      </a:r>
                      <a:endParaRPr lang="en-US" sz="1200" dirty="0">
                        <a:latin typeface="KaiTi" panose="02010609060101010101" pitchFamily="49" charset="-122"/>
                        <a:ea typeface="KaiTi" panose="02010609060101010101" pitchFamily="49" charset="-122"/>
                      </a:endParaRPr>
                    </a:p>
                  </a:txBody>
                  <a:tcPr anchor="ctr">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200" dirty="0">
                          <a:latin typeface="KaiTi" panose="02010609060101010101" pitchFamily="49" charset="-122"/>
                          <a:ea typeface="KaiTi" panose="02010609060101010101" pitchFamily="49" charset="-122"/>
                        </a:rPr>
                        <a:t>的</a:t>
                      </a:r>
                      <a:r>
                        <a:rPr lang="zh-CN" altLang="en-US" sz="1200" dirty="0">
                          <a:latin typeface="KaiTi" panose="02010609060101010101" pitchFamily="49" charset="-122"/>
                          <a:ea typeface="KaiTi" panose="02010609060101010101" pitchFamily="49" charset="-122"/>
                        </a:rPr>
                        <a:t>近</a:t>
                      </a:r>
                      <a:endParaRPr lang="en-US" sz="1200" dirty="0">
                        <a:latin typeface="KaiTi" panose="02010609060101010101" pitchFamily="49" charset="-122"/>
                        <a:ea typeface="KaiTi" panose="02010609060101010101" pitchFamily="49" charset="-122"/>
                      </a:endParaRPr>
                    </a:p>
                  </a:txBody>
                  <a:tcPr anchor="ctr">
                    <a:lnL>
                      <a:noFill/>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51635477"/>
                  </a:ext>
                </a:extLst>
              </a:tr>
              <a:tr h="455153">
                <a:tc>
                  <a:txBody>
                    <a:bodyPr/>
                    <a:lstStyle/>
                    <a:p>
                      <a:r>
                        <a:rPr lang="zh-TW" altLang="en-US" sz="1200" dirty="0">
                          <a:latin typeface="KaiTi" panose="02010609060101010101" pitchFamily="49" charset="-122"/>
                          <a:ea typeface="KaiTi" panose="02010609060101010101" pitchFamily="49" charset="-122"/>
                        </a:rPr>
                        <a:t>保薦人</a:t>
                      </a:r>
                      <a:r>
                        <a:rPr lang="en-US" altLang="zh-TW" sz="1200" dirty="0">
                          <a:latin typeface="KaiTi" panose="02010609060101010101" pitchFamily="49" charset="-122"/>
                          <a:ea typeface="KaiTi" panose="02010609060101010101" pitchFamily="49" charset="-122"/>
                        </a:rPr>
                        <a:t>/</a:t>
                      </a:r>
                      <a:r>
                        <a:rPr lang="zh-TW" altLang="en-US" sz="1200" dirty="0">
                          <a:latin typeface="KaiTi" panose="02010609060101010101" pitchFamily="49" charset="-122"/>
                          <a:ea typeface="KaiTi" panose="02010609060101010101" pitchFamily="49" charset="-122"/>
                        </a:rPr>
                        <a:t>承銷商香港律師</a:t>
                      </a:r>
                      <a:endParaRPr lang="en-US" sz="1200" dirty="0">
                        <a:latin typeface="KaiTi" panose="02010609060101010101" pitchFamily="49" charset="-122"/>
                        <a:ea typeface="KaiTi" panose="02010609060101010101" pitchFamily="49" charset="-122"/>
                      </a:endParaRPr>
                    </a:p>
                  </a:txBody>
                  <a:tcPr anchor="ctr">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200" dirty="0">
                          <a:latin typeface="KaiTi" panose="02010609060101010101" pitchFamily="49" charset="-122"/>
                          <a:ea typeface="KaiTi" panose="02010609060101010101" pitchFamily="49" charset="-122"/>
                        </a:rPr>
                        <a:t>金杜</a:t>
                      </a:r>
                      <a:endParaRPr lang="en-US" sz="1200" dirty="0">
                        <a:latin typeface="KaiTi" panose="02010609060101010101" pitchFamily="49" charset="-122"/>
                        <a:ea typeface="KaiTi" panose="02010609060101010101" pitchFamily="49" charset="-122"/>
                      </a:endParaRPr>
                    </a:p>
                  </a:txBody>
                  <a:tcPr anchor="ctr">
                    <a:lnL>
                      <a:noFill/>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92951711"/>
                  </a:ext>
                </a:extLst>
              </a:tr>
              <a:tr h="455153">
                <a:tc>
                  <a:txBody>
                    <a:bodyPr/>
                    <a:lstStyle/>
                    <a:p>
                      <a:r>
                        <a:rPr lang="zh-TW" altLang="en-US" sz="1200" dirty="0">
                          <a:latin typeface="KaiTi" panose="02010609060101010101" pitchFamily="49" charset="-122"/>
                          <a:ea typeface="KaiTi" panose="02010609060101010101" pitchFamily="49" charset="-122"/>
                        </a:rPr>
                        <a:t>審計師</a:t>
                      </a:r>
                      <a:endParaRPr lang="en-US" sz="1200" dirty="0">
                        <a:latin typeface="KaiTi" panose="02010609060101010101" pitchFamily="49" charset="-122"/>
                        <a:ea typeface="KaiTi" panose="02010609060101010101" pitchFamily="49" charset="-122"/>
                      </a:endParaRPr>
                    </a:p>
                  </a:txBody>
                  <a:tcPr anchor="ctr">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anose="020B0604020202020204" pitchFamily="34" charset="0"/>
                        <a:buNone/>
                      </a:pPr>
                      <a:r>
                        <a:rPr lang="zh-TW" altLang="en-US" sz="1200" dirty="0">
                          <a:latin typeface="KaiTi" panose="02010609060101010101" pitchFamily="49" charset="-122"/>
                          <a:ea typeface="KaiTi" panose="02010609060101010101" pitchFamily="49" charset="-122"/>
                        </a:rPr>
                        <a:t>德勤</a:t>
                      </a:r>
                      <a:r>
                        <a:rPr lang="zh-CN" altLang="en-US" sz="1200" dirty="0">
                          <a:latin typeface="KaiTi" panose="02010609060101010101" pitchFamily="49" charset="-122"/>
                          <a:ea typeface="KaiTi" panose="02010609060101010101" pitchFamily="49" charset="-122"/>
                        </a:rPr>
                        <a:t>審計</a:t>
                      </a:r>
                      <a:endParaRPr lang="en-US" sz="1200" dirty="0">
                        <a:latin typeface="KaiTi" panose="02010609060101010101" pitchFamily="49" charset="-122"/>
                        <a:ea typeface="KaiTi" panose="02010609060101010101" pitchFamily="49" charset="-122"/>
                      </a:endParaRPr>
                    </a:p>
                  </a:txBody>
                  <a:tcPr anchor="ctr">
                    <a:lnL>
                      <a:noFill/>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9453813"/>
                  </a:ext>
                </a:extLst>
              </a:tr>
              <a:tr h="455153">
                <a:tc>
                  <a:txBody>
                    <a:bodyPr/>
                    <a:lstStyle/>
                    <a:p>
                      <a:pPr marL="0" marR="0" lvl="0" indent="0" algn="l" defTabSz="914303" rtl="0" eaLnBrk="1" fontAlgn="auto" latinLnBrk="0" hangingPunct="1">
                        <a:lnSpc>
                          <a:spcPct val="100000"/>
                        </a:lnSpc>
                        <a:spcBef>
                          <a:spcPts val="0"/>
                        </a:spcBef>
                        <a:spcAft>
                          <a:spcPts val="0"/>
                        </a:spcAft>
                        <a:buClrTx/>
                        <a:buSzTx/>
                        <a:buFontTx/>
                        <a:buNone/>
                        <a:tabLst/>
                        <a:defRPr/>
                      </a:pPr>
                      <a:r>
                        <a:rPr lang="zh-TW" altLang="en-US" sz="1200" dirty="0">
                          <a:latin typeface="KaiTi" panose="02010609060101010101" pitchFamily="49" charset="-122"/>
                          <a:ea typeface="KaiTi" panose="02010609060101010101" pitchFamily="49" charset="-122"/>
                        </a:rPr>
                        <a:t>內控顧問</a:t>
                      </a:r>
                      <a:endParaRPr lang="en-US" sz="1200" dirty="0">
                        <a:latin typeface="KaiTi" panose="02010609060101010101" pitchFamily="49" charset="-122"/>
                        <a:ea typeface="KaiTi" panose="02010609060101010101" pitchFamily="49" charset="-122"/>
                      </a:endParaRPr>
                    </a:p>
                  </a:txBody>
                  <a:tcPr anchor="ctr">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en-US" sz="1200" dirty="0">
                          <a:latin typeface="KaiTi" panose="02010609060101010101" pitchFamily="49" charset="-122"/>
                          <a:ea typeface="KaiTi" panose="02010609060101010101" pitchFamily="49" charset="-122"/>
                        </a:rPr>
                        <a:t>德勤内控</a:t>
                      </a:r>
                      <a:endParaRPr lang="en-US" sz="1200" dirty="0">
                        <a:latin typeface="KaiTi" panose="02010609060101010101" pitchFamily="49" charset="-122"/>
                        <a:ea typeface="KaiTi" panose="02010609060101010101" pitchFamily="49" charset="-122"/>
                      </a:endParaRPr>
                    </a:p>
                  </a:txBody>
                  <a:tcPr anchor="ctr">
                    <a:lnL>
                      <a:noFill/>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42682752"/>
                  </a:ext>
                </a:extLst>
              </a:tr>
              <a:tr h="455153">
                <a:tc>
                  <a:txBody>
                    <a:bodyPr/>
                    <a:lstStyle/>
                    <a:p>
                      <a:pPr marL="0" marR="0" lvl="0" indent="0" algn="l" defTabSz="914303" rtl="0" eaLnBrk="1" fontAlgn="auto" latinLnBrk="0" hangingPunct="1">
                        <a:lnSpc>
                          <a:spcPct val="100000"/>
                        </a:lnSpc>
                        <a:spcBef>
                          <a:spcPts val="0"/>
                        </a:spcBef>
                        <a:spcAft>
                          <a:spcPts val="0"/>
                        </a:spcAft>
                        <a:buClrTx/>
                        <a:buSzTx/>
                        <a:buFontTx/>
                        <a:buNone/>
                        <a:tabLst/>
                        <a:defRPr/>
                      </a:pPr>
                      <a:r>
                        <a:rPr lang="zh-TW" altLang="en-US" sz="1200" dirty="0">
                          <a:latin typeface="KaiTi" panose="02010609060101010101" pitchFamily="49" charset="-122"/>
                          <a:ea typeface="KaiTi" panose="02010609060101010101" pitchFamily="49" charset="-122"/>
                        </a:rPr>
                        <a:t>行業顧問</a:t>
                      </a:r>
                      <a:endParaRPr lang="en-US" sz="1200" dirty="0">
                        <a:latin typeface="KaiTi" panose="02010609060101010101" pitchFamily="49" charset="-122"/>
                        <a:ea typeface="KaiTi" panose="02010609060101010101" pitchFamily="49" charset="-122"/>
                      </a:endParaRPr>
                    </a:p>
                  </a:txBody>
                  <a:tcPr anchor="ctr">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03" rtl="0" eaLnBrk="1" fontAlgn="auto" latinLnBrk="0" hangingPunct="1">
                        <a:lnSpc>
                          <a:spcPct val="100000"/>
                        </a:lnSpc>
                        <a:spcBef>
                          <a:spcPts val="0"/>
                        </a:spcBef>
                        <a:spcAft>
                          <a:spcPts val="0"/>
                        </a:spcAft>
                        <a:buClrTx/>
                        <a:buSzTx/>
                        <a:buFontTx/>
                        <a:buNone/>
                        <a:tabLst/>
                        <a:defRPr/>
                      </a:pPr>
                      <a:r>
                        <a:rPr lang="zh-CN" altLang="en-US" sz="1200" dirty="0">
                          <a:latin typeface="KaiTi" panose="02010609060101010101" pitchFamily="49" charset="-122"/>
                          <a:ea typeface="KaiTi" panose="02010609060101010101" pitchFamily="49" charset="-122"/>
                        </a:rPr>
                        <a:t>待確認</a:t>
                      </a:r>
                      <a:endParaRPr lang="en-US" sz="1200" dirty="0">
                        <a:latin typeface="KaiTi" panose="02010609060101010101" pitchFamily="49" charset="-122"/>
                        <a:ea typeface="KaiTi" panose="02010609060101010101" pitchFamily="49" charset="-122"/>
                      </a:endParaRPr>
                    </a:p>
                  </a:txBody>
                  <a:tcPr anchor="ctr">
                    <a:lnL>
                      <a:noFill/>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2048883"/>
                  </a:ext>
                </a:extLst>
              </a:tr>
            </a:tbl>
          </a:graphicData>
        </a:graphic>
      </p:graphicFrame>
      <p:sp>
        <p:nvSpPr>
          <p:cNvPr id="6" name="Slide Number Placeholder 2">
            <a:extLst>
              <a:ext uri="{FF2B5EF4-FFF2-40B4-BE49-F238E27FC236}">
                <a16:creationId xmlns:a16="http://schemas.microsoft.com/office/drawing/2014/main" id="{FC11466D-4F0B-41C5-8736-BFE147322110}"/>
              </a:ext>
            </a:extLst>
          </p:cNvPr>
          <p:cNvSpPr>
            <a:spLocks noGrp="1"/>
          </p:cNvSpPr>
          <p:nvPr>
            <p:ph type="sldNum" sz="quarter" idx="10"/>
          </p:nvPr>
        </p:nvSpPr>
        <p:spPr>
          <a:xfrm>
            <a:off x="7897813" y="6398780"/>
            <a:ext cx="1066800" cy="217937"/>
          </a:xfrm>
        </p:spPr>
        <p:txBody>
          <a:bodyPr/>
          <a:lstStyle/>
          <a:p>
            <a:pPr>
              <a:defRPr/>
            </a:pPr>
            <a:fld id="{17AE90FD-2A67-4F1C-8A5E-6FE36A4F61F0}" type="slidenum">
              <a:rPr lang="en-US" altLang="en-US" smtClean="0"/>
              <a:pPr>
                <a:defRPr/>
              </a:pPr>
              <a:t>5</a:t>
            </a:fld>
            <a:endParaRPr lang="en-US" altLang="en-US"/>
          </a:p>
        </p:txBody>
      </p:sp>
      <p:sp>
        <p:nvSpPr>
          <p:cNvPr id="7" name="TextBox 6">
            <a:extLst>
              <a:ext uri="{FF2B5EF4-FFF2-40B4-BE49-F238E27FC236}">
                <a16:creationId xmlns:a16="http://schemas.microsoft.com/office/drawing/2014/main" id="{85BF6AAF-A077-4797-ADC0-98619C20A9D5}"/>
              </a:ext>
            </a:extLst>
          </p:cNvPr>
          <p:cNvSpPr txBox="1"/>
          <p:nvPr/>
        </p:nvSpPr>
        <p:spPr>
          <a:xfrm>
            <a:off x="649223" y="5212644"/>
            <a:ext cx="7845552" cy="418724"/>
          </a:xfrm>
          <a:prstGeom prst="rect">
            <a:avLst/>
          </a:prstGeom>
          <a:solidFill>
            <a:schemeClr val="bg1">
              <a:lumMod val="85000"/>
            </a:schemeClr>
          </a:solidFill>
        </p:spPr>
        <p:txBody>
          <a:bodyPr wrap="square" rtlCol="0" anchor="ctr">
            <a:noAutofit/>
          </a:bodyPr>
          <a:lstStyle/>
          <a:p>
            <a:pPr>
              <a:spcAft>
                <a:spcPts val="1200"/>
              </a:spcAft>
            </a:pPr>
            <a:r>
              <a:rPr lang="zh-TW" altLang="en-US" sz="1400" b="1" i="0">
                <a:latin typeface="KaiTi" panose="02010609060101010101" pitchFamily="49" charset="-122"/>
                <a:ea typeface="KaiTi" panose="02010609060101010101" pitchFamily="49" charset="-122"/>
              </a:rPr>
              <a:t>每週例會時間</a:t>
            </a:r>
            <a:r>
              <a:rPr lang="en-US" altLang="zh-TW" sz="1400" b="1" i="0">
                <a:latin typeface="KaiTi" panose="02010609060101010101" pitchFamily="49" charset="-122"/>
                <a:ea typeface="KaiTi" panose="02010609060101010101" pitchFamily="49" charset="-122"/>
              </a:rPr>
              <a:t>: </a:t>
            </a:r>
            <a:r>
              <a:rPr lang="zh-CN" altLang="en-US" sz="1400" b="1" i="0">
                <a:latin typeface="KaiTi" panose="02010609060101010101" pitchFamily="49" charset="-122"/>
                <a:ea typeface="KaiTi" panose="02010609060101010101" pitchFamily="49" charset="-122"/>
              </a:rPr>
              <a:t>逢星期</a:t>
            </a:r>
            <a:r>
              <a:rPr lang="en-US" altLang="zh-CN" sz="1400" b="1" i="0">
                <a:latin typeface="KaiTi" panose="02010609060101010101" pitchFamily="49" charset="-122"/>
                <a:ea typeface="KaiTi" panose="02010609060101010101" pitchFamily="49" charset="-122"/>
              </a:rPr>
              <a:t>[*]</a:t>
            </a:r>
            <a:r>
              <a:rPr lang="zh-CN" altLang="en-US" sz="1400" b="1" i="0">
                <a:latin typeface="KaiTi" panose="02010609060101010101" pitchFamily="49" charset="-122"/>
                <a:ea typeface="KaiTi" panose="02010609060101010101" pitchFamily="49" charset="-122"/>
              </a:rPr>
              <a:t> </a:t>
            </a:r>
            <a:r>
              <a:rPr lang="en-US" altLang="zh-CN" sz="1400" b="1" i="0">
                <a:latin typeface="KaiTi" panose="02010609060101010101" pitchFamily="49" charset="-122"/>
                <a:ea typeface="KaiTi" panose="02010609060101010101" pitchFamily="49" charset="-122"/>
              </a:rPr>
              <a:t>[</a:t>
            </a:r>
            <a:r>
              <a:rPr lang="zh-TW" altLang="en-US" sz="1400" b="1" i="0">
                <a:latin typeface="KaiTi" panose="02010609060101010101" pitchFamily="49" charset="-122"/>
                <a:ea typeface="KaiTi" panose="02010609060101010101" pitchFamily="49" charset="-122"/>
              </a:rPr>
              <a:t>時間</a:t>
            </a:r>
            <a:r>
              <a:rPr lang="en-US" altLang="zh-TW" sz="1400" b="1" i="0">
                <a:latin typeface="KaiTi" panose="02010609060101010101" pitchFamily="49" charset="-122"/>
                <a:ea typeface="KaiTi" panose="02010609060101010101" pitchFamily="49" charset="-122"/>
              </a:rPr>
              <a:t>]</a:t>
            </a:r>
            <a:r>
              <a:rPr lang="zh-CN" altLang="en-US" sz="1400" b="1" i="0">
                <a:latin typeface="KaiTi" panose="02010609060101010101" pitchFamily="49" charset="-122"/>
                <a:ea typeface="KaiTi" panose="02010609060101010101" pitchFamily="49" charset="-122"/>
              </a:rPr>
              <a:t> （暫定）</a:t>
            </a:r>
            <a:endParaRPr lang="en-US" altLang="zh-TW" sz="1400" b="1" i="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4023558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9EF01EB-F7DD-4202-A79B-4CADBE9B4E6C}"/>
              </a:ext>
            </a:extLst>
          </p:cNvPr>
          <p:cNvSpPr>
            <a:spLocks noGrp="1"/>
          </p:cNvSpPr>
          <p:nvPr>
            <p:ph type="sldNum" sz="quarter" idx="10"/>
          </p:nvPr>
        </p:nvSpPr>
        <p:spPr>
          <a:xfrm>
            <a:off x="7897813" y="6398780"/>
            <a:ext cx="1066800" cy="217937"/>
          </a:xfrm>
        </p:spPr>
        <p:txBody>
          <a:bodyPr/>
          <a:lstStyle/>
          <a:p>
            <a:pPr>
              <a:defRPr/>
            </a:pPr>
            <a:fld id="{17AE90FD-2A67-4F1C-8A5E-6FE36A4F61F0}" type="slidenum">
              <a:rPr lang="en-US" altLang="en-US" smtClean="0"/>
              <a:pPr>
                <a:defRPr/>
              </a:pPr>
              <a:t>6</a:t>
            </a:fld>
            <a:endParaRPr lang="en-US" altLang="en-US"/>
          </a:p>
        </p:txBody>
      </p:sp>
      <p:sp>
        <p:nvSpPr>
          <p:cNvPr id="7" name="Text Placeholder 3">
            <a:extLst>
              <a:ext uri="{FF2B5EF4-FFF2-40B4-BE49-F238E27FC236}">
                <a16:creationId xmlns:a16="http://schemas.microsoft.com/office/drawing/2014/main" id="{807971C2-325D-4E19-BA7C-44A861EFF63F}"/>
              </a:ext>
            </a:extLst>
          </p:cNvPr>
          <p:cNvSpPr txBox="1">
            <a:spLocks/>
          </p:cNvSpPr>
          <p:nvPr/>
        </p:nvSpPr>
        <p:spPr>
          <a:xfrm>
            <a:off x="731964" y="2905788"/>
            <a:ext cx="7766083" cy="523212"/>
          </a:xfrm>
          <a:prstGeom prst="rect">
            <a:avLst/>
          </a:prstGeom>
        </p:spPr>
        <p:txBody>
          <a:bodyPr/>
          <a:lstStyle>
            <a:lvl1pPr marL="231751" indent="-231751" algn="l" rtl="0" eaLnBrk="1" fontAlgn="base" hangingPunct="0">
              <a:spcBef>
                <a:spcPts val="300"/>
              </a:spcBef>
              <a:spcAft>
                <a:spcPts val="300"/>
              </a:spcAft>
              <a:buClr>
                <a:schemeClr val="accent1"/>
              </a:buClr>
              <a:buFont typeface="Wingdings" pitchFamily="2" charset="2"/>
              <a:buChar char="n"/>
              <a:defRPr sz="1600">
                <a:solidFill>
                  <a:schemeClr val="tx1"/>
                </a:solidFill>
                <a:latin typeface="+mn-lt"/>
                <a:ea typeface="+mn-ea"/>
                <a:cs typeface="DFKaiShu-GB5" pitchFamily="65" charset="-128"/>
              </a:defRPr>
            </a:lvl1pPr>
            <a:lvl2pPr marL="566678" indent="-220640" algn="l" rtl="0" eaLnBrk="1" fontAlgn="base" hangingPunct="0">
              <a:spcBef>
                <a:spcPts val="300"/>
              </a:spcBef>
              <a:spcAft>
                <a:spcPts val="300"/>
              </a:spcAft>
              <a:buClr>
                <a:srgbClr val="626262"/>
              </a:buClr>
              <a:buFont typeface="Wingdings" pitchFamily="2" charset="2"/>
              <a:buChar char="u"/>
              <a:defRPr sz="1400">
                <a:solidFill>
                  <a:schemeClr val="tx1"/>
                </a:solidFill>
                <a:latin typeface="+mn-lt"/>
                <a:ea typeface="+mn-ea"/>
                <a:cs typeface="DFKaiShu-GB5" pitchFamily="65" charset="-128"/>
              </a:defRPr>
            </a:lvl2pPr>
            <a:lvl3pPr marL="909541" indent="-228576" algn="l" rtl="0" eaLnBrk="1" fontAlgn="base" hangingPunct="0">
              <a:spcBef>
                <a:spcPts val="300"/>
              </a:spcBef>
              <a:spcAft>
                <a:spcPts val="300"/>
              </a:spcAft>
              <a:buFont typeface="Arial" pitchFamily="34" charset="0"/>
              <a:buChar char="—"/>
              <a:defRPr sz="1400">
                <a:solidFill>
                  <a:schemeClr val="tx1"/>
                </a:solidFill>
                <a:latin typeface="+mn-lt"/>
                <a:ea typeface="+mn-ea"/>
                <a:cs typeface="DFKaiShu-GB5" pitchFamily="65" charset="-128"/>
              </a:defRPr>
            </a:lvl3pPr>
            <a:lvl4pPr marL="1252405" indent="-228576" algn="l" rtl="0" eaLnBrk="1" fontAlgn="base" hangingPunct="0">
              <a:spcBef>
                <a:spcPts val="300"/>
              </a:spcBef>
              <a:spcAft>
                <a:spcPts val="300"/>
              </a:spcAft>
              <a:buChar char="–"/>
              <a:defRPr sz="1400">
                <a:solidFill>
                  <a:schemeClr val="tx1"/>
                </a:solidFill>
                <a:latin typeface="+mn-lt"/>
                <a:ea typeface="+mn-ea"/>
                <a:cs typeface="DFKaiShu-GB5" pitchFamily="65" charset="-128"/>
              </a:defRPr>
            </a:lvl4pPr>
            <a:lvl5pPr marL="1595269" indent="-228576" algn="l" rtl="0" eaLnBrk="1" fontAlgn="base" hangingPunct="0">
              <a:spcBef>
                <a:spcPts val="300"/>
              </a:spcBef>
              <a:spcAft>
                <a:spcPts val="300"/>
              </a:spcAft>
              <a:buChar char="»"/>
              <a:defRPr sz="1400">
                <a:solidFill>
                  <a:schemeClr val="tx1"/>
                </a:solidFill>
                <a:latin typeface="+mn-lt"/>
                <a:ea typeface="+mn-ea"/>
                <a:cs typeface="DFKaiShu-GB5" pitchFamily="65" charset="-128"/>
              </a:defRPr>
            </a:lvl5pPr>
            <a:lvl6pPr marL="2052420" indent="-228576" algn="l" rtl="0" eaLnBrk="0" fontAlgn="base" hangingPunct="0">
              <a:spcBef>
                <a:spcPct val="0"/>
              </a:spcBef>
              <a:spcAft>
                <a:spcPct val="30000"/>
              </a:spcAft>
              <a:buChar char="»"/>
              <a:defRPr sz="1400">
                <a:solidFill>
                  <a:schemeClr val="tx1"/>
                </a:solidFill>
                <a:latin typeface="+mn-lt"/>
                <a:ea typeface="+mn-ea"/>
              </a:defRPr>
            </a:lvl6pPr>
            <a:lvl7pPr marL="2509572" indent="-228576" algn="l" rtl="0" eaLnBrk="0" fontAlgn="base" hangingPunct="0">
              <a:spcBef>
                <a:spcPct val="0"/>
              </a:spcBef>
              <a:spcAft>
                <a:spcPct val="30000"/>
              </a:spcAft>
              <a:buChar char="»"/>
              <a:defRPr sz="1400">
                <a:solidFill>
                  <a:schemeClr val="tx1"/>
                </a:solidFill>
                <a:latin typeface="+mn-lt"/>
                <a:ea typeface="+mn-ea"/>
              </a:defRPr>
            </a:lvl7pPr>
            <a:lvl8pPr marL="2966723" indent="-228576" algn="l" rtl="0" eaLnBrk="0" fontAlgn="base" hangingPunct="0">
              <a:spcBef>
                <a:spcPct val="0"/>
              </a:spcBef>
              <a:spcAft>
                <a:spcPct val="30000"/>
              </a:spcAft>
              <a:buChar char="»"/>
              <a:defRPr sz="1400">
                <a:solidFill>
                  <a:schemeClr val="tx1"/>
                </a:solidFill>
                <a:latin typeface="+mn-lt"/>
                <a:ea typeface="+mn-ea"/>
              </a:defRPr>
            </a:lvl8pPr>
            <a:lvl9pPr marL="3423875" indent="-228576" algn="l" rtl="0" eaLnBrk="0" fontAlgn="base" hangingPunct="0">
              <a:spcBef>
                <a:spcPct val="0"/>
              </a:spcBef>
              <a:spcAft>
                <a:spcPct val="30000"/>
              </a:spcAft>
              <a:buChar char="»"/>
              <a:defRPr sz="1400">
                <a:solidFill>
                  <a:schemeClr val="tx1"/>
                </a:solidFill>
                <a:latin typeface="+mn-lt"/>
                <a:ea typeface="+mn-ea"/>
              </a:defRPr>
            </a:lvl9pPr>
          </a:lstStyle>
          <a:p>
            <a:pPr marL="0" indent="0" algn="r">
              <a:buNone/>
            </a:pPr>
            <a:r>
              <a:rPr lang="en-US" altLang="zh-TW" sz="2800" b="1" i="0">
                <a:solidFill>
                  <a:schemeClr val="dk1"/>
                </a:solidFill>
                <a:latin typeface="Calibri" panose="020F0502020204030204" pitchFamily="34" charset="0"/>
                <a:ea typeface="KaiTi" panose="02010609060101010101" pitchFamily="49" charset="-122"/>
                <a:cs typeface="Calibri" panose="020F0502020204030204" pitchFamily="34" charset="0"/>
              </a:rPr>
              <a:t>2.</a:t>
            </a:r>
            <a:r>
              <a:rPr lang="zh-TW" altLang="en-US" sz="2800" b="1" i="0">
                <a:solidFill>
                  <a:schemeClr val="dk1"/>
                </a:solidFill>
                <a:latin typeface="KaiTi" panose="02010609060101010101" pitchFamily="49" charset="-122"/>
                <a:ea typeface="KaiTi" panose="02010609060101010101" pitchFamily="49" charset="-122"/>
                <a:cs typeface="Calibri" panose="020F0502020204030204" pitchFamily="34" charset="0"/>
              </a:rPr>
              <a:t> </a:t>
            </a:r>
            <a:r>
              <a:rPr lang="zh-TW" altLang="en-US" sz="2800" b="1" i="0">
                <a:latin typeface="KaiTi" panose="02010609060101010101" pitchFamily="49" charset="-122"/>
                <a:ea typeface="KaiTi" panose="02010609060101010101" pitchFamily="49" charset="-122"/>
                <a:cs typeface="Calibri" panose="020F0502020204030204" pitchFamily="34" charset="0"/>
              </a:rPr>
              <a:t>香港首次公開發行準備工作</a:t>
            </a:r>
            <a:endParaRPr lang="en-US" b="1" i="0" kern="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841095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9" name="Connector: Elbow 58">
            <a:extLst>
              <a:ext uri="{FF2B5EF4-FFF2-40B4-BE49-F238E27FC236}">
                <a16:creationId xmlns:a16="http://schemas.microsoft.com/office/drawing/2014/main" id="{3F362717-1C6D-42A6-80A6-15A928AD2D73}"/>
              </a:ext>
            </a:extLst>
          </p:cNvPr>
          <p:cNvCxnSpPr>
            <a:cxnSpLocks/>
          </p:cNvCxnSpPr>
          <p:nvPr/>
        </p:nvCxnSpPr>
        <p:spPr bwMode="auto">
          <a:xfrm rot="10800000">
            <a:off x="5089458" y="2349608"/>
            <a:ext cx="547281" cy="1"/>
          </a:xfrm>
          <a:prstGeom prst="bentConnector3">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134149" name="Rectangle 2"/>
          <p:cNvSpPr>
            <a:spLocks noGrp="1" noChangeArrowheads="1"/>
          </p:cNvSpPr>
          <p:nvPr>
            <p:ph type="title"/>
          </p:nvPr>
        </p:nvSpPr>
        <p:spPr>
          <a:xfrm>
            <a:off x="663575" y="497194"/>
            <a:ext cx="7845552" cy="461657"/>
          </a:xfrm>
        </p:spPr>
        <p:txBody>
          <a:bodyPr/>
          <a:lstStyle/>
          <a:p>
            <a:r>
              <a:rPr lang="zh-TW" altLang="en-US">
                <a:latin typeface="KaiTi" panose="02010609060101010101" pitchFamily="49" charset="-122"/>
                <a:ea typeface="KaiTi" panose="02010609060101010101" pitchFamily="49" charset="-122"/>
                <a:cs typeface="Calibri" panose="020F0502020204030204" pitchFamily="34" charset="0"/>
              </a:rPr>
              <a:t>香港首次公開發行準備工作</a:t>
            </a:r>
            <a:endParaRPr lang="zh-CN" altLang="en-US">
              <a:latin typeface="KaiTi" panose="02010609060101010101" pitchFamily="49" charset="-122"/>
              <a:ea typeface="KaiTi" panose="02010609060101010101" pitchFamily="49" charset="-122"/>
              <a:cs typeface="Calibri" panose="020F0502020204030204" pitchFamily="34" charset="0"/>
            </a:endParaRPr>
          </a:p>
        </p:txBody>
      </p:sp>
      <p:sp>
        <p:nvSpPr>
          <p:cNvPr id="42" name="object 8">
            <a:extLst>
              <a:ext uri="{FF2B5EF4-FFF2-40B4-BE49-F238E27FC236}">
                <a16:creationId xmlns:a16="http://schemas.microsoft.com/office/drawing/2014/main" id="{B51B9A71-E064-494D-B726-6CE360A56013}"/>
              </a:ext>
            </a:extLst>
          </p:cNvPr>
          <p:cNvSpPr/>
          <p:nvPr/>
        </p:nvSpPr>
        <p:spPr>
          <a:xfrm>
            <a:off x="4510939" y="1885490"/>
            <a:ext cx="0" cy="274320"/>
          </a:xfrm>
          <a:custGeom>
            <a:avLst/>
            <a:gdLst/>
            <a:ahLst/>
            <a:cxnLst/>
            <a:rect l="l" t="t" r="r" b="b"/>
            <a:pathLst>
              <a:path h="241300">
                <a:moveTo>
                  <a:pt x="0" y="0"/>
                </a:moveTo>
                <a:lnTo>
                  <a:pt x="0" y="241300"/>
                </a:lnTo>
              </a:path>
            </a:pathLst>
          </a:custGeom>
          <a:ln w="9525">
            <a:solidFill>
              <a:srgbClr val="FAD0A9"/>
            </a:solidFill>
          </a:ln>
        </p:spPr>
        <p:txBody>
          <a:bodyPr wrap="square" lIns="0" tIns="0" rIns="0" bIns="0" rtlCol="0"/>
          <a:lstStyle/>
          <a:p>
            <a:pPr eaLnBrk="1" fontAlgn="auto" hangingPunct="1">
              <a:spcBef>
                <a:spcPts val="0"/>
              </a:spcBef>
              <a:spcAft>
                <a:spcPts val="0"/>
              </a:spcAft>
              <a:buClrTx/>
              <a:buFontTx/>
              <a:buNone/>
            </a:pPr>
            <a:endParaRPr sz="1800" i="0">
              <a:solidFill>
                <a:prstClr val="black"/>
              </a:solidFill>
              <a:ea typeface="+mn-ea"/>
              <a:cs typeface="Calibri" panose="020F0502020204030204" pitchFamily="34" charset="0"/>
            </a:endParaRPr>
          </a:p>
        </p:txBody>
      </p:sp>
      <p:sp>
        <p:nvSpPr>
          <p:cNvPr id="50" name="object 16">
            <a:extLst>
              <a:ext uri="{FF2B5EF4-FFF2-40B4-BE49-F238E27FC236}">
                <a16:creationId xmlns:a16="http://schemas.microsoft.com/office/drawing/2014/main" id="{7B66DA24-ACDF-41AA-9CFE-6303D3B8DE8B}"/>
              </a:ext>
            </a:extLst>
          </p:cNvPr>
          <p:cNvSpPr txBox="1"/>
          <p:nvPr/>
        </p:nvSpPr>
        <p:spPr>
          <a:xfrm>
            <a:off x="5531963" y="1296526"/>
            <a:ext cx="3069111" cy="1562607"/>
          </a:xfrm>
          <a:prstGeom prst="rect">
            <a:avLst/>
          </a:prstGeom>
          <a:solidFill>
            <a:schemeClr val="bg1"/>
          </a:solidFill>
        </p:spPr>
        <p:txBody>
          <a:bodyPr vert="horz" wrap="square" lIns="0" tIns="38735" rIns="0" bIns="0" rtlCol="0">
            <a:spAutoFit/>
          </a:bodyPr>
          <a:lstStyle/>
          <a:p>
            <a:pPr marL="171450" indent="-158750" eaLnBrk="1" fontAlgn="auto" hangingPunct="1">
              <a:spcBef>
                <a:spcPts val="0"/>
              </a:spcBef>
              <a:spcAft>
                <a:spcPts val="0"/>
              </a:spcAft>
              <a:buClr>
                <a:srgbClr val="494642"/>
              </a:buClr>
              <a:buFont typeface="Wingdings 2"/>
              <a:buChar char=""/>
              <a:tabLst>
                <a:tab pos="171450" algn="l"/>
              </a:tabLst>
            </a:pPr>
            <a:r>
              <a:rPr lang="zh-TW" altLang="en-US" sz="1100" i="0" spc="-5">
                <a:solidFill>
                  <a:prstClr val="black"/>
                </a:solidFill>
                <a:latin typeface="KaiTi" panose="02010609060101010101" pitchFamily="49" charset="-122"/>
                <a:ea typeface="KaiTi" panose="02010609060101010101" pitchFamily="49" charset="-122"/>
                <a:cs typeface="Times New Roman"/>
              </a:rPr>
              <a:t>整體規劃</a:t>
            </a:r>
            <a:endParaRPr lang="en-US" altLang="zh-TW" sz="1100" i="0" spc="-5">
              <a:solidFill>
                <a:prstClr val="black"/>
              </a:solidFill>
              <a:latin typeface="KaiTi" panose="02010609060101010101" pitchFamily="49" charset="-122"/>
              <a:ea typeface="KaiTi" panose="02010609060101010101" pitchFamily="49" charset="-122"/>
              <a:cs typeface="Times New Roman"/>
            </a:endParaRPr>
          </a:p>
          <a:p>
            <a:pPr marL="171450" indent="-158750" eaLnBrk="1" fontAlgn="auto" hangingPunct="1">
              <a:spcBef>
                <a:spcPts val="0"/>
              </a:spcBef>
              <a:spcAft>
                <a:spcPts val="0"/>
              </a:spcAft>
              <a:buClr>
                <a:srgbClr val="494642"/>
              </a:buClr>
              <a:buFont typeface="Wingdings 2"/>
              <a:buChar char=""/>
              <a:tabLst>
                <a:tab pos="171450" algn="l"/>
              </a:tabLst>
            </a:pPr>
            <a:r>
              <a:rPr lang="zh-TW" altLang="en-US" sz="1100" i="0" spc="-5">
                <a:solidFill>
                  <a:prstClr val="black"/>
                </a:solidFill>
                <a:latin typeface="KaiTi" panose="02010609060101010101" pitchFamily="49" charset="-122"/>
                <a:ea typeface="KaiTi" panose="02010609060101010101" pitchFamily="49" charset="-122"/>
                <a:cs typeface="Times New Roman"/>
              </a:rPr>
              <a:t>協調中介機構和整體工作範圍</a:t>
            </a:r>
            <a:endParaRPr lang="en-US" altLang="zh-TW" sz="1100" i="0" spc="-5">
              <a:solidFill>
                <a:prstClr val="black"/>
              </a:solidFill>
              <a:latin typeface="KaiTi" panose="02010609060101010101" pitchFamily="49" charset="-122"/>
              <a:ea typeface="KaiTi" panose="02010609060101010101" pitchFamily="49" charset="-122"/>
              <a:cs typeface="Times New Roman"/>
            </a:endParaRPr>
          </a:p>
          <a:p>
            <a:pPr marL="171450" indent="-158750" eaLnBrk="1" fontAlgn="auto" hangingPunct="1">
              <a:spcBef>
                <a:spcPts val="0"/>
              </a:spcBef>
              <a:spcAft>
                <a:spcPts val="0"/>
              </a:spcAft>
              <a:buClr>
                <a:srgbClr val="494642"/>
              </a:buClr>
              <a:buFont typeface="Wingdings 2"/>
              <a:buChar char=""/>
              <a:tabLst>
                <a:tab pos="171450" algn="l"/>
              </a:tabLst>
            </a:pPr>
            <a:r>
              <a:rPr lang="zh-TW" altLang="en-US" sz="1100" i="0" spc="-5">
                <a:solidFill>
                  <a:prstClr val="black"/>
                </a:solidFill>
                <a:latin typeface="KaiTi" panose="02010609060101010101" pitchFamily="49" charset="-122"/>
                <a:ea typeface="KaiTi" panose="02010609060101010101" pitchFamily="49" charset="-122"/>
                <a:cs typeface="Times New Roman"/>
              </a:rPr>
              <a:t>全面參與法律、業務、財務和管理層盡職調查</a:t>
            </a:r>
            <a:endParaRPr lang="en-US" altLang="zh-TW" sz="1100" i="0" spc="-5">
              <a:solidFill>
                <a:prstClr val="black"/>
              </a:solidFill>
              <a:latin typeface="KaiTi" panose="02010609060101010101" pitchFamily="49" charset="-122"/>
              <a:ea typeface="KaiTi" panose="02010609060101010101" pitchFamily="49" charset="-122"/>
              <a:cs typeface="Times New Roman"/>
            </a:endParaRPr>
          </a:p>
          <a:p>
            <a:pPr marL="171450" indent="-158750" eaLnBrk="1" fontAlgn="auto" hangingPunct="1">
              <a:spcBef>
                <a:spcPts val="0"/>
              </a:spcBef>
              <a:spcAft>
                <a:spcPts val="0"/>
              </a:spcAft>
              <a:buClr>
                <a:srgbClr val="494642"/>
              </a:buClr>
              <a:buFont typeface="Wingdings 2"/>
              <a:buChar char=""/>
              <a:tabLst>
                <a:tab pos="171450" algn="l"/>
              </a:tabLst>
            </a:pPr>
            <a:r>
              <a:rPr lang="zh-TW" altLang="en-US" sz="1100" i="0" spc="-5">
                <a:solidFill>
                  <a:prstClr val="black"/>
                </a:solidFill>
                <a:latin typeface="KaiTi" panose="02010609060101010101" pitchFamily="49" charset="-122"/>
                <a:ea typeface="KaiTi" panose="02010609060101010101" pitchFamily="49" charset="-122"/>
                <a:cs typeface="Times New Roman"/>
              </a:rPr>
              <a:t>估值分析</a:t>
            </a:r>
            <a:endParaRPr lang="en-US" altLang="zh-TW" sz="1100" i="0" spc="-5">
              <a:solidFill>
                <a:prstClr val="black"/>
              </a:solidFill>
              <a:latin typeface="KaiTi" panose="02010609060101010101" pitchFamily="49" charset="-122"/>
              <a:ea typeface="KaiTi" panose="02010609060101010101" pitchFamily="49" charset="-122"/>
              <a:cs typeface="Times New Roman"/>
            </a:endParaRPr>
          </a:p>
          <a:p>
            <a:pPr marL="171450" indent="-158750" eaLnBrk="1" fontAlgn="auto" hangingPunct="1">
              <a:spcBef>
                <a:spcPts val="0"/>
              </a:spcBef>
              <a:spcAft>
                <a:spcPts val="0"/>
              </a:spcAft>
              <a:buClr>
                <a:srgbClr val="494642"/>
              </a:buClr>
              <a:buFont typeface="Wingdings 2"/>
              <a:buChar char=""/>
              <a:tabLst>
                <a:tab pos="171450" algn="l"/>
              </a:tabLst>
            </a:pPr>
            <a:r>
              <a:rPr lang="zh-TW" altLang="en-US" sz="1100" i="0" spc="-10">
                <a:solidFill>
                  <a:prstClr val="black"/>
                </a:solidFill>
                <a:latin typeface="KaiTi" panose="02010609060101010101" pitchFamily="49" charset="-122"/>
                <a:ea typeface="KaiTi" panose="02010609060101010101" pitchFamily="49" charset="-122"/>
                <a:cs typeface="Times New Roman"/>
              </a:rPr>
              <a:t>與監管機構溝通</a:t>
            </a:r>
            <a:endParaRPr lang="en-US" altLang="zh-TW" sz="1100" i="0" spc="-10">
              <a:solidFill>
                <a:prstClr val="black"/>
              </a:solidFill>
              <a:latin typeface="KaiTi" panose="02010609060101010101" pitchFamily="49" charset="-122"/>
              <a:ea typeface="KaiTi" panose="02010609060101010101" pitchFamily="49" charset="-122"/>
              <a:cs typeface="Times New Roman"/>
            </a:endParaRPr>
          </a:p>
          <a:p>
            <a:pPr marL="171450" indent="-158750" eaLnBrk="1" fontAlgn="auto" hangingPunct="1">
              <a:spcBef>
                <a:spcPts val="0"/>
              </a:spcBef>
              <a:spcAft>
                <a:spcPts val="0"/>
              </a:spcAft>
              <a:buClr>
                <a:srgbClr val="494642"/>
              </a:buClr>
              <a:buFont typeface="Wingdings 2"/>
              <a:buChar char=""/>
              <a:tabLst>
                <a:tab pos="171450" algn="l"/>
              </a:tabLst>
            </a:pPr>
            <a:r>
              <a:rPr lang="zh-TW" altLang="en-US" sz="1100" i="0" spc="-5">
                <a:solidFill>
                  <a:prstClr val="black"/>
                </a:solidFill>
                <a:latin typeface="KaiTi" panose="02010609060101010101" pitchFamily="49" charset="-122"/>
                <a:ea typeface="KaiTi" panose="02010609060101010101" pitchFamily="49" charset="-122"/>
                <a:cs typeface="Times New Roman"/>
              </a:rPr>
              <a:t>投資故事定位</a:t>
            </a:r>
            <a:endParaRPr lang="en-US" altLang="zh-TW" sz="1100" i="0" spc="-5">
              <a:solidFill>
                <a:prstClr val="black"/>
              </a:solidFill>
              <a:latin typeface="KaiTi" panose="02010609060101010101" pitchFamily="49" charset="-122"/>
              <a:ea typeface="KaiTi" panose="02010609060101010101" pitchFamily="49" charset="-122"/>
              <a:cs typeface="Times New Roman"/>
            </a:endParaRPr>
          </a:p>
          <a:p>
            <a:pPr marL="171450" indent="-158750" eaLnBrk="1" fontAlgn="auto" hangingPunct="1">
              <a:spcBef>
                <a:spcPts val="0"/>
              </a:spcBef>
              <a:spcAft>
                <a:spcPts val="0"/>
              </a:spcAft>
              <a:buClr>
                <a:srgbClr val="494642"/>
              </a:buClr>
              <a:buFont typeface="Wingdings 2"/>
              <a:buChar char=""/>
              <a:tabLst>
                <a:tab pos="171450" algn="l"/>
              </a:tabLst>
            </a:pPr>
            <a:r>
              <a:rPr lang="zh-TW" altLang="en-US" sz="1100" i="0" spc="-5">
                <a:solidFill>
                  <a:prstClr val="black"/>
                </a:solidFill>
                <a:latin typeface="KaiTi" panose="02010609060101010101" pitchFamily="49" charset="-122"/>
                <a:ea typeface="KaiTi" panose="02010609060101010101" pitchFamily="49" charset="-122"/>
                <a:cs typeface="Times New Roman"/>
              </a:rPr>
              <a:t>整體營銷策劃</a:t>
            </a:r>
            <a:endParaRPr lang="en-US" altLang="zh-TW" sz="1100" i="0" spc="-5">
              <a:solidFill>
                <a:prstClr val="black"/>
              </a:solidFill>
              <a:latin typeface="KaiTi" panose="02010609060101010101" pitchFamily="49" charset="-122"/>
              <a:ea typeface="KaiTi" panose="02010609060101010101" pitchFamily="49" charset="-122"/>
              <a:cs typeface="Times New Roman"/>
            </a:endParaRPr>
          </a:p>
          <a:p>
            <a:pPr marL="171450" indent="-158750" eaLnBrk="1" fontAlgn="auto" hangingPunct="1">
              <a:spcBef>
                <a:spcPts val="0"/>
              </a:spcBef>
              <a:spcAft>
                <a:spcPts val="0"/>
              </a:spcAft>
              <a:buClr>
                <a:srgbClr val="494642"/>
              </a:buClr>
              <a:buFont typeface="Wingdings 2"/>
              <a:buChar char=""/>
              <a:tabLst>
                <a:tab pos="171450" algn="l"/>
              </a:tabLst>
            </a:pPr>
            <a:r>
              <a:rPr lang="zh-TW" altLang="en-US" sz="1100" i="0" spc="-5">
                <a:solidFill>
                  <a:prstClr val="black"/>
                </a:solidFill>
                <a:latin typeface="KaiTi" panose="02010609060101010101" pitchFamily="49" charset="-122"/>
                <a:ea typeface="KaiTi" panose="02010609060101010101" pitchFamily="49" charset="-122"/>
                <a:cs typeface="Times New Roman"/>
              </a:rPr>
              <a:t>定價和分配</a:t>
            </a:r>
            <a:endParaRPr lang="en-US" altLang="zh-TW" sz="1100" i="0" spc="-5">
              <a:solidFill>
                <a:prstClr val="black"/>
              </a:solidFill>
              <a:latin typeface="KaiTi" panose="02010609060101010101" pitchFamily="49" charset="-122"/>
              <a:ea typeface="KaiTi" panose="02010609060101010101" pitchFamily="49" charset="-122"/>
              <a:cs typeface="Times New Roman"/>
            </a:endParaRPr>
          </a:p>
          <a:p>
            <a:pPr marL="171450" indent="-158750" eaLnBrk="1" fontAlgn="auto" hangingPunct="1">
              <a:spcBef>
                <a:spcPts val="0"/>
              </a:spcBef>
              <a:spcAft>
                <a:spcPts val="0"/>
              </a:spcAft>
              <a:buClr>
                <a:srgbClr val="494642"/>
              </a:buClr>
              <a:buFont typeface="Wingdings 2"/>
              <a:buChar char=""/>
              <a:tabLst>
                <a:tab pos="171450" algn="l"/>
              </a:tabLst>
            </a:pPr>
            <a:r>
              <a:rPr lang="zh-TW" altLang="en-US" sz="1100" i="0" spc="-5">
                <a:solidFill>
                  <a:prstClr val="black"/>
                </a:solidFill>
                <a:latin typeface="KaiTi" panose="02010609060101010101" pitchFamily="49" charset="-122"/>
                <a:ea typeface="KaiTi" panose="02010609060101010101" pitchFamily="49" charset="-122"/>
                <a:cs typeface="Times New Roman"/>
              </a:rPr>
              <a:t>上市後穩定價格</a:t>
            </a:r>
            <a:endParaRPr sz="1100" i="0">
              <a:solidFill>
                <a:prstClr val="black"/>
              </a:solidFill>
              <a:latin typeface="KaiTi" panose="02010609060101010101" pitchFamily="49" charset="-122"/>
              <a:ea typeface="KaiTi" panose="02010609060101010101" pitchFamily="49" charset="-122"/>
              <a:cs typeface="Times New Roman"/>
            </a:endParaRPr>
          </a:p>
        </p:txBody>
      </p:sp>
      <p:graphicFrame>
        <p:nvGraphicFramePr>
          <p:cNvPr id="51" name="object 17">
            <a:extLst>
              <a:ext uri="{FF2B5EF4-FFF2-40B4-BE49-F238E27FC236}">
                <a16:creationId xmlns:a16="http://schemas.microsoft.com/office/drawing/2014/main" id="{09B269F3-365E-4B35-8885-D56D44C0B74E}"/>
              </a:ext>
            </a:extLst>
          </p:cNvPr>
          <p:cNvGraphicFramePr>
            <a:graphicFrameLocks noGrp="1"/>
          </p:cNvGraphicFramePr>
          <p:nvPr/>
        </p:nvGraphicFramePr>
        <p:xfrm>
          <a:off x="668845" y="3557407"/>
          <a:ext cx="7820850" cy="2588260"/>
        </p:xfrm>
        <a:graphic>
          <a:graphicData uri="http://schemas.openxmlformats.org/drawingml/2006/table">
            <a:tbl>
              <a:tblPr firstRow="1" bandRow="1"/>
              <a:tblGrid>
                <a:gridCol w="552829">
                  <a:extLst>
                    <a:ext uri="{9D8B030D-6E8A-4147-A177-3AD203B41FA5}">
                      <a16:colId xmlns:a16="http://schemas.microsoft.com/office/drawing/2014/main" val="20000"/>
                    </a:ext>
                  </a:extLst>
                </a:gridCol>
                <a:gridCol w="1637988">
                  <a:extLst>
                    <a:ext uri="{9D8B030D-6E8A-4147-A177-3AD203B41FA5}">
                      <a16:colId xmlns:a16="http://schemas.microsoft.com/office/drawing/2014/main" val="20001"/>
                    </a:ext>
                  </a:extLst>
                </a:gridCol>
                <a:gridCol w="1896896">
                  <a:extLst>
                    <a:ext uri="{9D8B030D-6E8A-4147-A177-3AD203B41FA5}">
                      <a16:colId xmlns:a16="http://schemas.microsoft.com/office/drawing/2014/main" val="20002"/>
                    </a:ext>
                  </a:extLst>
                </a:gridCol>
                <a:gridCol w="1804349">
                  <a:extLst>
                    <a:ext uri="{9D8B030D-6E8A-4147-A177-3AD203B41FA5}">
                      <a16:colId xmlns:a16="http://schemas.microsoft.com/office/drawing/2014/main" val="20003"/>
                    </a:ext>
                  </a:extLst>
                </a:gridCol>
                <a:gridCol w="1928788">
                  <a:extLst>
                    <a:ext uri="{9D8B030D-6E8A-4147-A177-3AD203B41FA5}">
                      <a16:colId xmlns:a16="http://schemas.microsoft.com/office/drawing/2014/main" val="20004"/>
                    </a:ext>
                  </a:extLst>
                </a:gridCol>
              </a:tblGrid>
              <a:tr h="2473811">
                <a:tc>
                  <a:txBody>
                    <a:bodyPr/>
                    <a:lstStyle>
                      <a:lvl1pPr marL="0" algn="l" defTabSz="914303" rtl="0" eaLnBrk="1" latinLnBrk="0" hangingPunct="1">
                        <a:defRPr sz="1800" kern="1200">
                          <a:solidFill>
                            <a:schemeClr val="tx1"/>
                          </a:solidFill>
                          <a:latin typeface="Calibri"/>
                        </a:defRPr>
                      </a:lvl1pPr>
                      <a:lvl2pPr marL="457152" algn="l" defTabSz="914303" rtl="0" eaLnBrk="1" latinLnBrk="0" hangingPunct="1">
                        <a:defRPr sz="1800" kern="1200">
                          <a:solidFill>
                            <a:schemeClr val="tx1"/>
                          </a:solidFill>
                          <a:latin typeface="Calibri"/>
                        </a:defRPr>
                      </a:lvl2pPr>
                      <a:lvl3pPr marL="914303" algn="l" defTabSz="914303" rtl="0" eaLnBrk="1" latinLnBrk="0" hangingPunct="1">
                        <a:defRPr sz="1800" kern="1200">
                          <a:solidFill>
                            <a:schemeClr val="tx1"/>
                          </a:solidFill>
                          <a:latin typeface="Calibri"/>
                        </a:defRPr>
                      </a:lvl3pPr>
                      <a:lvl4pPr marL="1371455" algn="l" defTabSz="914303" rtl="0" eaLnBrk="1" latinLnBrk="0" hangingPunct="1">
                        <a:defRPr sz="1800" kern="1200">
                          <a:solidFill>
                            <a:schemeClr val="tx1"/>
                          </a:solidFill>
                          <a:latin typeface="Calibri"/>
                        </a:defRPr>
                      </a:lvl4pPr>
                      <a:lvl5pPr marL="1828606" algn="l" defTabSz="914303" rtl="0" eaLnBrk="1" latinLnBrk="0" hangingPunct="1">
                        <a:defRPr sz="1800" kern="1200">
                          <a:solidFill>
                            <a:schemeClr val="tx1"/>
                          </a:solidFill>
                          <a:latin typeface="Calibri"/>
                        </a:defRPr>
                      </a:lvl5pPr>
                      <a:lvl6pPr marL="2285758" algn="l" defTabSz="914303" rtl="0" eaLnBrk="1" latinLnBrk="0" hangingPunct="1">
                        <a:defRPr sz="1800" kern="1200">
                          <a:solidFill>
                            <a:schemeClr val="tx1"/>
                          </a:solidFill>
                          <a:latin typeface="Calibri"/>
                        </a:defRPr>
                      </a:lvl6pPr>
                      <a:lvl7pPr marL="2742909" algn="l" defTabSz="914303" rtl="0" eaLnBrk="1" latinLnBrk="0" hangingPunct="1">
                        <a:defRPr sz="1800" kern="1200">
                          <a:solidFill>
                            <a:schemeClr val="tx1"/>
                          </a:solidFill>
                          <a:latin typeface="Calibri"/>
                        </a:defRPr>
                      </a:lvl7pPr>
                      <a:lvl8pPr marL="3200061" algn="l" defTabSz="914303" rtl="0" eaLnBrk="1" latinLnBrk="0" hangingPunct="1">
                        <a:defRPr sz="1800" kern="1200">
                          <a:solidFill>
                            <a:schemeClr val="tx1"/>
                          </a:solidFill>
                          <a:latin typeface="Calibri"/>
                        </a:defRPr>
                      </a:lvl8pPr>
                      <a:lvl9pPr marL="3657212" algn="l" defTabSz="914303" rtl="0" eaLnBrk="1" latinLnBrk="0" hangingPunct="1">
                        <a:defRPr sz="1800" kern="1200">
                          <a:solidFill>
                            <a:schemeClr val="tx1"/>
                          </a:solidFill>
                          <a:latin typeface="Calibri"/>
                        </a:defRPr>
                      </a:lvl9pPr>
                    </a:lstStyle>
                    <a:p>
                      <a:pPr marL="114300" indent="0">
                        <a:lnSpc>
                          <a:spcPct val="100000"/>
                        </a:lnSpc>
                        <a:spcBef>
                          <a:spcPts val="980"/>
                        </a:spcBef>
                      </a:pPr>
                      <a:r>
                        <a:rPr lang="zh-TW" altLang="en-US" sz="1200" b="1" spc="-5" dirty="0">
                          <a:solidFill>
                            <a:schemeClr val="tx1"/>
                          </a:solidFill>
                          <a:latin typeface="Calibri" panose="020F0502020204030204" pitchFamily="34" charset="0"/>
                          <a:ea typeface="KaiTi" panose="02010609060101010101" pitchFamily="49" charset="-122"/>
                          <a:cs typeface="Calibri" panose="020F0502020204030204" pitchFamily="34" charset="0"/>
                        </a:rPr>
                        <a:t>主要職責</a:t>
                      </a:r>
                      <a:endParaRPr sz="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marL="0" marR="0" marT="124460" marB="0" anchor="ctr">
                    <a:lnL w="19050">
                      <a:noFill/>
                      <a:prstDash val="solid"/>
                    </a:lnL>
                    <a:lnR w="12700" cap="flat" cmpd="sng" algn="ctr">
                      <a:noFill/>
                      <a:prstDash val="solid"/>
                      <a:round/>
                      <a:headEnd type="none" w="med" len="med"/>
                      <a:tailEnd type="none" w="med" len="med"/>
                    </a:lnR>
                    <a:lnT w="19050">
                      <a:noFill/>
                      <a:prstDash val="solid"/>
                    </a:lnT>
                    <a:lnB w="19050">
                      <a:noFill/>
                      <a:prstDash val="solid"/>
                    </a:lnB>
                    <a:lnTlToBr w="12700" cmpd="sng">
                      <a:noFill/>
                      <a:prstDash val="solid"/>
                    </a:lnTlToBr>
                    <a:lnBlToTr w="12700" cmpd="sng">
                      <a:noFill/>
                      <a:prstDash val="solid"/>
                    </a:lnBlToTr>
                    <a:solidFill>
                      <a:schemeClr val="bg1">
                        <a:lumMod val="85000"/>
                      </a:schemeClr>
                    </a:solidFill>
                  </a:tcPr>
                </a:tc>
                <a:tc>
                  <a:txBody>
                    <a:bodyPr/>
                    <a:lstStyle>
                      <a:lvl1pPr marL="0" algn="l" defTabSz="914303" rtl="0" eaLnBrk="1" latinLnBrk="0" hangingPunct="1">
                        <a:defRPr sz="1800" kern="1200">
                          <a:solidFill>
                            <a:schemeClr val="tx1"/>
                          </a:solidFill>
                          <a:latin typeface="Calibri"/>
                        </a:defRPr>
                      </a:lvl1pPr>
                      <a:lvl2pPr marL="457152" algn="l" defTabSz="914303" rtl="0" eaLnBrk="1" latinLnBrk="0" hangingPunct="1">
                        <a:defRPr sz="1800" kern="1200">
                          <a:solidFill>
                            <a:schemeClr val="tx1"/>
                          </a:solidFill>
                          <a:latin typeface="Calibri"/>
                        </a:defRPr>
                      </a:lvl2pPr>
                      <a:lvl3pPr marL="914303" algn="l" defTabSz="914303" rtl="0" eaLnBrk="1" latinLnBrk="0" hangingPunct="1">
                        <a:defRPr sz="1800" kern="1200">
                          <a:solidFill>
                            <a:schemeClr val="tx1"/>
                          </a:solidFill>
                          <a:latin typeface="Calibri"/>
                        </a:defRPr>
                      </a:lvl3pPr>
                      <a:lvl4pPr marL="1371455" algn="l" defTabSz="914303" rtl="0" eaLnBrk="1" latinLnBrk="0" hangingPunct="1">
                        <a:defRPr sz="1800" kern="1200">
                          <a:solidFill>
                            <a:schemeClr val="tx1"/>
                          </a:solidFill>
                          <a:latin typeface="Calibri"/>
                        </a:defRPr>
                      </a:lvl4pPr>
                      <a:lvl5pPr marL="1828606" algn="l" defTabSz="914303" rtl="0" eaLnBrk="1" latinLnBrk="0" hangingPunct="1">
                        <a:defRPr sz="1800" kern="1200">
                          <a:solidFill>
                            <a:schemeClr val="tx1"/>
                          </a:solidFill>
                          <a:latin typeface="Calibri"/>
                        </a:defRPr>
                      </a:lvl5pPr>
                      <a:lvl6pPr marL="2285758" algn="l" defTabSz="914303" rtl="0" eaLnBrk="1" latinLnBrk="0" hangingPunct="1">
                        <a:defRPr sz="1800" kern="1200">
                          <a:solidFill>
                            <a:schemeClr val="tx1"/>
                          </a:solidFill>
                          <a:latin typeface="Calibri"/>
                        </a:defRPr>
                      </a:lvl6pPr>
                      <a:lvl7pPr marL="2742909" algn="l" defTabSz="914303" rtl="0" eaLnBrk="1" latinLnBrk="0" hangingPunct="1">
                        <a:defRPr sz="1800" kern="1200">
                          <a:solidFill>
                            <a:schemeClr val="tx1"/>
                          </a:solidFill>
                          <a:latin typeface="Calibri"/>
                        </a:defRPr>
                      </a:lvl7pPr>
                      <a:lvl8pPr marL="3200061" algn="l" defTabSz="914303" rtl="0" eaLnBrk="1" latinLnBrk="0" hangingPunct="1">
                        <a:defRPr sz="1800" kern="1200">
                          <a:solidFill>
                            <a:schemeClr val="tx1"/>
                          </a:solidFill>
                          <a:latin typeface="Calibri"/>
                        </a:defRPr>
                      </a:lvl8pPr>
                      <a:lvl9pPr marL="3657212" algn="l" defTabSz="914303" rtl="0" eaLnBrk="1" latinLnBrk="0" hangingPunct="1">
                        <a:defRPr sz="1800" kern="1200">
                          <a:solidFill>
                            <a:schemeClr val="tx1"/>
                          </a:solidFill>
                          <a:latin typeface="Calibri"/>
                        </a:defRPr>
                      </a:lvl9pPr>
                    </a:lstStyle>
                    <a:p>
                      <a:pPr marL="228600" marR="131445" indent="-171450">
                        <a:lnSpc>
                          <a:spcPts val="1200"/>
                        </a:lnSpc>
                        <a:spcBef>
                          <a:spcPts val="100"/>
                        </a:spcBef>
                        <a:spcAft>
                          <a:spcPts val="100"/>
                        </a:spcAft>
                        <a:buClr>
                          <a:srgbClr val="494642"/>
                        </a:buClr>
                        <a:buFont typeface="Wingdings 2"/>
                        <a:buChar char=""/>
                        <a:tabLst>
                          <a:tab pos="228600" algn="l"/>
                          <a:tab pos="229235" algn="l"/>
                        </a:tabLst>
                      </a:pPr>
                      <a:r>
                        <a:rPr lang="zh-TW" altLang="en-US" sz="1100" spc="-5">
                          <a:latin typeface="Calibri" panose="020F0502020204030204" pitchFamily="34" charset="0"/>
                          <a:ea typeface="KaiTi" panose="02010609060101010101" pitchFamily="49" charset="-122"/>
                          <a:cs typeface="Calibri" panose="020F0502020204030204" pitchFamily="34" charset="0"/>
                        </a:rPr>
                        <a:t>起草上市過程所需的各種法律文件</a:t>
                      </a:r>
                      <a:r>
                        <a:rPr lang="en-US" altLang="zh-TW" sz="1100" spc="-5">
                          <a:latin typeface="Calibri" panose="020F0502020204030204" pitchFamily="34" charset="0"/>
                          <a:ea typeface="KaiTi" panose="02010609060101010101" pitchFamily="49" charset="-122"/>
                          <a:cs typeface="Calibri" panose="020F0502020204030204" pitchFamily="34" charset="0"/>
                        </a:rPr>
                        <a:t>(</a:t>
                      </a:r>
                      <a:r>
                        <a:rPr lang="zh-TW" altLang="en-US" sz="1100" spc="-5">
                          <a:latin typeface="Calibri" panose="020F0502020204030204" pitchFamily="34" charset="0"/>
                          <a:ea typeface="KaiTi" panose="02010609060101010101" pitchFamily="49" charset="-122"/>
                          <a:cs typeface="Calibri" panose="020F0502020204030204" pitchFamily="34" charset="0"/>
                        </a:rPr>
                        <a:t>包括上市前投資者及基石投資者協議</a:t>
                      </a:r>
                      <a:r>
                        <a:rPr lang="en-US" altLang="zh-TW" sz="1100" spc="-5">
                          <a:latin typeface="Calibri" panose="020F0502020204030204" pitchFamily="34" charset="0"/>
                          <a:ea typeface="KaiTi" panose="02010609060101010101" pitchFamily="49" charset="-122"/>
                          <a:cs typeface="Calibri" panose="020F0502020204030204" pitchFamily="34" charset="0"/>
                        </a:rPr>
                        <a:t>)</a:t>
                      </a:r>
                    </a:p>
                    <a:p>
                      <a:pPr marL="228600" marR="131445" indent="-171450">
                        <a:lnSpc>
                          <a:spcPts val="1200"/>
                        </a:lnSpc>
                        <a:spcBef>
                          <a:spcPts val="100"/>
                        </a:spcBef>
                        <a:spcAft>
                          <a:spcPts val="100"/>
                        </a:spcAft>
                        <a:buClr>
                          <a:srgbClr val="494642"/>
                        </a:buClr>
                        <a:buFont typeface="Wingdings 2"/>
                        <a:buChar char=""/>
                        <a:tabLst>
                          <a:tab pos="228600" algn="l"/>
                          <a:tab pos="229235" algn="l"/>
                        </a:tabLst>
                      </a:pPr>
                      <a:r>
                        <a:rPr lang="zh-TW" altLang="en-US" sz="1100" spc="-5">
                          <a:latin typeface="Calibri" panose="020F0502020204030204" pitchFamily="34" charset="0"/>
                          <a:ea typeface="KaiTi" panose="02010609060101010101" pitchFamily="49" charset="-122"/>
                          <a:cs typeface="Calibri" panose="020F0502020204030204" pitchFamily="34" charset="0"/>
                        </a:rPr>
                        <a:t>協助公司向監管機構進行合規情況徵詢並安排就合規情況出具法律意見</a:t>
                      </a:r>
                      <a:endParaRPr lang="en-US" altLang="zh-TW" sz="1100" spc="-5">
                        <a:latin typeface="Calibri" panose="020F0502020204030204" pitchFamily="34" charset="0"/>
                        <a:ea typeface="KaiTi" panose="02010609060101010101" pitchFamily="49" charset="-122"/>
                        <a:cs typeface="Calibri" panose="020F0502020204030204" pitchFamily="34" charset="0"/>
                      </a:endParaRPr>
                    </a:p>
                    <a:p>
                      <a:pPr marL="228600" marR="131445" indent="-171450">
                        <a:lnSpc>
                          <a:spcPts val="1200"/>
                        </a:lnSpc>
                        <a:spcBef>
                          <a:spcPts val="100"/>
                        </a:spcBef>
                        <a:spcAft>
                          <a:spcPts val="100"/>
                        </a:spcAft>
                        <a:buClr>
                          <a:srgbClr val="494642"/>
                        </a:buClr>
                        <a:buFont typeface="Wingdings 2"/>
                        <a:buChar char=""/>
                        <a:tabLst>
                          <a:tab pos="228600" algn="l"/>
                          <a:tab pos="229235" algn="l"/>
                        </a:tabLst>
                      </a:pPr>
                      <a:r>
                        <a:rPr lang="zh-TW" altLang="en-US" sz="1100" spc="-5">
                          <a:latin typeface="Calibri" panose="020F0502020204030204" pitchFamily="34" charset="0"/>
                          <a:ea typeface="KaiTi" panose="02010609060101010101" pitchFamily="49" charset="-122"/>
                          <a:cs typeface="Calibri" panose="020F0502020204030204" pitchFamily="34" charset="0"/>
                        </a:rPr>
                        <a:t>協助起草招股書和部份指定</a:t>
                      </a:r>
                      <a:r>
                        <a:rPr lang="en-US" sz="1100" spc="-5">
                          <a:latin typeface="Calibri" panose="020F0502020204030204" pitchFamily="34" charset="0"/>
                          <a:ea typeface="KaiTi" panose="02010609060101010101" pitchFamily="49" charset="-122"/>
                          <a:cs typeface="Calibri" panose="020F0502020204030204" pitchFamily="34" charset="0"/>
                        </a:rPr>
                        <a:t>A1</a:t>
                      </a:r>
                      <a:r>
                        <a:rPr lang="zh-TW" altLang="en-US" sz="1100" spc="-5">
                          <a:latin typeface="Calibri" panose="020F0502020204030204" pitchFamily="34" charset="0"/>
                          <a:ea typeface="KaiTi" panose="02010609060101010101" pitchFamily="49" charset="-122"/>
                          <a:cs typeface="Calibri" panose="020F0502020204030204" pitchFamily="34" charset="0"/>
                        </a:rPr>
                        <a:t>文件</a:t>
                      </a:r>
                      <a:endParaRPr lang="en-US" altLang="zh-TW" sz="1100" spc="-5">
                        <a:latin typeface="Calibri" panose="020F0502020204030204" pitchFamily="34" charset="0"/>
                        <a:ea typeface="KaiTi" panose="02010609060101010101" pitchFamily="49" charset="-122"/>
                        <a:cs typeface="Calibri" panose="020F0502020204030204" pitchFamily="34" charset="0"/>
                      </a:endParaRPr>
                    </a:p>
                    <a:p>
                      <a:pPr marL="228600" marR="131445" indent="-171450">
                        <a:lnSpc>
                          <a:spcPts val="1200"/>
                        </a:lnSpc>
                        <a:spcBef>
                          <a:spcPts val="100"/>
                        </a:spcBef>
                        <a:spcAft>
                          <a:spcPts val="100"/>
                        </a:spcAft>
                        <a:buClr>
                          <a:srgbClr val="494642"/>
                        </a:buClr>
                        <a:buFont typeface="Wingdings 2"/>
                        <a:buChar char=""/>
                        <a:tabLst>
                          <a:tab pos="228600" algn="l"/>
                          <a:tab pos="229235" algn="l"/>
                        </a:tabLst>
                      </a:pPr>
                      <a:r>
                        <a:rPr lang="zh-TW" altLang="en-US" sz="1100" spc="-10">
                          <a:latin typeface="Calibri" panose="020F0502020204030204" pitchFamily="34" charset="0"/>
                          <a:ea typeface="KaiTi" panose="02010609060101010101" pitchFamily="49" charset="-122"/>
                          <a:cs typeface="Calibri" panose="020F0502020204030204" pitchFamily="34" charset="0"/>
                        </a:rPr>
                        <a:t>協助公司準備及回應監管機構的意見和問題</a:t>
                      </a:r>
                      <a:endParaRPr lang="en-US" altLang="zh-TW" sz="1100" spc="-10">
                        <a:latin typeface="Calibri" panose="020F0502020204030204" pitchFamily="34" charset="0"/>
                        <a:ea typeface="KaiTi" panose="02010609060101010101" pitchFamily="49" charset="-122"/>
                        <a:cs typeface="Calibri" panose="020F0502020204030204" pitchFamily="34" charset="0"/>
                      </a:endParaRPr>
                    </a:p>
                    <a:p>
                      <a:pPr marL="228600" marR="131445" indent="-171450">
                        <a:lnSpc>
                          <a:spcPts val="1200"/>
                        </a:lnSpc>
                        <a:spcBef>
                          <a:spcPts val="100"/>
                        </a:spcBef>
                        <a:spcAft>
                          <a:spcPts val="100"/>
                        </a:spcAft>
                        <a:buClr>
                          <a:srgbClr val="494642"/>
                        </a:buClr>
                        <a:buFont typeface="Wingdings 2"/>
                        <a:buChar char=""/>
                        <a:tabLst>
                          <a:tab pos="228600" algn="l"/>
                          <a:tab pos="229235" algn="l"/>
                        </a:tabLst>
                      </a:pPr>
                      <a:r>
                        <a:rPr lang="zh-TW" altLang="en-US" sz="1100" spc="-5">
                          <a:latin typeface="Calibri" panose="020F0502020204030204" pitchFamily="34" charset="0"/>
                          <a:ea typeface="KaiTi" panose="02010609060101010101" pitchFamily="49" charset="-122"/>
                          <a:cs typeface="Calibri" panose="020F0502020204030204" pitchFamily="34" charset="0"/>
                        </a:rPr>
                        <a:t>起草公司章程</a:t>
                      </a:r>
                      <a:endParaRPr lang="en-US" altLang="zh-TW" sz="1100" spc="-5">
                        <a:latin typeface="Calibri" panose="020F0502020204030204" pitchFamily="34" charset="0"/>
                        <a:ea typeface="KaiTi" panose="02010609060101010101" pitchFamily="49" charset="-122"/>
                        <a:cs typeface="Calibri" panose="020F0502020204030204" pitchFamily="34" charset="0"/>
                      </a:endParaRPr>
                    </a:p>
                    <a:p>
                      <a:pPr marL="228600" marR="131445" lvl="0" indent="-171450" algn="l" defTabSz="914303" rtl="0" eaLnBrk="1" fontAlgn="auto" latinLnBrk="0" hangingPunct="1">
                        <a:lnSpc>
                          <a:spcPts val="1200"/>
                        </a:lnSpc>
                        <a:spcBef>
                          <a:spcPts val="100"/>
                        </a:spcBef>
                        <a:spcAft>
                          <a:spcPts val="100"/>
                        </a:spcAft>
                        <a:buClr>
                          <a:srgbClr val="494642"/>
                        </a:buClr>
                        <a:buSzTx/>
                        <a:buFont typeface="Wingdings 2"/>
                        <a:buChar char=""/>
                        <a:tabLst>
                          <a:tab pos="228600" algn="l"/>
                          <a:tab pos="229235" algn="l"/>
                        </a:tabLst>
                        <a:defRPr/>
                      </a:pPr>
                      <a:r>
                        <a:rPr lang="zh-TW" altLang="en-US" sz="1100" spc="-5">
                          <a:latin typeface="Calibri" panose="020F0502020204030204" pitchFamily="34" charset="0"/>
                          <a:ea typeface="KaiTi" panose="02010609060101010101" pitchFamily="49" charset="-122"/>
                          <a:cs typeface="Calibri" panose="020F0502020204030204" pitchFamily="34" charset="0"/>
                        </a:rPr>
                        <a:t>在</a:t>
                      </a:r>
                      <a:r>
                        <a:rPr lang="zh-CN" altLang="en-US" sz="1100" spc="-5">
                          <a:latin typeface="Calibri" panose="020F0502020204030204" pitchFamily="34" charset="0"/>
                          <a:ea typeface="KaiTi" panose="02010609060101010101" pitchFamily="49" charset="-122"/>
                          <a:cs typeface="Calibri" panose="020F0502020204030204" pitchFamily="34" charset="0"/>
                        </a:rPr>
                        <a:t>香港</a:t>
                      </a:r>
                      <a:r>
                        <a:rPr lang="zh-TW" altLang="en-US" sz="1100" spc="-5">
                          <a:latin typeface="Calibri" panose="020F0502020204030204" pitchFamily="34" charset="0"/>
                          <a:ea typeface="KaiTi" panose="02010609060101010101" pitchFamily="49" charset="-122"/>
                          <a:cs typeface="Calibri" panose="020F0502020204030204" pitchFamily="34" charset="0"/>
                        </a:rPr>
                        <a:t>公司註冊處註冊招股書</a:t>
                      </a:r>
                    </a:p>
                  </a:txBody>
                  <a:tcPr marL="0" marR="0" marT="63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03" rtl="0" eaLnBrk="1" latinLnBrk="0" hangingPunct="1">
                        <a:defRPr sz="1800" kern="1200">
                          <a:solidFill>
                            <a:schemeClr val="tx1"/>
                          </a:solidFill>
                          <a:latin typeface="Calibri"/>
                        </a:defRPr>
                      </a:lvl1pPr>
                      <a:lvl2pPr marL="457152" algn="l" defTabSz="914303" rtl="0" eaLnBrk="1" latinLnBrk="0" hangingPunct="1">
                        <a:defRPr sz="1800" kern="1200">
                          <a:solidFill>
                            <a:schemeClr val="tx1"/>
                          </a:solidFill>
                          <a:latin typeface="Calibri"/>
                        </a:defRPr>
                      </a:lvl2pPr>
                      <a:lvl3pPr marL="914303" algn="l" defTabSz="914303" rtl="0" eaLnBrk="1" latinLnBrk="0" hangingPunct="1">
                        <a:defRPr sz="1800" kern="1200">
                          <a:solidFill>
                            <a:schemeClr val="tx1"/>
                          </a:solidFill>
                          <a:latin typeface="Calibri"/>
                        </a:defRPr>
                      </a:lvl3pPr>
                      <a:lvl4pPr marL="1371455" algn="l" defTabSz="914303" rtl="0" eaLnBrk="1" latinLnBrk="0" hangingPunct="1">
                        <a:defRPr sz="1800" kern="1200">
                          <a:solidFill>
                            <a:schemeClr val="tx1"/>
                          </a:solidFill>
                          <a:latin typeface="Calibri"/>
                        </a:defRPr>
                      </a:lvl4pPr>
                      <a:lvl5pPr marL="1828606" algn="l" defTabSz="914303" rtl="0" eaLnBrk="1" latinLnBrk="0" hangingPunct="1">
                        <a:defRPr sz="1800" kern="1200">
                          <a:solidFill>
                            <a:schemeClr val="tx1"/>
                          </a:solidFill>
                          <a:latin typeface="Calibri"/>
                        </a:defRPr>
                      </a:lvl5pPr>
                      <a:lvl6pPr marL="2285758" algn="l" defTabSz="914303" rtl="0" eaLnBrk="1" latinLnBrk="0" hangingPunct="1">
                        <a:defRPr sz="1800" kern="1200">
                          <a:solidFill>
                            <a:schemeClr val="tx1"/>
                          </a:solidFill>
                          <a:latin typeface="Calibri"/>
                        </a:defRPr>
                      </a:lvl6pPr>
                      <a:lvl7pPr marL="2742909" algn="l" defTabSz="914303" rtl="0" eaLnBrk="1" latinLnBrk="0" hangingPunct="1">
                        <a:defRPr sz="1800" kern="1200">
                          <a:solidFill>
                            <a:schemeClr val="tx1"/>
                          </a:solidFill>
                          <a:latin typeface="Calibri"/>
                        </a:defRPr>
                      </a:lvl7pPr>
                      <a:lvl8pPr marL="3200061" algn="l" defTabSz="914303" rtl="0" eaLnBrk="1" latinLnBrk="0" hangingPunct="1">
                        <a:defRPr sz="1800" kern="1200">
                          <a:solidFill>
                            <a:schemeClr val="tx1"/>
                          </a:solidFill>
                          <a:latin typeface="Calibri"/>
                        </a:defRPr>
                      </a:lvl8pPr>
                      <a:lvl9pPr marL="3657212" algn="l" defTabSz="914303" rtl="0" eaLnBrk="1" latinLnBrk="0" hangingPunct="1">
                        <a:defRPr sz="1800" kern="1200">
                          <a:solidFill>
                            <a:schemeClr val="tx1"/>
                          </a:solidFill>
                          <a:latin typeface="Calibri"/>
                        </a:defRPr>
                      </a:lvl9pPr>
                    </a:lstStyle>
                    <a:p>
                      <a:pPr marL="245110" indent="-198755">
                        <a:lnSpc>
                          <a:spcPts val="1165"/>
                        </a:lnSpc>
                        <a:spcAft>
                          <a:spcPts val="100"/>
                        </a:spcAft>
                        <a:buClr>
                          <a:srgbClr val="494642"/>
                        </a:buClr>
                        <a:buFont typeface="Wingdings 2"/>
                        <a:buChar char=""/>
                        <a:tabLst>
                          <a:tab pos="245110" algn="l"/>
                          <a:tab pos="245745" algn="l"/>
                        </a:tabLst>
                      </a:pPr>
                      <a:r>
                        <a:rPr lang="zh-TW" altLang="en-US" sz="1100" spc="-10">
                          <a:latin typeface="Calibri" panose="020F0502020204030204" pitchFamily="34" charset="0"/>
                          <a:ea typeface="KaiTi" panose="02010609060101010101" pitchFamily="49" charset="-122"/>
                          <a:cs typeface="Calibri" panose="020F0502020204030204" pitchFamily="34" charset="0"/>
                        </a:rPr>
                        <a:t>協助保薦人</a:t>
                      </a:r>
                      <a:r>
                        <a:rPr lang="en-US" altLang="zh-TW" sz="1100" b="0" i="0">
                          <a:latin typeface="KaiTi" panose="02010609060101010101" pitchFamily="49" charset="-122"/>
                          <a:ea typeface="KaiTi" panose="02010609060101010101" pitchFamily="49" charset="-122"/>
                        </a:rPr>
                        <a:t>/</a:t>
                      </a:r>
                      <a:r>
                        <a:rPr lang="zh-TW" altLang="en-US" sz="1100" spc="-10">
                          <a:latin typeface="Calibri" panose="020F0502020204030204" pitchFamily="34" charset="0"/>
                          <a:ea typeface="KaiTi" panose="02010609060101010101" pitchFamily="49" charset="-122"/>
                          <a:cs typeface="Calibri" panose="020F0502020204030204" pitchFamily="34" charset="0"/>
                        </a:rPr>
                        <a:t>承銷商進行盡職調查</a:t>
                      </a:r>
                      <a:endParaRPr lang="en-US" altLang="zh-TW" sz="1100" spc="-10">
                        <a:latin typeface="Calibri" panose="020F0502020204030204" pitchFamily="34" charset="0"/>
                        <a:ea typeface="KaiTi" panose="02010609060101010101" pitchFamily="49" charset="-122"/>
                        <a:cs typeface="Calibri" panose="020F0502020204030204" pitchFamily="34" charset="0"/>
                      </a:endParaRPr>
                    </a:p>
                    <a:p>
                      <a:pPr marL="245110" indent="-198755">
                        <a:lnSpc>
                          <a:spcPts val="1165"/>
                        </a:lnSpc>
                        <a:spcAft>
                          <a:spcPts val="100"/>
                        </a:spcAft>
                        <a:buClr>
                          <a:srgbClr val="494642"/>
                        </a:buClr>
                        <a:buFont typeface="Wingdings 2"/>
                        <a:buChar char=""/>
                        <a:tabLst>
                          <a:tab pos="245110" algn="l"/>
                          <a:tab pos="245745" algn="l"/>
                        </a:tabLst>
                      </a:pPr>
                      <a:r>
                        <a:rPr lang="zh-TW" altLang="en-US" sz="1100" spc="-5">
                          <a:latin typeface="Calibri" panose="020F0502020204030204" pitchFamily="34" charset="0"/>
                          <a:ea typeface="KaiTi" panose="02010609060101010101" pitchFamily="49" charset="-122"/>
                          <a:cs typeface="Calibri" panose="020F0502020204030204" pitchFamily="34" charset="0"/>
                        </a:rPr>
                        <a:t>對招股書進行審閱和給予相關意見</a:t>
                      </a:r>
                      <a:r>
                        <a:rPr lang="zh-CN" altLang="en-US" sz="1100">
                          <a:latin typeface="KaiTi" panose="02010609060101010101" pitchFamily="49" charset="-122"/>
                          <a:ea typeface="KaiTi" panose="02010609060101010101" pitchFamily="49" charset="-122"/>
                        </a:rPr>
                        <a:t>、</a:t>
                      </a:r>
                      <a:r>
                        <a:rPr lang="zh-TW" altLang="en-US" sz="1100" spc="-5">
                          <a:latin typeface="Calibri" panose="020F0502020204030204" pitchFamily="34" charset="0"/>
                          <a:ea typeface="KaiTi" panose="02010609060101010101" pitchFamily="49" charset="-122"/>
                          <a:cs typeface="Calibri" panose="020F0502020204030204" pitchFamily="34" charset="0"/>
                        </a:rPr>
                        <a:t>起草招股書中某些與承銷相關的部分</a:t>
                      </a:r>
                      <a:endParaRPr lang="en-US" altLang="zh-TW" sz="1100" spc="-5">
                        <a:latin typeface="Calibri" panose="020F0502020204030204" pitchFamily="34" charset="0"/>
                        <a:ea typeface="KaiTi" panose="02010609060101010101" pitchFamily="49" charset="-122"/>
                        <a:cs typeface="Calibri" panose="020F0502020204030204" pitchFamily="34" charset="0"/>
                      </a:endParaRPr>
                    </a:p>
                    <a:p>
                      <a:pPr marL="245110" indent="-198755">
                        <a:lnSpc>
                          <a:spcPts val="1165"/>
                        </a:lnSpc>
                        <a:spcAft>
                          <a:spcPts val="100"/>
                        </a:spcAft>
                        <a:buClr>
                          <a:srgbClr val="494642"/>
                        </a:buClr>
                        <a:buFont typeface="Wingdings 2"/>
                        <a:buChar char=""/>
                        <a:tabLst>
                          <a:tab pos="245110" algn="l"/>
                          <a:tab pos="245745" algn="l"/>
                        </a:tabLst>
                      </a:pPr>
                      <a:r>
                        <a:rPr lang="zh-TW" altLang="en-US" sz="1100" spc="-5">
                          <a:latin typeface="Calibri" panose="020F0502020204030204" pitchFamily="34" charset="0"/>
                          <a:ea typeface="KaiTi" panose="02010609060101010101" pitchFamily="49" charset="-122"/>
                          <a:cs typeface="Calibri" panose="020F0502020204030204" pitchFamily="34" charset="0"/>
                        </a:rPr>
                        <a:t>起草承銷協議</a:t>
                      </a:r>
                      <a:endParaRPr lang="en-US" altLang="zh-TW" sz="1100" spc="-5">
                        <a:latin typeface="Calibri" panose="020F0502020204030204" pitchFamily="34" charset="0"/>
                        <a:ea typeface="KaiTi" panose="02010609060101010101" pitchFamily="49" charset="-122"/>
                        <a:cs typeface="Calibri" panose="020F0502020204030204" pitchFamily="34" charset="0"/>
                      </a:endParaRPr>
                    </a:p>
                    <a:p>
                      <a:pPr marL="245110" indent="-198755">
                        <a:lnSpc>
                          <a:spcPts val="1165"/>
                        </a:lnSpc>
                        <a:spcAft>
                          <a:spcPts val="100"/>
                        </a:spcAft>
                        <a:buClr>
                          <a:srgbClr val="494642"/>
                        </a:buClr>
                        <a:buFont typeface="Wingdings 2"/>
                        <a:buChar char=""/>
                        <a:tabLst>
                          <a:tab pos="245110" algn="l"/>
                          <a:tab pos="245745" algn="l"/>
                        </a:tabLst>
                      </a:pPr>
                      <a:r>
                        <a:rPr lang="zh-TW" altLang="en-US" sz="1100" spc="-10">
                          <a:latin typeface="Calibri" panose="020F0502020204030204" pitchFamily="34" charset="0"/>
                          <a:ea typeface="KaiTi" panose="02010609060101010101" pitchFamily="49" charset="-122"/>
                          <a:cs typeface="Calibri" panose="020F0502020204030204" pitchFamily="34" charset="0"/>
                        </a:rPr>
                        <a:t>協助對公司</a:t>
                      </a:r>
                      <a:r>
                        <a:rPr lang="zh-CN" altLang="en-US" sz="1100" spc="-10">
                          <a:latin typeface="Calibri" panose="020F0502020204030204" pitchFamily="34" charset="0"/>
                          <a:ea typeface="KaiTi" panose="02010609060101010101" pitchFamily="49" charset="-122"/>
                          <a:cs typeface="Calibri" panose="020F0502020204030204" pitchFamily="34" charset="0"/>
                        </a:rPr>
                        <a:t>的</a:t>
                      </a:r>
                      <a:r>
                        <a:rPr lang="zh-TW" altLang="en-US" sz="1100" spc="-10">
                          <a:latin typeface="Calibri" panose="020F0502020204030204" pitchFamily="34" charset="0"/>
                          <a:ea typeface="KaiTi" panose="02010609060101010101" pitchFamily="49" charset="-122"/>
                          <a:cs typeface="Calibri" panose="020F0502020204030204" pitchFamily="34" charset="0"/>
                        </a:rPr>
                        <a:t>合規性和重大合同執行情況進行盡職調查</a:t>
                      </a:r>
                      <a:endParaRPr lang="en-US" altLang="zh-TW" sz="1100" spc="-10">
                        <a:latin typeface="Calibri" panose="020F0502020204030204" pitchFamily="34" charset="0"/>
                        <a:ea typeface="KaiTi" panose="02010609060101010101" pitchFamily="49" charset="-122"/>
                        <a:cs typeface="Calibri" panose="020F0502020204030204" pitchFamily="34" charset="0"/>
                      </a:endParaRPr>
                    </a:p>
                    <a:p>
                      <a:pPr marL="245110" indent="-198755">
                        <a:lnSpc>
                          <a:spcPts val="1165"/>
                        </a:lnSpc>
                        <a:spcAft>
                          <a:spcPts val="100"/>
                        </a:spcAft>
                        <a:buClr>
                          <a:srgbClr val="494642"/>
                        </a:buClr>
                        <a:buFont typeface="Wingdings 2"/>
                        <a:buChar char=""/>
                        <a:tabLst>
                          <a:tab pos="245110" algn="l"/>
                          <a:tab pos="245745" algn="l"/>
                        </a:tabLst>
                      </a:pPr>
                      <a:r>
                        <a:rPr lang="zh-TW" altLang="en-US" sz="1100" spc="-5">
                          <a:latin typeface="Calibri" panose="020F0502020204030204" pitchFamily="34" charset="0"/>
                          <a:ea typeface="KaiTi" panose="02010609060101010101" pitchFamily="49" charset="-122"/>
                          <a:cs typeface="Calibri" panose="020F0502020204030204" pitchFamily="34" charset="0"/>
                        </a:rPr>
                        <a:t>招股書驗証</a:t>
                      </a:r>
                      <a:endParaRPr lang="en-US" altLang="zh-TW" sz="1100" spc="-5">
                        <a:latin typeface="Calibri" panose="020F0502020204030204" pitchFamily="34" charset="0"/>
                        <a:ea typeface="KaiTi" panose="02010609060101010101" pitchFamily="49" charset="-122"/>
                        <a:cs typeface="Calibri" panose="020F0502020204030204" pitchFamily="34" charset="0"/>
                      </a:endParaRPr>
                    </a:p>
                    <a:p>
                      <a:pPr marL="245110" indent="-198755">
                        <a:lnSpc>
                          <a:spcPts val="1165"/>
                        </a:lnSpc>
                        <a:spcAft>
                          <a:spcPts val="100"/>
                        </a:spcAft>
                        <a:buClr>
                          <a:srgbClr val="494642"/>
                        </a:buClr>
                        <a:buFont typeface="Wingdings 2"/>
                        <a:buChar char=""/>
                        <a:tabLst>
                          <a:tab pos="245110" algn="l"/>
                          <a:tab pos="245745" algn="l"/>
                        </a:tabLst>
                      </a:pPr>
                      <a:r>
                        <a:rPr lang="zh-TW" altLang="en-US" sz="1100" spc="-5">
                          <a:latin typeface="Calibri" panose="020F0502020204030204" pitchFamily="34" charset="0"/>
                          <a:ea typeface="KaiTi" panose="02010609060101010101" pitchFamily="49" charset="-122"/>
                          <a:cs typeface="Calibri" panose="020F0502020204030204" pitchFamily="34" charset="0"/>
                        </a:rPr>
                        <a:t>審閱安慰函</a:t>
                      </a:r>
                      <a:endParaRPr sz="1100">
                        <a:latin typeface="Calibri" panose="020F0502020204030204" pitchFamily="34" charset="0"/>
                        <a:ea typeface="KaiTi" panose="02010609060101010101" pitchFamily="49" charset="-122"/>
                        <a:cs typeface="Calibri" panose="020F0502020204030204" pitchFamily="34" charset="0"/>
                      </a:endParaRPr>
                    </a:p>
                    <a:p>
                      <a:pPr marL="245110" indent="-198755">
                        <a:lnSpc>
                          <a:spcPct val="100000"/>
                        </a:lnSpc>
                        <a:spcBef>
                          <a:spcPts val="395"/>
                        </a:spcBef>
                        <a:spcAft>
                          <a:spcPts val="100"/>
                        </a:spcAft>
                        <a:buClr>
                          <a:srgbClr val="494642"/>
                        </a:buClr>
                        <a:buFont typeface="Wingdings 2"/>
                        <a:buChar char=""/>
                        <a:tabLst>
                          <a:tab pos="245110" algn="l"/>
                          <a:tab pos="245745" algn="l"/>
                        </a:tabLst>
                      </a:pPr>
                      <a:r>
                        <a:rPr lang="zh-TW" altLang="en-US" sz="1100" spc="-5">
                          <a:latin typeface="Calibri" panose="020F0502020204030204" pitchFamily="34" charset="0"/>
                          <a:ea typeface="KaiTi" panose="02010609060101010101" pitchFamily="49" charset="-122"/>
                          <a:cs typeface="Calibri" panose="020F0502020204030204" pitchFamily="34" charset="0"/>
                        </a:rPr>
                        <a:t>審閱研究報告</a:t>
                      </a:r>
                      <a:endParaRPr sz="1100">
                        <a:latin typeface="Calibri" panose="020F0502020204030204" pitchFamily="34" charset="0"/>
                        <a:ea typeface="KaiTi" panose="02010609060101010101" pitchFamily="49" charset="-122"/>
                        <a:cs typeface="Calibri" panose="020F0502020204030204" pitchFamily="34" charset="0"/>
                      </a:endParaRPr>
                    </a:p>
                    <a:p>
                      <a:pPr marL="245110" indent="-198755">
                        <a:lnSpc>
                          <a:spcPct val="100000"/>
                        </a:lnSpc>
                        <a:spcBef>
                          <a:spcPts val="409"/>
                        </a:spcBef>
                        <a:spcAft>
                          <a:spcPts val="100"/>
                        </a:spcAft>
                        <a:buClr>
                          <a:srgbClr val="494642"/>
                        </a:buClr>
                        <a:buFont typeface="Wingdings 2"/>
                        <a:buChar char=""/>
                        <a:tabLst>
                          <a:tab pos="245110" algn="l"/>
                          <a:tab pos="245745" algn="l"/>
                        </a:tabLst>
                      </a:pPr>
                      <a:r>
                        <a:rPr lang="zh-TW" altLang="en-US" sz="1100">
                          <a:latin typeface="Calibri" panose="020F0502020204030204" pitchFamily="34" charset="0"/>
                          <a:ea typeface="KaiTi" panose="02010609060101010101" pitchFamily="49" charset="-122"/>
                          <a:cs typeface="Calibri" panose="020F0502020204030204" pitchFamily="34" charset="0"/>
                        </a:rPr>
                        <a:t>準備</a:t>
                      </a:r>
                      <a:r>
                        <a:rPr lang="en-US" sz="1100">
                          <a:latin typeface="Calibri" panose="020F0502020204030204" pitchFamily="34" charset="0"/>
                          <a:ea typeface="KaiTi" panose="02010609060101010101" pitchFamily="49" charset="-122"/>
                          <a:cs typeface="Calibri" panose="020F0502020204030204" pitchFamily="34" charset="0"/>
                        </a:rPr>
                        <a:t>A1</a:t>
                      </a:r>
                      <a:r>
                        <a:rPr lang="zh-TW" altLang="en-US" sz="1100">
                          <a:latin typeface="Calibri" panose="020F0502020204030204" pitchFamily="34" charset="0"/>
                          <a:ea typeface="KaiTi" panose="02010609060101010101" pitchFamily="49" charset="-122"/>
                          <a:cs typeface="Calibri" panose="020F0502020204030204" pitchFamily="34" charset="0"/>
                        </a:rPr>
                        <a:t>文件包</a:t>
                      </a:r>
                      <a:endParaRPr sz="1100">
                        <a:latin typeface="Calibri" panose="020F0502020204030204" pitchFamily="34" charset="0"/>
                        <a:ea typeface="KaiTi" panose="02010609060101010101" pitchFamily="49" charset="-122"/>
                        <a:cs typeface="Calibri" panose="020F0502020204030204" pitchFamily="34" charset="0"/>
                      </a:endParaRPr>
                    </a:p>
                    <a:p>
                      <a:pPr marL="245110" marR="26670" indent="-198755">
                        <a:lnSpc>
                          <a:spcPct val="100000"/>
                        </a:lnSpc>
                        <a:spcBef>
                          <a:spcPts val="325"/>
                        </a:spcBef>
                        <a:spcAft>
                          <a:spcPts val="100"/>
                        </a:spcAft>
                        <a:buClr>
                          <a:srgbClr val="494642"/>
                        </a:buClr>
                        <a:buFont typeface="Wingdings 2"/>
                        <a:buChar char=""/>
                        <a:tabLst>
                          <a:tab pos="245110" algn="l"/>
                          <a:tab pos="245745" algn="l"/>
                        </a:tabLst>
                      </a:pPr>
                      <a:r>
                        <a:rPr lang="zh-TW" altLang="en-US" sz="1100" spc="-5">
                          <a:latin typeface="Calibri" panose="020F0502020204030204" pitchFamily="34" charset="0"/>
                          <a:ea typeface="KaiTi" panose="02010609060101010101" pitchFamily="49" charset="-122"/>
                          <a:cs typeface="Calibri" panose="020F0502020204030204" pitchFamily="34" charset="0"/>
                        </a:rPr>
                        <a:t>協調對港交所</a:t>
                      </a:r>
                      <a:r>
                        <a:rPr lang="en-US" altLang="zh-TW" sz="1100" b="0" i="0">
                          <a:latin typeface="KaiTi" panose="02010609060101010101" pitchFamily="49" charset="-122"/>
                          <a:ea typeface="KaiTi" panose="02010609060101010101" pitchFamily="49" charset="-122"/>
                        </a:rPr>
                        <a:t>/</a:t>
                      </a:r>
                      <a:r>
                        <a:rPr lang="zh-TW" altLang="en-US" sz="1100" spc="-5">
                          <a:latin typeface="Calibri" panose="020F0502020204030204" pitchFamily="34" charset="0"/>
                          <a:ea typeface="KaiTi" panose="02010609060101010101" pitchFamily="49" charset="-122"/>
                          <a:cs typeface="Calibri" panose="020F0502020204030204" pitchFamily="34" charset="0"/>
                        </a:rPr>
                        <a:t>證監會意見的回應</a:t>
                      </a:r>
                      <a:endParaRPr sz="1100">
                        <a:latin typeface="Calibri" panose="020F0502020204030204" pitchFamily="34" charset="0"/>
                        <a:ea typeface="KaiTi" panose="02010609060101010101" pitchFamily="49" charset="-122"/>
                        <a:cs typeface="Calibri" panose="020F050202020403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03" rtl="0" eaLnBrk="1" latinLnBrk="0" hangingPunct="1">
                        <a:defRPr sz="1800" kern="1200">
                          <a:solidFill>
                            <a:schemeClr val="tx1"/>
                          </a:solidFill>
                          <a:latin typeface="Calibri"/>
                        </a:defRPr>
                      </a:lvl1pPr>
                      <a:lvl2pPr marL="457152" algn="l" defTabSz="914303" rtl="0" eaLnBrk="1" latinLnBrk="0" hangingPunct="1">
                        <a:defRPr sz="1800" kern="1200">
                          <a:solidFill>
                            <a:schemeClr val="tx1"/>
                          </a:solidFill>
                          <a:latin typeface="Calibri"/>
                        </a:defRPr>
                      </a:lvl2pPr>
                      <a:lvl3pPr marL="914303" algn="l" defTabSz="914303" rtl="0" eaLnBrk="1" latinLnBrk="0" hangingPunct="1">
                        <a:defRPr sz="1800" kern="1200">
                          <a:solidFill>
                            <a:schemeClr val="tx1"/>
                          </a:solidFill>
                          <a:latin typeface="Calibri"/>
                        </a:defRPr>
                      </a:lvl3pPr>
                      <a:lvl4pPr marL="1371455" algn="l" defTabSz="914303" rtl="0" eaLnBrk="1" latinLnBrk="0" hangingPunct="1">
                        <a:defRPr sz="1800" kern="1200">
                          <a:solidFill>
                            <a:schemeClr val="tx1"/>
                          </a:solidFill>
                          <a:latin typeface="Calibri"/>
                        </a:defRPr>
                      </a:lvl4pPr>
                      <a:lvl5pPr marL="1828606" algn="l" defTabSz="914303" rtl="0" eaLnBrk="1" latinLnBrk="0" hangingPunct="1">
                        <a:defRPr sz="1800" kern="1200">
                          <a:solidFill>
                            <a:schemeClr val="tx1"/>
                          </a:solidFill>
                          <a:latin typeface="Calibri"/>
                        </a:defRPr>
                      </a:lvl5pPr>
                      <a:lvl6pPr marL="2285758" algn="l" defTabSz="914303" rtl="0" eaLnBrk="1" latinLnBrk="0" hangingPunct="1">
                        <a:defRPr sz="1800" kern="1200">
                          <a:solidFill>
                            <a:schemeClr val="tx1"/>
                          </a:solidFill>
                          <a:latin typeface="Calibri"/>
                        </a:defRPr>
                      </a:lvl6pPr>
                      <a:lvl7pPr marL="2742909" algn="l" defTabSz="914303" rtl="0" eaLnBrk="1" latinLnBrk="0" hangingPunct="1">
                        <a:defRPr sz="1800" kern="1200">
                          <a:solidFill>
                            <a:schemeClr val="tx1"/>
                          </a:solidFill>
                          <a:latin typeface="Calibri"/>
                        </a:defRPr>
                      </a:lvl7pPr>
                      <a:lvl8pPr marL="3200061" algn="l" defTabSz="914303" rtl="0" eaLnBrk="1" latinLnBrk="0" hangingPunct="1">
                        <a:defRPr sz="1800" kern="1200">
                          <a:solidFill>
                            <a:schemeClr val="tx1"/>
                          </a:solidFill>
                          <a:latin typeface="Calibri"/>
                        </a:defRPr>
                      </a:lvl8pPr>
                      <a:lvl9pPr marL="3657212" algn="l" defTabSz="914303" rtl="0" eaLnBrk="1" latinLnBrk="0" hangingPunct="1">
                        <a:defRPr sz="1800" kern="1200">
                          <a:solidFill>
                            <a:schemeClr val="tx1"/>
                          </a:solidFill>
                          <a:latin typeface="Calibri"/>
                        </a:defRPr>
                      </a:lvl9pPr>
                    </a:lstStyle>
                    <a:p>
                      <a:pPr marL="232410" indent="-198755">
                        <a:lnSpc>
                          <a:spcPts val="1165"/>
                        </a:lnSpc>
                        <a:spcAft>
                          <a:spcPts val="100"/>
                        </a:spcAft>
                        <a:buClr>
                          <a:srgbClr val="494642"/>
                        </a:buClr>
                        <a:buFont typeface="Wingdings 2"/>
                        <a:buChar char=""/>
                        <a:tabLst>
                          <a:tab pos="232410" algn="l"/>
                          <a:tab pos="233045" algn="l"/>
                        </a:tabLst>
                      </a:pPr>
                      <a:r>
                        <a:rPr lang="zh-TW" altLang="en-US" sz="1100" spc="-5" dirty="0">
                          <a:latin typeface="Calibri" panose="020F0502020204030204" pitchFamily="34" charset="0"/>
                          <a:ea typeface="KaiTi" panose="02010609060101010101" pitchFamily="49" charset="-122"/>
                          <a:cs typeface="Calibri" panose="020F0502020204030204" pitchFamily="34" charset="0"/>
                        </a:rPr>
                        <a:t>審計師</a:t>
                      </a:r>
                      <a:endParaRPr sz="1100" dirty="0">
                        <a:latin typeface="Calibri" panose="020F0502020204030204" pitchFamily="34" charset="0"/>
                        <a:ea typeface="KaiTi" panose="02010609060101010101" pitchFamily="49" charset="-122"/>
                        <a:cs typeface="Calibri" panose="020F0502020204030204" pitchFamily="34" charset="0"/>
                      </a:endParaRPr>
                    </a:p>
                    <a:p>
                      <a:pPr marL="405130" lvl="1" indent="-171450">
                        <a:lnSpc>
                          <a:spcPct val="100000"/>
                        </a:lnSpc>
                        <a:spcBef>
                          <a:spcPts val="405"/>
                        </a:spcBef>
                        <a:spcAft>
                          <a:spcPts val="100"/>
                        </a:spcAft>
                        <a:buClr>
                          <a:srgbClr val="494642"/>
                        </a:buClr>
                        <a:buFont typeface="Wingdings" panose="05000000000000000000" pitchFamily="2" charset="2"/>
                        <a:buChar char="Ø"/>
                        <a:tabLst>
                          <a:tab pos="425450" algn="l"/>
                        </a:tabLst>
                      </a:pPr>
                      <a:r>
                        <a:rPr lang="zh-TW" altLang="en-US" sz="1100" spc="-10" dirty="0">
                          <a:latin typeface="Calibri" panose="020F0502020204030204" pitchFamily="34" charset="0"/>
                          <a:ea typeface="KaiTi" panose="02010609060101010101" pitchFamily="49" charset="-122"/>
                          <a:cs typeface="Calibri" panose="020F0502020204030204" pitchFamily="34" charset="0"/>
                        </a:rPr>
                        <a:t>審計並出具審計報</a:t>
                      </a:r>
                      <a:r>
                        <a:rPr lang="zh-CN" altLang="en-US" sz="1100" spc="-10" dirty="0">
                          <a:latin typeface="Calibri" panose="020F0502020204030204" pitchFamily="34" charset="0"/>
                          <a:ea typeface="KaiTi" panose="02010609060101010101" pitchFamily="49" charset="-122"/>
                          <a:cs typeface="Calibri" panose="020F0502020204030204" pitchFamily="34" charset="0"/>
                        </a:rPr>
                        <a:t>告</a:t>
                      </a:r>
                      <a:endParaRPr lang="en-US" altLang="zh-TW" sz="1100" spc="-10" dirty="0">
                        <a:latin typeface="Calibri" panose="020F0502020204030204" pitchFamily="34" charset="0"/>
                        <a:ea typeface="KaiTi" panose="02010609060101010101" pitchFamily="49" charset="-122"/>
                        <a:cs typeface="Calibri" panose="020F0502020204030204" pitchFamily="34" charset="0"/>
                      </a:endParaRPr>
                    </a:p>
                    <a:p>
                      <a:pPr marL="405130" lvl="1" indent="-171450">
                        <a:lnSpc>
                          <a:spcPct val="100000"/>
                        </a:lnSpc>
                        <a:spcBef>
                          <a:spcPts val="405"/>
                        </a:spcBef>
                        <a:spcAft>
                          <a:spcPts val="100"/>
                        </a:spcAft>
                        <a:buClr>
                          <a:srgbClr val="494642"/>
                        </a:buClr>
                        <a:buFont typeface="Wingdings" panose="05000000000000000000" pitchFamily="2" charset="2"/>
                        <a:buChar char="Ø"/>
                        <a:tabLst>
                          <a:tab pos="425450" algn="l"/>
                        </a:tabLst>
                      </a:pPr>
                      <a:r>
                        <a:rPr lang="zh-TW" altLang="en-US" sz="1100" dirty="0">
                          <a:latin typeface="Calibri" panose="020F0502020204030204" pitchFamily="34" charset="0"/>
                          <a:ea typeface="KaiTi" panose="02010609060101010101" pitchFamily="49" charset="-122"/>
                          <a:cs typeface="Calibri" panose="020F0502020204030204" pitchFamily="34" charset="0"/>
                        </a:rPr>
                        <a:t>協助公司準備和審閱利潤和營運資金預測的計算和備忘錄</a:t>
                      </a:r>
                      <a:endParaRPr sz="1100" dirty="0">
                        <a:latin typeface="Calibri" panose="020F0502020204030204" pitchFamily="34" charset="0"/>
                        <a:ea typeface="KaiTi" panose="02010609060101010101" pitchFamily="49" charset="-122"/>
                        <a:cs typeface="Calibri" panose="020F0502020204030204" pitchFamily="34" charset="0"/>
                      </a:endParaRPr>
                    </a:p>
                    <a:p>
                      <a:pPr marL="232410" indent="-198755">
                        <a:lnSpc>
                          <a:spcPct val="100000"/>
                        </a:lnSpc>
                        <a:spcBef>
                          <a:spcPts val="395"/>
                        </a:spcBef>
                        <a:spcAft>
                          <a:spcPts val="100"/>
                        </a:spcAft>
                        <a:buClr>
                          <a:srgbClr val="494642"/>
                        </a:buClr>
                        <a:buFont typeface="Wingdings 2"/>
                        <a:buChar char=""/>
                        <a:tabLst>
                          <a:tab pos="232410" algn="l"/>
                          <a:tab pos="233045" algn="l"/>
                        </a:tabLst>
                      </a:pPr>
                      <a:r>
                        <a:rPr lang="zh-TW" altLang="en-US" sz="1100" spc="-5" dirty="0">
                          <a:latin typeface="Calibri" panose="020F0502020204030204" pitchFamily="34" charset="0"/>
                          <a:ea typeface="KaiTi" panose="02010609060101010101" pitchFamily="49" charset="-122"/>
                          <a:cs typeface="Calibri" panose="020F0502020204030204" pitchFamily="34" charset="0"/>
                        </a:rPr>
                        <a:t>內控顧問</a:t>
                      </a:r>
                      <a:endParaRPr sz="1100" dirty="0">
                        <a:latin typeface="Calibri" panose="020F0502020204030204" pitchFamily="34" charset="0"/>
                        <a:ea typeface="KaiTi" panose="02010609060101010101" pitchFamily="49" charset="-122"/>
                        <a:cs typeface="Calibri" panose="020F0502020204030204" pitchFamily="34" charset="0"/>
                      </a:endParaRPr>
                    </a:p>
                    <a:p>
                      <a:pPr marL="232410" indent="-198755">
                        <a:lnSpc>
                          <a:spcPct val="100000"/>
                        </a:lnSpc>
                        <a:spcBef>
                          <a:spcPts val="395"/>
                        </a:spcBef>
                        <a:spcAft>
                          <a:spcPts val="100"/>
                        </a:spcAft>
                        <a:buClr>
                          <a:srgbClr val="494642"/>
                        </a:buClr>
                        <a:buFont typeface="Wingdings 2"/>
                        <a:buChar char=""/>
                        <a:tabLst>
                          <a:tab pos="232410" algn="l"/>
                          <a:tab pos="233045" algn="l"/>
                        </a:tabLst>
                      </a:pPr>
                      <a:r>
                        <a:rPr lang="zh-TW" altLang="en-US" sz="1100" dirty="0">
                          <a:latin typeface="Calibri" panose="020F0502020204030204" pitchFamily="34" charset="0"/>
                          <a:ea typeface="KaiTi" panose="02010609060101010101" pitchFamily="49" charset="-122"/>
                          <a:cs typeface="Calibri" panose="020F0502020204030204" pitchFamily="34" charset="0"/>
                        </a:rPr>
                        <a:t>物業評估師</a:t>
                      </a:r>
                      <a:r>
                        <a:rPr lang="zh-CN" altLang="en-US" sz="1100" spc="-5" dirty="0">
                          <a:latin typeface="Calibri" panose="020F0502020204030204" pitchFamily="34" charset="0"/>
                          <a:ea typeface="KaiTi" panose="02010609060101010101" pitchFamily="49" charset="-122"/>
                          <a:cs typeface="Calibri" panose="020F0502020204030204" pitchFamily="34" charset="0"/>
                        </a:rPr>
                        <a:t>（</a:t>
                      </a:r>
                      <a:r>
                        <a:rPr lang="zh-TW" altLang="en-US" sz="1100" spc="-5" dirty="0">
                          <a:latin typeface="Calibri" panose="020F0502020204030204" pitchFamily="34" charset="0"/>
                          <a:ea typeface="KaiTi" panose="02010609060101010101" pitchFamily="49" charset="-122"/>
                          <a:cs typeface="Calibri" panose="020F0502020204030204" pitchFamily="34" charset="0"/>
                        </a:rPr>
                        <a:t>如需</a:t>
                      </a:r>
                      <a:r>
                        <a:rPr lang="zh-CN" altLang="en-US" sz="1100" spc="-5" dirty="0">
                          <a:latin typeface="Calibri" panose="020F0502020204030204" pitchFamily="34" charset="0"/>
                          <a:ea typeface="KaiTi" panose="02010609060101010101" pitchFamily="49" charset="-122"/>
                          <a:cs typeface="Calibri" panose="020F0502020204030204" pitchFamily="34" charset="0"/>
                        </a:rPr>
                        <a:t>）</a:t>
                      </a:r>
                      <a:endParaRPr sz="1100" dirty="0">
                        <a:latin typeface="Calibri" panose="020F0502020204030204" pitchFamily="34" charset="0"/>
                        <a:ea typeface="KaiTi" panose="02010609060101010101" pitchFamily="49" charset="-122"/>
                        <a:cs typeface="Calibri" panose="020F050202020403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03" rtl="0" eaLnBrk="1" latinLnBrk="0" hangingPunct="1">
                        <a:defRPr sz="1800" kern="1200">
                          <a:solidFill>
                            <a:schemeClr val="tx1"/>
                          </a:solidFill>
                          <a:latin typeface="Calibri"/>
                        </a:defRPr>
                      </a:lvl1pPr>
                      <a:lvl2pPr marL="457152" algn="l" defTabSz="914303" rtl="0" eaLnBrk="1" latinLnBrk="0" hangingPunct="1">
                        <a:defRPr sz="1800" kern="1200">
                          <a:solidFill>
                            <a:schemeClr val="tx1"/>
                          </a:solidFill>
                          <a:latin typeface="Calibri"/>
                        </a:defRPr>
                      </a:lvl2pPr>
                      <a:lvl3pPr marL="914303" algn="l" defTabSz="914303" rtl="0" eaLnBrk="1" latinLnBrk="0" hangingPunct="1">
                        <a:defRPr sz="1800" kern="1200">
                          <a:solidFill>
                            <a:schemeClr val="tx1"/>
                          </a:solidFill>
                          <a:latin typeface="Calibri"/>
                        </a:defRPr>
                      </a:lvl3pPr>
                      <a:lvl4pPr marL="1371455" algn="l" defTabSz="914303" rtl="0" eaLnBrk="1" latinLnBrk="0" hangingPunct="1">
                        <a:defRPr sz="1800" kern="1200">
                          <a:solidFill>
                            <a:schemeClr val="tx1"/>
                          </a:solidFill>
                          <a:latin typeface="Calibri"/>
                        </a:defRPr>
                      </a:lvl4pPr>
                      <a:lvl5pPr marL="1828606" algn="l" defTabSz="914303" rtl="0" eaLnBrk="1" latinLnBrk="0" hangingPunct="1">
                        <a:defRPr sz="1800" kern="1200">
                          <a:solidFill>
                            <a:schemeClr val="tx1"/>
                          </a:solidFill>
                          <a:latin typeface="Calibri"/>
                        </a:defRPr>
                      </a:lvl5pPr>
                      <a:lvl6pPr marL="2285758" algn="l" defTabSz="914303" rtl="0" eaLnBrk="1" latinLnBrk="0" hangingPunct="1">
                        <a:defRPr sz="1800" kern="1200">
                          <a:solidFill>
                            <a:schemeClr val="tx1"/>
                          </a:solidFill>
                          <a:latin typeface="Calibri"/>
                        </a:defRPr>
                      </a:lvl6pPr>
                      <a:lvl7pPr marL="2742909" algn="l" defTabSz="914303" rtl="0" eaLnBrk="1" latinLnBrk="0" hangingPunct="1">
                        <a:defRPr sz="1800" kern="1200">
                          <a:solidFill>
                            <a:schemeClr val="tx1"/>
                          </a:solidFill>
                          <a:latin typeface="Calibri"/>
                        </a:defRPr>
                      </a:lvl7pPr>
                      <a:lvl8pPr marL="3200061" algn="l" defTabSz="914303" rtl="0" eaLnBrk="1" latinLnBrk="0" hangingPunct="1">
                        <a:defRPr sz="1800" kern="1200">
                          <a:solidFill>
                            <a:schemeClr val="tx1"/>
                          </a:solidFill>
                          <a:latin typeface="Calibri"/>
                        </a:defRPr>
                      </a:lvl8pPr>
                      <a:lvl9pPr marL="3657212" algn="l" defTabSz="914303" rtl="0" eaLnBrk="1" latinLnBrk="0" hangingPunct="1">
                        <a:defRPr sz="1800" kern="1200">
                          <a:solidFill>
                            <a:schemeClr val="tx1"/>
                          </a:solidFill>
                          <a:latin typeface="Calibri"/>
                        </a:defRPr>
                      </a:lvl9pPr>
                    </a:lstStyle>
                    <a:p>
                      <a:pPr marL="231140" indent="-198755">
                        <a:lnSpc>
                          <a:spcPts val="1165"/>
                        </a:lnSpc>
                        <a:spcAft>
                          <a:spcPts val="100"/>
                        </a:spcAft>
                        <a:buClr>
                          <a:srgbClr val="494642"/>
                        </a:buClr>
                        <a:buFont typeface="Wingdings 2"/>
                        <a:buChar char=""/>
                        <a:tabLst>
                          <a:tab pos="231140" algn="l"/>
                          <a:tab pos="231775" algn="l"/>
                        </a:tabLst>
                      </a:pPr>
                      <a:r>
                        <a:rPr lang="zh-TW" altLang="en-US" sz="1100" spc="-5">
                          <a:latin typeface="Calibri" panose="020F0502020204030204" pitchFamily="34" charset="0"/>
                          <a:ea typeface="KaiTi" panose="02010609060101010101" pitchFamily="49" charset="-122"/>
                          <a:cs typeface="Calibri" panose="020F0502020204030204" pitchFamily="34" charset="0"/>
                        </a:rPr>
                        <a:t>行業顧問</a:t>
                      </a:r>
                      <a:endParaRPr sz="1100">
                        <a:latin typeface="Calibri" panose="020F0502020204030204" pitchFamily="34" charset="0"/>
                        <a:ea typeface="KaiTi" panose="02010609060101010101" pitchFamily="49" charset="-122"/>
                        <a:cs typeface="Calibri" panose="020F0502020204030204" pitchFamily="34" charset="0"/>
                      </a:endParaRPr>
                    </a:p>
                    <a:p>
                      <a:pPr marL="231140" indent="-198755">
                        <a:lnSpc>
                          <a:spcPct val="100000"/>
                        </a:lnSpc>
                        <a:spcBef>
                          <a:spcPts val="405"/>
                        </a:spcBef>
                        <a:spcAft>
                          <a:spcPts val="100"/>
                        </a:spcAft>
                        <a:buClr>
                          <a:srgbClr val="494642"/>
                        </a:buClr>
                        <a:buFont typeface="Wingdings 2"/>
                        <a:buChar char=""/>
                        <a:tabLst>
                          <a:tab pos="231140" algn="l"/>
                          <a:tab pos="231775" algn="l"/>
                        </a:tabLst>
                      </a:pPr>
                      <a:r>
                        <a:rPr lang="zh-TW" altLang="en-US" sz="1100" spc="-5">
                          <a:latin typeface="Calibri" panose="020F0502020204030204" pitchFamily="34" charset="0"/>
                          <a:ea typeface="KaiTi" panose="02010609060101010101" pitchFamily="49" charset="-122"/>
                          <a:cs typeface="Calibri" panose="020F0502020204030204" pitchFamily="34" charset="0"/>
                        </a:rPr>
                        <a:t>財經印刷商</a:t>
                      </a:r>
                      <a:endParaRPr sz="1100">
                        <a:latin typeface="Calibri" panose="020F0502020204030204" pitchFamily="34" charset="0"/>
                        <a:ea typeface="KaiTi" panose="02010609060101010101" pitchFamily="49" charset="-122"/>
                        <a:cs typeface="Calibri" panose="020F0502020204030204" pitchFamily="34" charset="0"/>
                      </a:endParaRPr>
                    </a:p>
                    <a:p>
                      <a:pPr marL="404495" marR="119380" lvl="1" indent="-171450">
                        <a:lnSpc>
                          <a:spcPct val="100000"/>
                        </a:lnSpc>
                        <a:spcBef>
                          <a:spcPts val="400"/>
                        </a:spcBef>
                        <a:spcAft>
                          <a:spcPts val="100"/>
                        </a:spcAft>
                        <a:buClr>
                          <a:srgbClr val="494642"/>
                        </a:buClr>
                        <a:buFont typeface="Wingdings" panose="05000000000000000000" pitchFamily="2" charset="2"/>
                        <a:buChar char="Ø"/>
                        <a:tabLst>
                          <a:tab pos="424180" algn="l"/>
                        </a:tabLst>
                      </a:pPr>
                      <a:r>
                        <a:rPr lang="zh-TW" altLang="en-US" sz="1100" spc="-5">
                          <a:latin typeface="Calibri" panose="020F0502020204030204" pitchFamily="34" charset="0"/>
                          <a:ea typeface="KaiTi" panose="02010609060101010101" pitchFamily="49" charset="-122"/>
                          <a:cs typeface="Calibri" panose="020F0502020204030204" pitchFamily="34" charset="0"/>
                        </a:rPr>
                        <a:t>翻譯、排版、印刷和傳閱公開發售招股書</a:t>
                      </a:r>
                      <a:endParaRPr sz="1100">
                        <a:latin typeface="Calibri" panose="020F0502020204030204" pitchFamily="34" charset="0"/>
                        <a:ea typeface="KaiTi" panose="02010609060101010101" pitchFamily="49" charset="-122"/>
                        <a:cs typeface="Calibri" panose="020F0502020204030204" pitchFamily="34" charset="0"/>
                      </a:endParaRPr>
                    </a:p>
                    <a:p>
                      <a:pPr marL="231140" indent="-198755">
                        <a:lnSpc>
                          <a:spcPct val="100000"/>
                        </a:lnSpc>
                        <a:spcBef>
                          <a:spcPts val="395"/>
                        </a:spcBef>
                        <a:spcAft>
                          <a:spcPts val="100"/>
                        </a:spcAft>
                        <a:buClr>
                          <a:srgbClr val="494642"/>
                        </a:buClr>
                        <a:buFont typeface="Wingdings 2"/>
                        <a:buChar char=""/>
                        <a:tabLst>
                          <a:tab pos="231140" algn="l"/>
                          <a:tab pos="231775" algn="l"/>
                        </a:tabLst>
                      </a:pPr>
                      <a:r>
                        <a:rPr lang="zh-TW" altLang="en-US" sz="1100">
                          <a:latin typeface="Calibri" panose="020F0502020204030204" pitchFamily="34" charset="0"/>
                          <a:ea typeface="KaiTi" panose="02010609060101010101" pitchFamily="49" charset="-122"/>
                          <a:cs typeface="Calibri" panose="020F0502020204030204" pitchFamily="34" charset="0"/>
                        </a:rPr>
                        <a:t>公共關係顧問</a:t>
                      </a:r>
                      <a:r>
                        <a:rPr lang="en-US" altLang="zh-TW" sz="1100" b="0" i="0">
                          <a:latin typeface="KaiTi" panose="02010609060101010101" pitchFamily="49" charset="-122"/>
                          <a:ea typeface="KaiTi" panose="02010609060101010101" pitchFamily="49" charset="-122"/>
                        </a:rPr>
                        <a:t>/</a:t>
                      </a:r>
                      <a:r>
                        <a:rPr lang="zh-TW" altLang="en-US" sz="1100" spc="-5">
                          <a:latin typeface="Calibri" panose="020F0502020204030204" pitchFamily="34" charset="0"/>
                          <a:ea typeface="KaiTi" panose="02010609060101010101" pitchFamily="49" charset="-122"/>
                          <a:cs typeface="Calibri" panose="020F0502020204030204" pitchFamily="34" charset="0"/>
                        </a:rPr>
                        <a:t>路演公司</a:t>
                      </a:r>
                      <a:endParaRPr sz="1100">
                        <a:latin typeface="Calibri" panose="020F0502020204030204" pitchFamily="34" charset="0"/>
                        <a:ea typeface="KaiTi" panose="02010609060101010101" pitchFamily="49" charset="-122"/>
                        <a:cs typeface="Calibri" panose="020F0502020204030204" pitchFamily="34" charset="0"/>
                      </a:endParaRPr>
                    </a:p>
                    <a:p>
                      <a:pPr marL="404495" marR="281940" lvl="1" indent="-171450">
                        <a:lnSpc>
                          <a:spcPct val="100000"/>
                        </a:lnSpc>
                        <a:spcBef>
                          <a:spcPts val="409"/>
                        </a:spcBef>
                        <a:spcAft>
                          <a:spcPts val="100"/>
                        </a:spcAft>
                        <a:buClr>
                          <a:srgbClr val="494642"/>
                        </a:buClr>
                        <a:buFont typeface="Wingdings" panose="05000000000000000000" pitchFamily="2" charset="2"/>
                        <a:buChar char="Ø"/>
                        <a:tabLst>
                          <a:tab pos="424180" algn="l"/>
                        </a:tabLst>
                      </a:pPr>
                      <a:r>
                        <a:rPr lang="zh-TW" altLang="en-US" sz="1100" spc="-5">
                          <a:latin typeface="Calibri" panose="020F0502020204030204" pitchFamily="34" charset="0"/>
                          <a:ea typeface="KaiTi" panose="02010609060101010101" pitchFamily="49" charset="-122"/>
                          <a:cs typeface="Calibri" panose="020F0502020204030204" pitchFamily="34" charset="0"/>
                        </a:rPr>
                        <a:t>組織對外交流和宣傳</a:t>
                      </a:r>
                      <a:endParaRPr lang="en-US" altLang="zh-TW" sz="1100" spc="-5">
                        <a:latin typeface="Calibri" panose="020F0502020204030204" pitchFamily="34" charset="0"/>
                        <a:ea typeface="KaiTi" panose="02010609060101010101" pitchFamily="49" charset="-122"/>
                        <a:cs typeface="Calibri" panose="020F0502020204030204" pitchFamily="34" charset="0"/>
                      </a:endParaRPr>
                    </a:p>
                    <a:p>
                      <a:pPr marL="404495" marR="281940" lvl="1" indent="-171450">
                        <a:lnSpc>
                          <a:spcPct val="100000"/>
                        </a:lnSpc>
                        <a:spcBef>
                          <a:spcPts val="409"/>
                        </a:spcBef>
                        <a:spcAft>
                          <a:spcPts val="100"/>
                        </a:spcAft>
                        <a:buClr>
                          <a:srgbClr val="494642"/>
                        </a:buClr>
                        <a:buFont typeface="Wingdings" panose="05000000000000000000" pitchFamily="2" charset="2"/>
                        <a:buChar char="Ø"/>
                        <a:tabLst>
                          <a:tab pos="424180" algn="l"/>
                        </a:tabLst>
                      </a:pPr>
                      <a:r>
                        <a:rPr lang="zh-TW" altLang="en-US" sz="1100" spc="-10">
                          <a:latin typeface="Calibri" panose="020F0502020204030204" pitchFamily="34" charset="0"/>
                          <a:ea typeface="KaiTi" panose="02010609060101010101" pitchFamily="49" charset="-122"/>
                          <a:cs typeface="Calibri" panose="020F0502020204030204" pitchFamily="34" charset="0"/>
                        </a:rPr>
                        <a:t>協助承銷商安排路演後勤工作</a:t>
                      </a:r>
                      <a:endParaRPr sz="1100">
                        <a:latin typeface="Calibri" panose="020F0502020204030204" pitchFamily="34" charset="0"/>
                        <a:ea typeface="KaiTi" panose="02010609060101010101" pitchFamily="49" charset="-122"/>
                        <a:cs typeface="Calibri" panose="020F050202020403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2" name="TextBox 1">
            <a:extLst>
              <a:ext uri="{FF2B5EF4-FFF2-40B4-BE49-F238E27FC236}">
                <a16:creationId xmlns:a16="http://schemas.microsoft.com/office/drawing/2014/main" id="{4C3A71F1-D7F8-45DF-84CA-D9E160E13FD0}"/>
              </a:ext>
            </a:extLst>
          </p:cNvPr>
          <p:cNvSpPr txBox="1"/>
          <p:nvPr/>
        </p:nvSpPr>
        <p:spPr>
          <a:xfrm>
            <a:off x="663575" y="1041722"/>
            <a:ext cx="7826120" cy="276999"/>
          </a:xfrm>
          <a:prstGeom prst="rect">
            <a:avLst/>
          </a:prstGeom>
          <a:solidFill>
            <a:srgbClr val="C00000"/>
          </a:solidFill>
        </p:spPr>
        <p:txBody>
          <a:bodyPr wrap="square" rtlCol="0">
            <a:spAutoFit/>
          </a:bodyPr>
          <a:lstStyle/>
          <a:p>
            <a:r>
              <a:rPr lang="zh-TW" altLang="en-US" b="1" i="0">
                <a:solidFill>
                  <a:schemeClr val="bg1"/>
                </a:solidFill>
                <a:latin typeface="KaiTi" panose="02010609060101010101" pitchFamily="49" charset="-122"/>
                <a:ea typeface="KaiTi" panose="02010609060101010101" pitchFamily="49" charset="-122"/>
              </a:rPr>
              <a:t>各專業團隊工作職責概述</a:t>
            </a:r>
            <a:endParaRPr lang="en-US" b="1" i="0">
              <a:solidFill>
                <a:schemeClr val="bg1"/>
              </a:solidFill>
              <a:latin typeface="KaiTi" panose="02010609060101010101" pitchFamily="49" charset="-122"/>
              <a:ea typeface="KaiTi" panose="02010609060101010101" pitchFamily="49" charset="-122"/>
            </a:endParaRPr>
          </a:p>
        </p:txBody>
      </p:sp>
      <p:sp>
        <p:nvSpPr>
          <p:cNvPr id="3" name="TextBox 2">
            <a:extLst>
              <a:ext uri="{FF2B5EF4-FFF2-40B4-BE49-F238E27FC236}">
                <a16:creationId xmlns:a16="http://schemas.microsoft.com/office/drawing/2014/main" id="{6075C551-CBC1-403E-9919-A709126BCEEC}"/>
              </a:ext>
            </a:extLst>
          </p:cNvPr>
          <p:cNvSpPr txBox="1"/>
          <p:nvPr/>
        </p:nvSpPr>
        <p:spPr>
          <a:xfrm>
            <a:off x="3863710" y="1401592"/>
            <a:ext cx="1282888" cy="483899"/>
          </a:xfrm>
          <a:prstGeom prst="rect">
            <a:avLst/>
          </a:prstGeom>
          <a:solidFill>
            <a:srgbClr val="00359E"/>
          </a:solidFill>
        </p:spPr>
        <p:txBody>
          <a:bodyPr wrap="square" rtlCol="0" anchor="ctr">
            <a:noAutofit/>
          </a:bodyPr>
          <a:lstStyle/>
          <a:p>
            <a:pPr algn="ctr"/>
            <a:r>
              <a:rPr lang="zh-TW" altLang="en-US" b="1" i="0">
                <a:solidFill>
                  <a:schemeClr val="bg1"/>
                </a:solidFill>
                <a:ea typeface="KaiTi" panose="02010609060101010101" pitchFamily="49" charset="-122"/>
                <a:cs typeface="Calibri" panose="020F0502020204030204" pitchFamily="34" charset="0"/>
              </a:rPr>
              <a:t>龍豐</a:t>
            </a:r>
            <a:endParaRPr lang="en-US" b="1" i="0">
              <a:solidFill>
                <a:schemeClr val="bg1"/>
              </a:solidFill>
              <a:ea typeface="KaiTi" panose="02010609060101010101" pitchFamily="49" charset="-122"/>
              <a:cs typeface="Calibri" panose="020F0502020204030204" pitchFamily="34" charset="0"/>
            </a:endParaRPr>
          </a:p>
        </p:txBody>
      </p:sp>
      <p:sp>
        <p:nvSpPr>
          <p:cNvPr id="58" name="TextBox 57">
            <a:extLst>
              <a:ext uri="{FF2B5EF4-FFF2-40B4-BE49-F238E27FC236}">
                <a16:creationId xmlns:a16="http://schemas.microsoft.com/office/drawing/2014/main" id="{03B67A36-1BC7-437A-BF70-5B2315E38BF7}"/>
              </a:ext>
            </a:extLst>
          </p:cNvPr>
          <p:cNvSpPr txBox="1"/>
          <p:nvPr/>
        </p:nvSpPr>
        <p:spPr>
          <a:xfrm>
            <a:off x="3863710" y="2154333"/>
            <a:ext cx="1287535" cy="459116"/>
          </a:xfrm>
          <a:prstGeom prst="rect">
            <a:avLst/>
          </a:prstGeom>
          <a:solidFill>
            <a:srgbClr val="FAD0A9"/>
          </a:solidFill>
        </p:spPr>
        <p:txBody>
          <a:bodyPr wrap="square" rtlCol="0" anchor="ctr">
            <a:noAutofit/>
          </a:bodyPr>
          <a:lstStyle/>
          <a:p>
            <a:pPr algn="ctr"/>
            <a:r>
              <a:rPr lang="zh-TW" altLang="en-US" b="1" i="0">
                <a:ea typeface="KaiTi" panose="02010609060101010101" pitchFamily="49" charset="-122"/>
                <a:cs typeface="Calibri" panose="020F0502020204030204" pitchFamily="34" charset="0"/>
              </a:rPr>
              <a:t>保薦人</a:t>
            </a:r>
            <a:r>
              <a:rPr lang="en-US" altLang="zh-TW" b="1" i="0">
                <a:latin typeface="KaiTi" panose="02010609060101010101" pitchFamily="49" charset="-122"/>
                <a:ea typeface="KaiTi" panose="02010609060101010101" pitchFamily="49" charset="-122"/>
              </a:rPr>
              <a:t>/</a:t>
            </a:r>
            <a:r>
              <a:rPr lang="zh-TW" altLang="en-US" b="1" i="0">
                <a:ea typeface="KaiTi" panose="02010609060101010101" pitchFamily="49" charset="-122"/>
                <a:cs typeface="Calibri" panose="020F0502020204030204" pitchFamily="34" charset="0"/>
              </a:rPr>
              <a:t>承銷商</a:t>
            </a:r>
            <a:endParaRPr lang="en-US" b="1" i="0">
              <a:ea typeface="KaiTi" panose="02010609060101010101" pitchFamily="49" charset="-122"/>
              <a:cs typeface="Calibri" panose="020F0502020204030204" pitchFamily="34" charset="0"/>
            </a:endParaRPr>
          </a:p>
        </p:txBody>
      </p:sp>
      <p:cxnSp>
        <p:nvCxnSpPr>
          <p:cNvPr id="62" name="Connector: Elbow 61">
            <a:extLst>
              <a:ext uri="{FF2B5EF4-FFF2-40B4-BE49-F238E27FC236}">
                <a16:creationId xmlns:a16="http://schemas.microsoft.com/office/drawing/2014/main" id="{4E03C075-1D1B-40B6-A990-4850C637EF57}"/>
              </a:ext>
            </a:extLst>
          </p:cNvPr>
          <p:cNvCxnSpPr>
            <a:cxnSpLocks/>
            <a:stCxn id="58" idx="2"/>
            <a:endCxn id="64" idx="0"/>
          </p:cNvCxnSpPr>
          <p:nvPr/>
        </p:nvCxnSpPr>
        <p:spPr bwMode="auto">
          <a:xfrm rot="5400000">
            <a:off x="3038092" y="1602433"/>
            <a:ext cx="458370" cy="2480402"/>
          </a:xfrm>
          <a:prstGeom prst="bentConnector3">
            <a:avLst>
              <a:gd name="adj1" fmla="val 50000"/>
            </a:avLst>
          </a:prstGeom>
          <a:ln>
            <a:solidFill>
              <a:schemeClr val="accent5">
                <a:lumMod val="40000"/>
                <a:lumOff val="60000"/>
              </a:schemeClr>
            </a:solidFill>
            <a:headEnd type="none" w="med" len="med"/>
            <a:tailEnd type="none" w="med" len="med"/>
          </a:ln>
        </p:spPr>
        <p:style>
          <a:lnRef idx="1">
            <a:schemeClr val="accent5"/>
          </a:lnRef>
          <a:fillRef idx="0">
            <a:schemeClr val="accent5"/>
          </a:fillRef>
          <a:effectRef idx="0">
            <a:schemeClr val="accent5"/>
          </a:effectRef>
          <a:fontRef idx="minor">
            <a:schemeClr val="tx1"/>
          </a:fontRef>
        </p:style>
      </p:cxnSp>
      <p:sp>
        <p:nvSpPr>
          <p:cNvPr id="64" name="TextBox 63">
            <a:extLst>
              <a:ext uri="{FF2B5EF4-FFF2-40B4-BE49-F238E27FC236}">
                <a16:creationId xmlns:a16="http://schemas.microsoft.com/office/drawing/2014/main" id="{0F5E37A0-3704-408A-80C5-D1BD39EF6B43}"/>
              </a:ext>
            </a:extLst>
          </p:cNvPr>
          <p:cNvSpPr txBox="1"/>
          <p:nvPr/>
        </p:nvSpPr>
        <p:spPr>
          <a:xfrm>
            <a:off x="1257222" y="3071819"/>
            <a:ext cx="1539708" cy="461665"/>
          </a:xfrm>
          <a:prstGeom prst="rect">
            <a:avLst/>
          </a:prstGeom>
          <a:solidFill>
            <a:schemeClr val="accent5">
              <a:lumMod val="40000"/>
              <a:lumOff val="60000"/>
            </a:schemeClr>
          </a:solidFill>
          <a:ln>
            <a:solidFill>
              <a:schemeClr val="accent5">
                <a:lumMod val="40000"/>
                <a:lumOff val="60000"/>
              </a:schemeClr>
            </a:solidFill>
          </a:ln>
        </p:spPr>
        <p:txBody>
          <a:bodyPr wrap="square" rtlCol="0" anchor="ctr">
            <a:noAutofit/>
          </a:bodyPr>
          <a:lstStyle/>
          <a:p>
            <a:pPr algn="ctr">
              <a:spcAft>
                <a:spcPts val="0"/>
              </a:spcAft>
            </a:pPr>
            <a:r>
              <a:rPr lang="zh-TW" altLang="en-US" b="1" i="0" dirty="0">
                <a:ea typeface="KaiTi" panose="02010609060101010101" pitchFamily="49" charset="-122"/>
                <a:cs typeface="Calibri" panose="020F0502020204030204" pitchFamily="34" charset="0"/>
              </a:rPr>
              <a:t>公司律師</a:t>
            </a:r>
            <a:endParaRPr lang="en-US" altLang="zh-TW" b="1" i="0" dirty="0">
              <a:ea typeface="KaiTi" panose="02010609060101010101" pitchFamily="49" charset="-122"/>
              <a:cs typeface="Calibri" panose="020F0502020204030204" pitchFamily="34" charset="0"/>
            </a:endParaRPr>
          </a:p>
          <a:p>
            <a:pPr algn="ctr">
              <a:spcAft>
                <a:spcPts val="0"/>
              </a:spcAft>
            </a:pPr>
            <a:r>
              <a:rPr lang="zh-CN" altLang="en-US" b="1" i="0" dirty="0">
                <a:ea typeface="KaiTi" panose="02010609060101010101" pitchFamily="49" charset="-122"/>
                <a:cs typeface="Calibri" panose="020F0502020204030204" pitchFamily="34" charset="0"/>
              </a:rPr>
              <a:t>（</a:t>
            </a:r>
            <a:r>
              <a:rPr lang="zh-TW" altLang="en-US" b="1" i="0" dirty="0">
                <a:ea typeface="KaiTi" panose="02010609060101010101" pitchFamily="49" charset="-122"/>
                <a:cs typeface="Calibri" panose="020F0502020204030204" pitchFamily="34" charset="0"/>
              </a:rPr>
              <a:t>香港</a:t>
            </a:r>
            <a:r>
              <a:rPr lang="zh-CN" altLang="en-US" b="1" i="0" dirty="0">
                <a:ea typeface="KaiTi" panose="02010609060101010101" pitchFamily="49" charset="-122"/>
                <a:cs typeface="Calibri" panose="020F0502020204030204" pitchFamily="34" charset="0"/>
              </a:rPr>
              <a:t>）</a:t>
            </a:r>
            <a:endParaRPr lang="en-US" b="1" i="0" dirty="0">
              <a:ea typeface="KaiTi" panose="02010609060101010101" pitchFamily="49" charset="-122"/>
              <a:cs typeface="Calibri" panose="020F0502020204030204" pitchFamily="34" charset="0"/>
            </a:endParaRPr>
          </a:p>
        </p:txBody>
      </p:sp>
      <p:sp>
        <p:nvSpPr>
          <p:cNvPr id="65" name="TextBox 64">
            <a:extLst>
              <a:ext uri="{FF2B5EF4-FFF2-40B4-BE49-F238E27FC236}">
                <a16:creationId xmlns:a16="http://schemas.microsoft.com/office/drawing/2014/main" id="{C39F4512-2583-4294-AFD8-DB86EEA3AAE4}"/>
              </a:ext>
            </a:extLst>
          </p:cNvPr>
          <p:cNvSpPr txBox="1"/>
          <p:nvPr/>
        </p:nvSpPr>
        <p:spPr>
          <a:xfrm>
            <a:off x="2874220" y="3071819"/>
            <a:ext cx="1888311" cy="461665"/>
          </a:xfrm>
          <a:prstGeom prst="rect">
            <a:avLst/>
          </a:prstGeom>
          <a:solidFill>
            <a:schemeClr val="accent5">
              <a:lumMod val="40000"/>
              <a:lumOff val="60000"/>
            </a:schemeClr>
          </a:solidFill>
          <a:ln>
            <a:solidFill>
              <a:schemeClr val="accent5">
                <a:lumMod val="40000"/>
                <a:lumOff val="60000"/>
              </a:schemeClr>
            </a:solidFill>
          </a:ln>
        </p:spPr>
        <p:txBody>
          <a:bodyPr wrap="square" rtlCol="0" anchor="ctr">
            <a:noAutofit/>
          </a:bodyPr>
          <a:lstStyle/>
          <a:p>
            <a:pPr algn="ctr">
              <a:spcAft>
                <a:spcPts val="0"/>
              </a:spcAft>
            </a:pPr>
            <a:r>
              <a:rPr lang="zh-TW" altLang="en-US" b="1" i="0" dirty="0">
                <a:ea typeface="KaiTi" panose="02010609060101010101" pitchFamily="49" charset="-122"/>
                <a:cs typeface="Calibri" panose="020F0502020204030204" pitchFamily="34" charset="0"/>
              </a:rPr>
              <a:t>保薦人</a:t>
            </a:r>
            <a:r>
              <a:rPr lang="en-US" altLang="zh-TW" b="1" i="0" dirty="0">
                <a:latin typeface="KaiTi" panose="02010609060101010101" pitchFamily="49" charset="-122"/>
                <a:ea typeface="KaiTi" panose="02010609060101010101" pitchFamily="49" charset="-122"/>
              </a:rPr>
              <a:t>/</a:t>
            </a:r>
            <a:r>
              <a:rPr lang="zh-TW" altLang="en-US" b="1" i="0" dirty="0">
                <a:ea typeface="KaiTi" panose="02010609060101010101" pitchFamily="49" charset="-122"/>
                <a:cs typeface="Calibri" panose="020F0502020204030204" pitchFamily="34" charset="0"/>
              </a:rPr>
              <a:t>承銷商律師</a:t>
            </a:r>
            <a:endParaRPr lang="en-US" altLang="zh-TW" b="1" i="0" dirty="0">
              <a:ea typeface="KaiTi" panose="02010609060101010101" pitchFamily="49" charset="-122"/>
              <a:cs typeface="Calibri" panose="020F0502020204030204" pitchFamily="34" charset="0"/>
            </a:endParaRPr>
          </a:p>
          <a:p>
            <a:pPr algn="ctr">
              <a:spcAft>
                <a:spcPts val="0"/>
              </a:spcAft>
            </a:pPr>
            <a:r>
              <a:rPr lang="zh-CN" altLang="en-US" b="1" i="0" dirty="0">
                <a:ea typeface="KaiTi" panose="02010609060101010101" pitchFamily="49" charset="-122"/>
                <a:cs typeface="Calibri" panose="020F0502020204030204" pitchFamily="34" charset="0"/>
              </a:rPr>
              <a:t>（</a:t>
            </a:r>
            <a:r>
              <a:rPr lang="zh-TW" altLang="en-US" b="1" i="0" dirty="0">
                <a:ea typeface="KaiTi" panose="02010609060101010101" pitchFamily="49" charset="-122"/>
                <a:cs typeface="Calibri" panose="020F0502020204030204" pitchFamily="34" charset="0"/>
              </a:rPr>
              <a:t>香港</a:t>
            </a:r>
            <a:r>
              <a:rPr lang="zh-CN" altLang="en-US" b="1" i="0" dirty="0">
                <a:ea typeface="KaiTi" panose="02010609060101010101" pitchFamily="49" charset="-122"/>
                <a:cs typeface="Calibri" panose="020F0502020204030204" pitchFamily="34" charset="0"/>
              </a:rPr>
              <a:t>）</a:t>
            </a:r>
            <a:endParaRPr lang="en-US" b="1" i="0" dirty="0">
              <a:ea typeface="KaiTi" panose="02010609060101010101" pitchFamily="49" charset="-122"/>
              <a:cs typeface="Calibri" panose="020F0502020204030204" pitchFamily="34" charset="0"/>
            </a:endParaRPr>
          </a:p>
        </p:txBody>
      </p:sp>
      <p:sp>
        <p:nvSpPr>
          <p:cNvPr id="66" name="TextBox 65">
            <a:extLst>
              <a:ext uri="{FF2B5EF4-FFF2-40B4-BE49-F238E27FC236}">
                <a16:creationId xmlns:a16="http://schemas.microsoft.com/office/drawing/2014/main" id="{91896442-FEFC-4A5E-82C1-56DFF1E4010E}"/>
              </a:ext>
            </a:extLst>
          </p:cNvPr>
          <p:cNvSpPr txBox="1"/>
          <p:nvPr/>
        </p:nvSpPr>
        <p:spPr>
          <a:xfrm>
            <a:off x="4826660" y="3064195"/>
            <a:ext cx="1658030" cy="461665"/>
          </a:xfrm>
          <a:prstGeom prst="rect">
            <a:avLst/>
          </a:prstGeom>
          <a:solidFill>
            <a:schemeClr val="accent5">
              <a:lumMod val="40000"/>
              <a:lumOff val="60000"/>
            </a:schemeClr>
          </a:solidFill>
          <a:ln>
            <a:solidFill>
              <a:schemeClr val="accent5">
                <a:lumMod val="40000"/>
                <a:lumOff val="60000"/>
              </a:schemeClr>
            </a:solidFill>
          </a:ln>
        </p:spPr>
        <p:txBody>
          <a:bodyPr wrap="square" rtlCol="0" anchor="ctr">
            <a:noAutofit/>
          </a:bodyPr>
          <a:lstStyle/>
          <a:p>
            <a:pPr algn="ctr">
              <a:spcAft>
                <a:spcPts val="0"/>
              </a:spcAft>
            </a:pPr>
            <a:r>
              <a:rPr lang="zh-TW" altLang="en-US" b="1" i="0">
                <a:ea typeface="KaiTi" panose="02010609060101010101" pitchFamily="49" charset="-122"/>
                <a:cs typeface="Calibri" panose="020F0502020204030204" pitchFamily="34" charset="0"/>
              </a:rPr>
              <a:t>審計師</a:t>
            </a:r>
            <a:r>
              <a:rPr lang="en-US" altLang="zh-TW" b="1" i="0">
                <a:latin typeface="KaiTi" panose="02010609060101010101" pitchFamily="49" charset="-122"/>
                <a:ea typeface="KaiTi" panose="02010609060101010101" pitchFamily="49" charset="-122"/>
              </a:rPr>
              <a:t>/</a:t>
            </a:r>
            <a:r>
              <a:rPr lang="zh-TW" altLang="en-US" b="1" i="0">
                <a:ea typeface="KaiTi" panose="02010609060101010101" pitchFamily="49" charset="-122"/>
                <a:cs typeface="Calibri" panose="020F0502020204030204" pitchFamily="34" charset="0"/>
              </a:rPr>
              <a:t>內控顧問</a:t>
            </a:r>
            <a:r>
              <a:rPr lang="en-US" altLang="zh-TW" b="1" i="0">
                <a:latin typeface="KaiTi" panose="02010609060101010101" pitchFamily="49" charset="-122"/>
                <a:ea typeface="KaiTi" panose="02010609060101010101" pitchFamily="49" charset="-122"/>
              </a:rPr>
              <a:t>/</a:t>
            </a:r>
            <a:endParaRPr lang="en-US" altLang="zh-TW" b="1" i="0">
              <a:ea typeface="KaiTi" panose="02010609060101010101" pitchFamily="49" charset="-122"/>
              <a:cs typeface="Calibri" panose="020F0502020204030204" pitchFamily="34" charset="0"/>
            </a:endParaRPr>
          </a:p>
          <a:p>
            <a:pPr algn="ctr">
              <a:spcAft>
                <a:spcPts val="0"/>
              </a:spcAft>
            </a:pPr>
            <a:r>
              <a:rPr lang="zh-TW" altLang="en-US" b="1" i="0">
                <a:ea typeface="KaiTi" panose="02010609060101010101" pitchFamily="49" charset="-122"/>
                <a:cs typeface="Calibri" panose="020F0502020204030204" pitchFamily="34" charset="0"/>
              </a:rPr>
              <a:t>評估師</a:t>
            </a:r>
            <a:endParaRPr lang="en-US" altLang="zh-TW" b="1" i="0">
              <a:ea typeface="KaiTi" panose="02010609060101010101" pitchFamily="49" charset="-122"/>
              <a:cs typeface="Calibri" panose="020F0502020204030204" pitchFamily="34" charset="0"/>
            </a:endParaRPr>
          </a:p>
        </p:txBody>
      </p:sp>
      <p:sp>
        <p:nvSpPr>
          <p:cNvPr id="67" name="TextBox 66">
            <a:extLst>
              <a:ext uri="{FF2B5EF4-FFF2-40B4-BE49-F238E27FC236}">
                <a16:creationId xmlns:a16="http://schemas.microsoft.com/office/drawing/2014/main" id="{890E7AB0-2A9B-4283-9B84-5D94A8EA21C8}"/>
              </a:ext>
            </a:extLst>
          </p:cNvPr>
          <p:cNvSpPr txBox="1"/>
          <p:nvPr/>
        </p:nvSpPr>
        <p:spPr>
          <a:xfrm>
            <a:off x="6610525" y="3059516"/>
            <a:ext cx="1879170" cy="466344"/>
          </a:xfrm>
          <a:prstGeom prst="rect">
            <a:avLst/>
          </a:prstGeom>
          <a:solidFill>
            <a:schemeClr val="accent5">
              <a:lumMod val="40000"/>
              <a:lumOff val="60000"/>
            </a:schemeClr>
          </a:solidFill>
          <a:ln>
            <a:solidFill>
              <a:schemeClr val="accent5">
                <a:lumMod val="40000"/>
                <a:lumOff val="60000"/>
              </a:schemeClr>
            </a:solidFill>
          </a:ln>
        </p:spPr>
        <p:txBody>
          <a:bodyPr wrap="square" rtlCol="0" anchor="ctr">
            <a:noAutofit/>
          </a:bodyPr>
          <a:lstStyle/>
          <a:p>
            <a:pPr algn="ctr">
              <a:spcAft>
                <a:spcPts val="0"/>
              </a:spcAft>
            </a:pPr>
            <a:r>
              <a:rPr lang="zh-TW" altLang="en-US" b="1" i="0">
                <a:ea typeface="KaiTi" panose="02010609060101010101" pitchFamily="49" charset="-122"/>
                <a:cs typeface="Calibri" panose="020F0502020204030204" pitchFamily="34" charset="0"/>
              </a:rPr>
              <a:t>其他</a:t>
            </a:r>
            <a:endParaRPr lang="en-US" altLang="zh-TW" b="1" i="0">
              <a:ea typeface="KaiTi" panose="02010609060101010101" pitchFamily="49" charset="-122"/>
              <a:cs typeface="Calibri" panose="020F0502020204030204" pitchFamily="34" charset="0"/>
            </a:endParaRPr>
          </a:p>
        </p:txBody>
      </p:sp>
      <p:cxnSp>
        <p:nvCxnSpPr>
          <p:cNvPr id="70" name="Connector: Elbow 69">
            <a:extLst>
              <a:ext uri="{FF2B5EF4-FFF2-40B4-BE49-F238E27FC236}">
                <a16:creationId xmlns:a16="http://schemas.microsoft.com/office/drawing/2014/main" id="{17FD5CCC-BFB4-4FE1-BA13-454F32951114}"/>
              </a:ext>
            </a:extLst>
          </p:cNvPr>
          <p:cNvCxnSpPr>
            <a:cxnSpLocks/>
            <a:stCxn id="58" idx="2"/>
            <a:endCxn id="65" idx="0"/>
          </p:cNvCxnSpPr>
          <p:nvPr/>
        </p:nvCxnSpPr>
        <p:spPr bwMode="auto">
          <a:xfrm rot="5400000">
            <a:off x="3933742" y="2498083"/>
            <a:ext cx="458370" cy="689102"/>
          </a:xfrm>
          <a:prstGeom prst="bentConnector3">
            <a:avLst>
              <a:gd name="adj1" fmla="val 50000"/>
            </a:avLst>
          </a:prstGeom>
          <a:ln>
            <a:solidFill>
              <a:schemeClr val="accent5">
                <a:lumMod val="40000"/>
                <a:lumOff val="60000"/>
              </a:schemeClr>
            </a:solidFill>
            <a:headEnd type="none" w="med" len="med"/>
            <a:tailEnd type="none" w="med" len="med"/>
          </a:ln>
        </p:spPr>
        <p:style>
          <a:lnRef idx="1">
            <a:schemeClr val="accent5"/>
          </a:lnRef>
          <a:fillRef idx="0">
            <a:schemeClr val="accent5"/>
          </a:fillRef>
          <a:effectRef idx="0">
            <a:schemeClr val="accent5"/>
          </a:effectRef>
          <a:fontRef idx="minor">
            <a:schemeClr val="tx1"/>
          </a:fontRef>
        </p:style>
      </p:cxnSp>
      <p:cxnSp>
        <p:nvCxnSpPr>
          <p:cNvPr id="73" name="Connector: Elbow 72">
            <a:extLst>
              <a:ext uri="{FF2B5EF4-FFF2-40B4-BE49-F238E27FC236}">
                <a16:creationId xmlns:a16="http://schemas.microsoft.com/office/drawing/2014/main" id="{6AFEDB17-870F-40CC-86BE-304120658C8F}"/>
              </a:ext>
            </a:extLst>
          </p:cNvPr>
          <p:cNvCxnSpPr>
            <a:cxnSpLocks/>
            <a:stCxn id="58" idx="2"/>
            <a:endCxn id="66" idx="0"/>
          </p:cNvCxnSpPr>
          <p:nvPr/>
        </p:nvCxnSpPr>
        <p:spPr bwMode="auto">
          <a:xfrm rot="16200000" flipH="1">
            <a:off x="4856203" y="2264723"/>
            <a:ext cx="450746" cy="1148197"/>
          </a:xfrm>
          <a:prstGeom prst="bentConnector3">
            <a:avLst>
              <a:gd name="adj1" fmla="val 50000"/>
            </a:avLst>
          </a:prstGeom>
          <a:ln>
            <a:solidFill>
              <a:schemeClr val="accent5">
                <a:lumMod val="40000"/>
                <a:lumOff val="60000"/>
              </a:schemeClr>
            </a:solidFill>
            <a:headEnd type="none" w="med" len="med"/>
            <a:tailEnd type="none" w="med" len="med"/>
          </a:ln>
        </p:spPr>
        <p:style>
          <a:lnRef idx="1">
            <a:schemeClr val="accent5"/>
          </a:lnRef>
          <a:fillRef idx="0">
            <a:schemeClr val="accent5"/>
          </a:fillRef>
          <a:effectRef idx="0">
            <a:schemeClr val="accent5"/>
          </a:effectRef>
          <a:fontRef idx="minor">
            <a:schemeClr val="tx1"/>
          </a:fontRef>
        </p:style>
      </p:cxnSp>
      <p:cxnSp>
        <p:nvCxnSpPr>
          <p:cNvPr id="76" name="Connector: Elbow 75">
            <a:extLst>
              <a:ext uri="{FF2B5EF4-FFF2-40B4-BE49-F238E27FC236}">
                <a16:creationId xmlns:a16="http://schemas.microsoft.com/office/drawing/2014/main" id="{E87106E9-2FD9-4648-81D5-4ACEE4D67698}"/>
              </a:ext>
            </a:extLst>
          </p:cNvPr>
          <p:cNvCxnSpPr>
            <a:cxnSpLocks/>
            <a:stCxn id="58" idx="2"/>
            <a:endCxn id="67" idx="0"/>
          </p:cNvCxnSpPr>
          <p:nvPr/>
        </p:nvCxnSpPr>
        <p:spPr bwMode="auto">
          <a:xfrm rot="16200000" flipH="1">
            <a:off x="5805761" y="1315166"/>
            <a:ext cx="446067" cy="3042632"/>
          </a:xfrm>
          <a:prstGeom prst="bentConnector3">
            <a:avLst>
              <a:gd name="adj1" fmla="val 50000"/>
            </a:avLst>
          </a:prstGeom>
          <a:ln>
            <a:solidFill>
              <a:schemeClr val="accent5">
                <a:lumMod val="40000"/>
                <a:lumOff val="60000"/>
              </a:schemeClr>
            </a:solidFill>
            <a:headEnd type="none" w="med" len="med"/>
            <a:tailEnd type="none" w="med" len="med"/>
          </a:ln>
        </p:spPr>
        <p:style>
          <a:lnRef idx="1">
            <a:schemeClr val="accent5"/>
          </a:lnRef>
          <a:fillRef idx="0">
            <a:schemeClr val="accent5"/>
          </a:fillRef>
          <a:effectRef idx="0">
            <a:schemeClr val="accent5"/>
          </a:effectRef>
          <a:fontRef idx="minor">
            <a:schemeClr val="tx1"/>
          </a:fontRef>
        </p:style>
      </p:cxnSp>
      <p:sp>
        <p:nvSpPr>
          <p:cNvPr id="80" name="Slide Number Placeholder 2">
            <a:extLst>
              <a:ext uri="{FF2B5EF4-FFF2-40B4-BE49-F238E27FC236}">
                <a16:creationId xmlns:a16="http://schemas.microsoft.com/office/drawing/2014/main" id="{FAE93306-143E-41D9-8E58-9550FCE3E224}"/>
              </a:ext>
            </a:extLst>
          </p:cNvPr>
          <p:cNvSpPr>
            <a:spLocks noGrp="1"/>
          </p:cNvSpPr>
          <p:nvPr>
            <p:ph type="sldNum" sz="quarter" idx="10"/>
          </p:nvPr>
        </p:nvSpPr>
        <p:spPr>
          <a:xfrm>
            <a:off x="7897813" y="6398780"/>
            <a:ext cx="1066800" cy="217937"/>
          </a:xfrm>
        </p:spPr>
        <p:txBody>
          <a:bodyPr/>
          <a:lstStyle/>
          <a:p>
            <a:pPr>
              <a:defRPr/>
            </a:pPr>
            <a:fld id="{17AE90FD-2A67-4F1C-8A5E-6FE36A4F61F0}" type="slidenum">
              <a:rPr lang="en-US" altLang="en-US" smtClean="0"/>
              <a:pPr>
                <a:defRPr/>
              </a:pPr>
              <a:t>7</a:t>
            </a:fld>
            <a:endParaRPr lang="en-US" altLang="en-US"/>
          </a:p>
        </p:txBody>
      </p:sp>
    </p:spTree>
    <p:extLst>
      <p:ext uri="{BB962C8B-B14F-4D97-AF65-F5344CB8AC3E}">
        <p14:creationId xmlns:p14="http://schemas.microsoft.com/office/powerpoint/2010/main" val="3969844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9EF01EB-F7DD-4202-A79B-4CADBE9B4E6C}"/>
              </a:ext>
            </a:extLst>
          </p:cNvPr>
          <p:cNvSpPr>
            <a:spLocks noGrp="1"/>
          </p:cNvSpPr>
          <p:nvPr>
            <p:ph type="sldNum" sz="quarter" idx="10"/>
          </p:nvPr>
        </p:nvSpPr>
        <p:spPr>
          <a:xfrm>
            <a:off x="7897813" y="6398780"/>
            <a:ext cx="1066800" cy="217937"/>
          </a:xfrm>
        </p:spPr>
        <p:txBody>
          <a:bodyPr/>
          <a:lstStyle/>
          <a:p>
            <a:pPr>
              <a:defRPr/>
            </a:pPr>
            <a:fld id="{17AE90FD-2A67-4F1C-8A5E-6FE36A4F61F0}" type="slidenum">
              <a:rPr lang="en-US" altLang="en-US" smtClean="0"/>
              <a:pPr>
                <a:defRPr/>
              </a:pPr>
              <a:t>8</a:t>
            </a:fld>
            <a:endParaRPr lang="en-US" altLang="en-US"/>
          </a:p>
        </p:txBody>
      </p:sp>
      <p:sp>
        <p:nvSpPr>
          <p:cNvPr id="7" name="Text Placeholder 3">
            <a:extLst>
              <a:ext uri="{FF2B5EF4-FFF2-40B4-BE49-F238E27FC236}">
                <a16:creationId xmlns:a16="http://schemas.microsoft.com/office/drawing/2014/main" id="{807971C2-325D-4E19-BA7C-44A861EFF63F}"/>
              </a:ext>
            </a:extLst>
          </p:cNvPr>
          <p:cNvSpPr txBox="1">
            <a:spLocks/>
          </p:cNvSpPr>
          <p:nvPr/>
        </p:nvSpPr>
        <p:spPr>
          <a:xfrm>
            <a:off x="731964" y="2905788"/>
            <a:ext cx="7766083" cy="523212"/>
          </a:xfrm>
          <a:prstGeom prst="rect">
            <a:avLst/>
          </a:prstGeom>
        </p:spPr>
        <p:txBody>
          <a:bodyPr/>
          <a:lstStyle>
            <a:lvl1pPr marL="231751" indent="-231751" algn="l" rtl="0" eaLnBrk="1" fontAlgn="base" hangingPunct="0">
              <a:spcBef>
                <a:spcPts val="300"/>
              </a:spcBef>
              <a:spcAft>
                <a:spcPts val="300"/>
              </a:spcAft>
              <a:buClr>
                <a:schemeClr val="accent1"/>
              </a:buClr>
              <a:buFont typeface="Wingdings" pitchFamily="2" charset="2"/>
              <a:buChar char="n"/>
              <a:defRPr sz="1600">
                <a:solidFill>
                  <a:schemeClr val="tx1"/>
                </a:solidFill>
                <a:latin typeface="+mn-lt"/>
                <a:ea typeface="+mn-ea"/>
                <a:cs typeface="DFKaiShu-GB5" pitchFamily="65" charset="-128"/>
              </a:defRPr>
            </a:lvl1pPr>
            <a:lvl2pPr marL="566678" indent="-220640" algn="l" rtl="0" eaLnBrk="1" fontAlgn="base" hangingPunct="0">
              <a:spcBef>
                <a:spcPts val="300"/>
              </a:spcBef>
              <a:spcAft>
                <a:spcPts val="300"/>
              </a:spcAft>
              <a:buClr>
                <a:srgbClr val="626262"/>
              </a:buClr>
              <a:buFont typeface="Wingdings" pitchFamily="2" charset="2"/>
              <a:buChar char="u"/>
              <a:defRPr sz="1400">
                <a:solidFill>
                  <a:schemeClr val="tx1"/>
                </a:solidFill>
                <a:latin typeface="+mn-lt"/>
                <a:ea typeface="+mn-ea"/>
                <a:cs typeface="DFKaiShu-GB5" pitchFamily="65" charset="-128"/>
              </a:defRPr>
            </a:lvl2pPr>
            <a:lvl3pPr marL="909541" indent="-228576" algn="l" rtl="0" eaLnBrk="1" fontAlgn="base" hangingPunct="0">
              <a:spcBef>
                <a:spcPts val="300"/>
              </a:spcBef>
              <a:spcAft>
                <a:spcPts val="300"/>
              </a:spcAft>
              <a:buFont typeface="Arial" pitchFamily="34" charset="0"/>
              <a:buChar char="—"/>
              <a:defRPr sz="1400">
                <a:solidFill>
                  <a:schemeClr val="tx1"/>
                </a:solidFill>
                <a:latin typeface="+mn-lt"/>
                <a:ea typeface="+mn-ea"/>
                <a:cs typeface="DFKaiShu-GB5" pitchFamily="65" charset="-128"/>
              </a:defRPr>
            </a:lvl3pPr>
            <a:lvl4pPr marL="1252405" indent="-228576" algn="l" rtl="0" eaLnBrk="1" fontAlgn="base" hangingPunct="0">
              <a:spcBef>
                <a:spcPts val="300"/>
              </a:spcBef>
              <a:spcAft>
                <a:spcPts val="300"/>
              </a:spcAft>
              <a:buChar char="–"/>
              <a:defRPr sz="1400">
                <a:solidFill>
                  <a:schemeClr val="tx1"/>
                </a:solidFill>
                <a:latin typeface="+mn-lt"/>
                <a:ea typeface="+mn-ea"/>
                <a:cs typeface="DFKaiShu-GB5" pitchFamily="65" charset="-128"/>
              </a:defRPr>
            </a:lvl4pPr>
            <a:lvl5pPr marL="1595269" indent="-228576" algn="l" rtl="0" eaLnBrk="1" fontAlgn="base" hangingPunct="0">
              <a:spcBef>
                <a:spcPts val="300"/>
              </a:spcBef>
              <a:spcAft>
                <a:spcPts val="300"/>
              </a:spcAft>
              <a:buChar char="»"/>
              <a:defRPr sz="1400">
                <a:solidFill>
                  <a:schemeClr val="tx1"/>
                </a:solidFill>
                <a:latin typeface="+mn-lt"/>
                <a:ea typeface="+mn-ea"/>
                <a:cs typeface="DFKaiShu-GB5" pitchFamily="65" charset="-128"/>
              </a:defRPr>
            </a:lvl5pPr>
            <a:lvl6pPr marL="2052420" indent="-228576" algn="l" rtl="0" eaLnBrk="0" fontAlgn="base" hangingPunct="0">
              <a:spcBef>
                <a:spcPct val="0"/>
              </a:spcBef>
              <a:spcAft>
                <a:spcPct val="30000"/>
              </a:spcAft>
              <a:buChar char="»"/>
              <a:defRPr sz="1400">
                <a:solidFill>
                  <a:schemeClr val="tx1"/>
                </a:solidFill>
                <a:latin typeface="+mn-lt"/>
                <a:ea typeface="+mn-ea"/>
              </a:defRPr>
            </a:lvl6pPr>
            <a:lvl7pPr marL="2509572" indent="-228576" algn="l" rtl="0" eaLnBrk="0" fontAlgn="base" hangingPunct="0">
              <a:spcBef>
                <a:spcPct val="0"/>
              </a:spcBef>
              <a:spcAft>
                <a:spcPct val="30000"/>
              </a:spcAft>
              <a:buChar char="»"/>
              <a:defRPr sz="1400">
                <a:solidFill>
                  <a:schemeClr val="tx1"/>
                </a:solidFill>
                <a:latin typeface="+mn-lt"/>
                <a:ea typeface="+mn-ea"/>
              </a:defRPr>
            </a:lvl7pPr>
            <a:lvl8pPr marL="2966723" indent="-228576" algn="l" rtl="0" eaLnBrk="0" fontAlgn="base" hangingPunct="0">
              <a:spcBef>
                <a:spcPct val="0"/>
              </a:spcBef>
              <a:spcAft>
                <a:spcPct val="30000"/>
              </a:spcAft>
              <a:buChar char="»"/>
              <a:defRPr sz="1400">
                <a:solidFill>
                  <a:schemeClr val="tx1"/>
                </a:solidFill>
                <a:latin typeface="+mn-lt"/>
                <a:ea typeface="+mn-ea"/>
              </a:defRPr>
            </a:lvl8pPr>
            <a:lvl9pPr marL="3423875" indent="-228576" algn="l" rtl="0" eaLnBrk="0" fontAlgn="base" hangingPunct="0">
              <a:spcBef>
                <a:spcPct val="0"/>
              </a:spcBef>
              <a:spcAft>
                <a:spcPct val="30000"/>
              </a:spcAft>
              <a:buChar char="»"/>
              <a:defRPr sz="1400">
                <a:solidFill>
                  <a:schemeClr val="tx1"/>
                </a:solidFill>
                <a:latin typeface="+mn-lt"/>
                <a:ea typeface="+mn-ea"/>
              </a:defRPr>
            </a:lvl9pPr>
          </a:lstStyle>
          <a:p>
            <a:pPr marL="0" indent="0" algn="r">
              <a:buNone/>
            </a:pPr>
            <a:r>
              <a:rPr lang="en-US" altLang="zh-TW" sz="2800" b="1" i="0">
                <a:solidFill>
                  <a:schemeClr val="dk1"/>
                </a:solidFill>
                <a:latin typeface="Calibri" panose="020F0502020204030204" pitchFamily="34" charset="0"/>
                <a:ea typeface="KaiTi" panose="02010609060101010101" pitchFamily="49" charset="-122"/>
                <a:cs typeface="Calibri" panose="020F0502020204030204" pitchFamily="34" charset="0"/>
              </a:rPr>
              <a:t>3.</a:t>
            </a:r>
            <a:r>
              <a:rPr lang="zh-TW" altLang="en-US" sz="2800" b="1" i="0">
                <a:solidFill>
                  <a:schemeClr val="dk1"/>
                </a:solidFill>
                <a:latin typeface="KaiTi" panose="02010609060101010101" pitchFamily="49" charset="-122"/>
                <a:ea typeface="KaiTi" panose="02010609060101010101" pitchFamily="49" charset="-122"/>
                <a:cs typeface="Calibri" panose="020F0502020204030204" pitchFamily="34" charset="0"/>
              </a:rPr>
              <a:t> </a:t>
            </a:r>
            <a:r>
              <a:rPr lang="zh-TW" altLang="en-US" sz="2800" b="1" i="0">
                <a:latin typeface="KaiTi" panose="02010609060101010101" pitchFamily="49" charset="-122"/>
                <a:ea typeface="KaiTi" panose="02010609060101010101" pitchFamily="49" charset="-122"/>
                <a:cs typeface="Calibri" panose="020F0502020204030204" pitchFamily="34" charset="0"/>
              </a:rPr>
              <a:t>項目管理及協調機制</a:t>
            </a:r>
            <a:endParaRPr lang="en-US" b="1" i="0" kern="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1457153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9" name="Rectangle 2"/>
          <p:cNvSpPr>
            <a:spLocks noGrp="1" noChangeArrowheads="1"/>
          </p:cNvSpPr>
          <p:nvPr>
            <p:ph type="title"/>
          </p:nvPr>
        </p:nvSpPr>
        <p:spPr>
          <a:xfrm>
            <a:off x="663575" y="497194"/>
            <a:ext cx="7845552" cy="461657"/>
          </a:xfrm>
        </p:spPr>
        <p:txBody>
          <a:bodyPr/>
          <a:lstStyle/>
          <a:p>
            <a:r>
              <a:rPr lang="zh-TW" altLang="en-US">
                <a:latin typeface="KaiTi" panose="02010609060101010101" pitchFamily="49" charset="-122"/>
                <a:ea typeface="KaiTi" panose="02010609060101010101" pitchFamily="49" charset="-122"/>
                <a:cs typeface="Calibri" panose="020F0502020204030204" pitchFamily="34" charset="0"/>
              </a:rPr>
              <a:t>項目管理及協調機制</a:t>
            </a:r>
            <a:endParaRPr lang="zh-CN" altLang="en-US">
              <a:latin typeface="KaiTi" panose="02010609060101010101" pitchFamily="49" charset="-122"/>
              <a:ea typeface="KaiTi" panose="02010609060101010101" pitchFamily="49" charset="-122"/>
              <a:cs typeface="Calibri" panose="020F0502020204030204" pitchFamily="34" charset="0"/>
            </a:endParaRPr>
          </a:p>
        </p:txBody>
      </p:sp>
      <p:sp>
        <p:nvSpPr>
          <p:cNvPr id="2" name="TextBox 1">
            <a:extLst>
              <a:ext uri="{FF2B5EF4-FFF2-40B4-BE49-F238E27FC236}">
                <a16:creationId xmlns:a16="http://schemas.microsoft.com/office/drawing/2014/main" id="{4C3A71F1-D7F8-45DF-84CA-D9E160E13FD0}"/>
              </a:ext>
            </a:extLst>
          </p:cNvPr>
          <p:cNvSpPr txBox="1"/>
          <p:nvPr/>
        </p:nvSpPr>
        <p:spPr>
          <a:xfrm>
            <a:off x="663575" y="1032197"/>
            <a:ext cx="7826120" cy="385476"/>
          </a:xfrm>
          <a:prstGeom prst="rect">
            <a:avLst/>
          </a:prstGeom>
          <a:solidFill>
            <a:srgbClr val="C00000"/>
          </a:solidFill>
        </p:spPr>
        <p:txBody>
          <a:bodyPr wrap="square" rtlCol="0" anchor="ctr">
            <a:noAutofit/>
          </a:bodyPr>
          <a:lstStyle/>
          <a:p>
            <a:r>
              <a:rPr lang="zh-TW" altLang="en-US" b="1" i="0">
                <a:solidFill>
                  <a:schemeClr val="bg1"/>
                </a:solidFill>
                <a:latin typeface="KaiTi" panose="02010609060101010101" pitchFamily="49" charset="-122"/>
                <a:ea typeface="KaiTi" panose="02010609060101010101" pitchFamily="49" charset="-122"/>
              </a:rPr>
              <a:t>項目團隊將安排週會、臨時會議和向管理層匯報會議</a:t>
            </a:r>
            <a:endParaRPr lang="en-US" b="1" i="0">
              <a:solidFill>
                <a:schemeClr val="bg1"/>
              </a:solidFill>
              <a:latin typeface="KaiTi" panose="02010609060101010101" pitchFamily="49" charset="-122"/>
              <a:ea typeface="KaiTi" panose="02010609060101010101" pitchFamily="49" charset="-122"/>
            </a:endParaRPr>
          </a:p>
        </p:txBody>
      </p:sp>
      <p:sp>
        <p:nvSpPr>
          <p:cNvPr id="69" name="object 11">
            <a:extLst>
              <a:ext uri="{FF2B5EF4-FFF2-40B4-BE49-F238E27FC236}">
                <a16:creationId xmlns:a16="http://schemas.microsoft.com/office/drawing/2014/main" id="{607A35CC-8F7A-4E67-9B97-957ABBAF289F}"/>
              </a:ext>
            </a:extLst>
          </p:cNvPr>
          <p:cNvSpPr/>
          <p:nvPr/>
        </p:nvSpPr>
        <p:spPr>
          <a:xfrm>
            <a:off x="857123" y="1484203"/>
            <a:ext cx="2255194" cy="344805"/>
          </a:xfrm>
          <a:custGeom>
            <a:avLst/>
            <a:gdLst/>
            <a:ahLst/>
            <a:cxnLst/>
            <a:rect l="l" t="t" r="r" b="b"/>
            <a:pathLst>
              <a:path w="2699385" h="344805">
                <a:moveTo>
                  <a:pt x="2699004" y="0"/>
                </a:moveTo>
                <a:lnTo>
                  <a:pt x="0" y="0"/>
                </a:lnTo>
                <a:lnTo>
                  <a:pt x="0" y="344424"/>
                </a:lnTo>
                <a:lnTo>
                  <a:pt x="2699004" y="344424"/>
                </a:lnTo>
                <a:lnTo>
                  <a:pt x="2699004" y="0"/>
                </a:lnTo>
                <a:close/>
              </a:path>
            </a:pathLst>
          </a:custGeom>
          <a:solidFill>
            <a:schemeClr val="bg1">
              <a:lumMod val="85000"/>
            </a:schemeClr>
          </a:solidFill>
        </p:spPr>
        <p:txBody>
          <a:bodyPr wrap="square" lIns="0" tIns="0" rIns="0" bIns="0" rtlCol="0"/>
          <a:lstStyle/>
          <a:p>
            <a:pPr eaLnBrk="1" fontAlgn="auto" hangingPunct="1">
              <a:spcBef>
                <a:spcPts val="0"/>
              </a:spcBef>
              <a:spcAft>
                <a:spcPts val="0"/>
              </a:spcAft>
              <a:buClrTx/>
              <a:buFontTx/>
              <a:buNone/>
            </a:pPr>
            <a:endParaRPr sz="1800" i="0">
              <a:solidFill>
                <a:prstClr val="black"/>
              </a:solidFill>
              <a:latin typeface="Calibri"/>
              <a:ea typeface="+mn-ea"/>
              <a:cs typeface="+mn-cs"/>
            </a:endParaRPr>
          </a:p>
        </p:txBody>
      </p:sp>
      <p:sp>
        <p:nvSpPr>
          <p:cNvPr id="71" name="object 12">
            <a:extLst>
              <a:ext uri="{FF2B5EF4-FFF2-40B4-BE49-F238E27FC236}">
                <a16:creationId xmlns:a16="http://schemas.microsoft.com/office/drawing/2014/main" id="{A7063402-BFBC-44DE-BD77-B9D60CD042BA}"/>
              </a:ext>
            </a:extLst>
          </p:cNvPr>
          <p:cNvSpPr txBox="1"/>
          <p:nvPr/>
        </p:nvSpPr>
        <p:spPr>
          <a:xfrm>
            <a:off x="1851831" y="1540973"/>
            <a:ext cx="462995" cy="197490"/>
          </a:xfrm>
          <a:prstGeom prst="rect">
            <a:avLst/>
          </a:prstGeom>
        </p:spPr>
        <p:txBody>
          <a:bodyPr vert="horz" wrap="square" lIns="0" tIns="12700" rIns="0" bIns="0" rtlCol="0">
            <a:spAutoFit/>
          </a:bodyPr>
          <a:lstStyle/>
          <a:p>
            <a:pPr marL="12700" eaLnBrk="1" fontAlgn="auto" hangingPunct="1">
              <a:spcBef>
                <a:spcPts val="100"/>
              </a:spcBef>
              <a:spcAft>
                <a:spcPts val="0"/>
              </a:spcAft>
              <a:buClrTx/>
              <a:buFontTx/>
              <a:buNone/>
            </a:pPr>
            <a:r>
              <a:rPr lang="zh-TW" altLang="en-US" b="1" i="0" spc="-15">
                <a:latin typeface="KaiTi" panose="02010609060101010101" pitchFamily="49" charset="-122"/>
                <a:ea typeface="KaiTi" panose="02010609060101010101" pitchFamily="49" charset="-122"/>
                <a:cs typeface="Times New Roman"/>
              </a:rPr>
              <a:t>週會</a:t>
            </a:r>
            <a:endParaRPr i="0">
              <a:latin typeface="KaiTi" panose="02010609060101010101" pitchFamily="49" charset="-122"/>
              <a:ea typeface="KaiTi" panose="02010609060101010101" pitchFamily="49" charset="-122"/>
              <a:cs typeface="Times New Roman"/>
            </a:endParaRPr>
          </a:p>
        </p:txBody>
      </p:sp>
      <p:grpSp>
        <p:nvGrpSpPr>
          <p:cNvPr id="72" name="object 13">
            <a:extLst>
              <a:ext uri="{FF2B5EF4-FFF2-40B4-BE49-F238E27FC236}">
                <a16:creationId xmlns:a16="http://schemas.microsoft.com/office/drawing/2014/main" id="{8D9188FD-9735-4B90-8CA7-7E7D17ECE6EC}"/>
              </a:ext>
            </a:extLst>
          </p:cNvPr>
          <p:cNvGrpSpPr/>
          <p:nvPr/>
        </p:nvGrpSpPr>
        <p:grpSpPr>
          <a:xfrm>
            <a:off x="663575" y="1465915"/>
            <a:ext cx="368935" cy="368935"/>
            <a:chOff x="547116" y="2141219"/>
            <a:chExt cx="368935" cy="368935"/>
          </a:xfrm>
          <a:solidFill>
            <a:srgbClr val="C00000"/>
          </a:solidFill>
        </p:grpSpPr>
        <p:sp>
          <p:nvSpPr>
            <p:cNvPr id="74" name="object 14">
              <a:extLst>
                <a:ext uri="{FF2B5EF4-FFF2-40B4-BE49-F238E27FC236}">
                  <a16:creationId xmlns:a16="http://schemas.microsoft.com/office/drawing/2014/main" id="{5F409C14-9B17-45B6-B687-4065E571816C}"/>
                </a:ext>
              </a:extLst>
            </p:cNvPr>
            <p:cNvSpPr/>
            <p:nvPr/>
          </p:nvSpPr>
          <p:spPr>
            <a:xfrm>
              <a:off x="566166" y="2160269"/>
              <a:ext cx="330835" cy="330835"/>
            </a:xfrm>
            <a:custGeom>
              <a:avLst/>
              <a:gdLst/>
              <a:ahLst/>
              <a:cxnLst/>
              <a:rect l="l" t="t" r="r" b="b"/>
              <a:pathLst>
                <a:path w="330834" h="330835">
                  <a:moveTo>
                    <a:pt x="165354" y="0"/>
                  </a:moveTo>
                  <a:lnTo>
                    <a:pt x="121395" y="5907"/>
                  </a:lnTo>
                  <a:lnTo>
                    <a:pt x="81895" y="22577"/>
                  </a:lnTo>
                  <a:lnTo>
                    <a:pt x="48429" y="48434"/>
                  </a:lnTo>
                  <a:lnTo>
                    <a:pt x="22574" y="81900"/>
                  </a:lnTo>
                  <a:lnTo>
                    <a:pt x="5906" y="121399"/>
                  </a:lnTo>
                  <a:lnTo>
                    <a:pt x="0" y="165353"/>
                  </a:lnTo>
                  <a:lnTo>
                    <a:pt x="5906" y="209308"/>
                  </a:lnTo>
                  <a:lnTo>
                    <a:pt x="22574" y="248807"/>
                  </a:lnTo>
                  <a:lnTo>
                    <a:pt x="48429" y="282273"/>
                  </a:lnTo>
                  <a:lnTo>
                    <a:pt x="81895" y="308130"/>
                  </a:lnTo>
                  <a:lnTo>
                    <a:pt x="121395" y="324800"/>
                  </a:lnTo>
                  <a:lnTo>
                    <a:pt x="165354" y="330707"/>
                  </a:lnTo>
                  <a:lnTo>
                    <a:pt x="209312" y="324800"/>
                  </a:lnTo>
                  <a:lnTo>
                    <a:pt x="248812" y="308130"/>
                  </a:lnTo>
                  <a:lnTo>
                    <a:pt x="282278" y="282273"/>
                  </a:lnTo>
                  <a:lnTo>
                    <a:pt x="308133" y="248807"/>
                  </a:lnTo>
                  <a:lnTo>
                    <a:pt x="324801" y="209308"/>
                  </a:lnTo>
                  <a:lnTo>
                    <a:pt x="330708" y="165353"/>
                  </a:lnTo>
                  <a:lnTo>
                    <a:pt x="324801" y="121399"/>
                  </a:lnTo>
                  <a:lnTo>
                    <a:pt x="308133" y="81900"/>
                  </a:lnTo>
                  <a:lnTo>
                    <a:pt x="282278" y="48434"/>
                  </a:lnTo>
                  <a:lnTo>
                    <a:pt x="248812" y="22577"/>
                  </a:lnTo>
                  <a:lnTo>
                    <a:pt x="209312" y="5907"/>
                  </a:lnTo>
                  <a:lnTo>
                    <a:pt x="165354" y="0"/>
                  </a:lnTo>
                  <a:close/>
                </a:path>
              </a:pathLst>
            </a:custGeom>
            <a:grpFill/>
          </p:spPr>
          <p:txBody>
            <a:bodyPr wrap="square" lIns="0" tIns="0" rIns="0" bIns="0" rtlCol="0"/>
            <a:lstStyle/>
            <a:p>
              <a:pPr eaLnBrk="1" fontAlgn="auto" hangingPunct="1">
                <a:spcBef>
                  <a:spcPts val="0"/>
                </a:spcBef>
                <a:spcAft>
                  <a:spcPts val="0"/>
                </a:spcAft>
                <a:buClrTx/>
                <a:buFontTx/>
                <a:buNone/>
              </a:pPr>
              <a:endParaRPr sz="1800" i="0">
                <a:solidFill>
                  <a:prstClr val="black"/>
                </a:solidFill>
                <a:ea typeface="+mn-ea"/>
                <a:cs typeface="Calibri" panose="020F0502020204030204" pitchFamily="34" charset="0"/>
              </a:endParaRPr>
            </a:p>
          </p:txBody>
        </p:sp>
        <p:sp>
          <p:nvSpPr>
            <p:cNvPr id="75" name="object 15">
              <a:extLst>
                <a:ext uri="{FF2B5EF4-FFF2-40B4-BE49-F238E27FC236}">
                  <a16:creationId xmlns:a16="http://schemas.microsoft.com/office/drawing/2014/main" id="{E90CF915-441B-4A79-A335-05244C53CC0F}"/>
                </a:ext>
              </a:extLst>
            </p:cNvPr>
            <p:cNvSpPr/>
            <p:nvPr/>
          </p:nvSpPr>
          <p:spPr>
            <a:xfrm>
              <a:off x="566166" y="2160269"/>
              <a:ext cx="330835" cy="330835"/>
            </a:xfrm>
            <a:custGeom>
              <a:avLst/>
              <a:gdLst/>
              <a:ahLst/>
              <a:cxnLst/>
              <a:rect l="l" t="t" r="r" b="b"/>
              <a:pathLst>
                <a:path w="330834" h="330835">
                  <a:moveTo>
                    <a:pt x="0" y="165353"/>
                  </a:moveTo>
                  <a:lnTo>
                    <a:pt x="5906" y="121399"/>
                  </a:lnTo>
                  <a:lnTo>
                    <a:pt x="22574" y="81900"/>
                  </a:lnTo>
                  <a:lnTo>
                    <a:pt x="48429" y="48434"/>
                  </a:lnTo>
                  <a:lnTo>
                    <a:pt x="81895" y="22577"/>
                  </a:lnTo>
                  <a:lnTo>
                    <a:pt x="121395" y="5907"/>
                  </a:lnTo>
                  <a:lnTo>
                    <a:pt x="165354" y="0"/>
                  </a:lnTo>
                  <a:lnTo>
                    <a:pt x="209312" y="5907"/>
                  </a:lnTo>
                  <a:lnTo>
                    <a:pt x="248812" y="22577"/>
                  </a:lnTo>
                  <a:lnTo>
                    <a:pt x="282278" y="48434"/>
                  </a:lnTo>
                  <a:lnTo>
                    <a:pt x="308133" y="81900"/>
                  </a:lnTo>
                  <a:lnTo>
                    <a:pt x="324801" y="121399"/>
                  </a:lnTo>
                  <a:lnTo>
                    <a:pt x="330708" y="165353"/>
                  </a:lnTo>
                  <a:lnTo>
                    <a:pt x="324801" y="209308"/>
                  </a:lnTo>
                  <a:lnTo>
                    <a:pt x="308133" y="248807"/>
                  </a:lnTo>
                  <a:lnTo>
                    <a:pt x="282278" y="282273"/>
                  </a:lnTo>
                  <a:lnTo>
                    <a:pt x="248812" y="308130"/>
                  </a:lnTo>
                  <a:lnTo>
                    <a:pt x="209312" y="324800"/>
                  </a:lnTo>
                  <a:lnTo>
                    <a:pt x="165354" y="330707"/>
                  </a:lnTo>
                  <a:lnTo>
                    <a:pt x="121395" y="324800"/>
                  </a:lnTo>
                  <a:lnTo>
                    <a:pt x="81895" y="308130"/>
                  </a:lnTo>
                  <a:lnTo>
                    <a:pt x="48429" y="282273"/>
                  </a:lnTo>
                  <a:lnTo>
                    <a:pt x="22574" y="248807"/>
                  </a:lnTo>
                  <a:lnTo>
                    <a:pt x="5906" y="209308"/>
                  </a:lnTo>
                  <a:lnTo>
                    <a:pt x="0" y="165353"/>
                  </a:lnTo>
                  <a:close/>
                </a:path>
              </a:pathLst>
            </a:custGeom>
            <a:grpFill/>
            <a:ln w="38100">
              <a:solidFill>
                <a:srgbClr val="FFFFFF"/>
              </a:solidFill>
            </a:ln>
          </p:spPr>
          <p:txBody>
            <a:bodyPr wrap="square" lIns="0" tIns="0" rIns="0" bIns="0" rtlCol="0"/>
            <a:lstStyle/>
            <a:p>
              <a:pPr eaLnBrk="1" fontAlgn="auto" hangingPunct="1">
                <a:spcBef>
                  <a:spcPts val="0"/>
                </a:spcBef>
                <a:spcAft>
                  <a:spcPts val="0"/>
                </a:spcAft>
                <a:buClrTx/>
                <a:buFontTx/>
                <a:buNone/>
              </a:pPr>
              <a:endParaRPr sz="1800" i="0">
                <a:solidFill>
                  <a:prstClr val="black"/>
                </a:solidFill>
                <a:ea typeface="+mn-ea"/>
                <a:cs typeface="Calibri" panose="020F0502020204030204" pitchFamily="34" charset="0"/>
              </a:endParaRPr>
            </a:p>
          </p:txBody>
        </p:sp>
      </p:grpSp>
      <p:sp>
        <p:nvSpPr>
          <p:cNvPr id="77" name="object 16">
            <a:extLst>
              <a:ext uri="{FF2B5EF4-FFF2-40B4-BE49-F238E27FC236}">
                <a16:creationId xmlns:a16="http://schemas.microsoft.com/office/drawing/2014/main" id="{F5CDAE6A-13A3-43F0-9D3C-E5215DDFA8C2}"/>
              </a:ext>
            </a:extLst>
          </p:cNvPr>
          <p:cNvSpPr txBox="1"/>
          <p:nvPr/>
        </p:nvSpPr>
        <p:spPr>
          <a:xfrm>
            <a:off x="808144" y="1540973"/>
            <a:ext cx="101600" cy="197490"/>
          </a:xfrm>
          <a:prstGeom prst="rect">
            <a:avLst/>
          </a:prstGeom>
        </p:spPr>
        <p:txBody>
          <a:bodyPr vert="horz" wrap="square" lIns="0" tIns="12700" rIns="0" bIns="0" rtlCol="0">
            <a:spAutoFit/>
          </a:bodyPr>
          <a:lstStyle/>
          <a:p>
            <a:pPr marL="12700" eaLnBrk="1" fontAlgn="auto" hangingPunct="1">
              <a:spcBef>
                <a:spcPts val="100"/>
              </a:spcBef>
              <a:spcAft>
                <a:spcPts val="0"/>
              </a:spcAft>
              <a:buClrTx/>
              <a:buFontTx/>
              <a:buNone/>
            </a:pPr>
            <a:r>
              <a:rPr b="1" i="0">
                <a:solidFill>
                  <a:schemeClr val="bg1"/>
                </a:solidFill>
                <a:ea typeface="+mn-ea"/>
                <a:cs typeface="Calibri" panose="020F0502020204030204" pitchFamily="34" charset="0"/>
              </a:rPr>
              <a:t>1</a:t>
            </a:r>
            <a:endParaRPr i="0">
              <a:solidFill>
                <a:schemeClr val="bg1"/>
              </a:solidFill>
              <a:ea typeface="+mn-ea"/>
              <a:cs typeface="Calibri" panose="020F0502020204030204" pitchFamily="34" charset="0"/>
            </a:endParaRPr>
          </a:p>
        </p:txBody>
      </p:sp>
      <p:sp>
        <p:nvSpPr>
          <p:cNvPr id="82" name="object 21">
            <a:extLst>
              <a:ext uri="{FF2B5EF4-FFF2-40B4-BE49-F238E27FC236}">
                <a16:creationId xmlns:a16="http://schemas.microsoft.com/office/drawing/2014/main" id="{F31A97D6-275C-45F9-9DA3-7C351717F3AA}"/>
              </a:ext>
            </a:extLst>
          </p:cNvPr>
          <p:cNvSpPr txBox="1"/>
          <p:nvPr/>
        </p:nvSpPr>
        <p:spPr>
          <a:xfrm>
            <a:off x="849604" y="1916766"/>
            <a:ext cx="2262713" cy="1287532"/>
          </a:xfrm>
          <a:prstGeom prst="rect">
            <a:avLst/>
          </a:prstGeom>
        </p:spPr>
        <p:txBody>
          <a:bodyPr vert="horz" wrap="square" lIns="0" tIns="12700" rIns="0" bIns="0" rtlCol="0">
            <a:spAutoFit/>
          </a:bodyPr>
          <a:lstStyle/>
          <a:p>
            <a:pPr marL="184785" marR="41910" indent="-172720" eaLnBrk="1" fontAlgn="auto" hangingPunct="1">
              <a:spcBef>
                <a:spcPts val="100"/>
              </a:spcBef>
              <a:spcAft>
                <a:spcPts val="1200"/>
              </a:spcAft>
              <a:buClrTx/>
              <a:buFont typeface="Arial"/>
              <a:buChar char="•"/>
              <a:tabLst>
                <a:tab pos="185420" algn="l"/>
              </a:tabLst>
            </a:pPr>
            <a:r>
              <a:rPr lang="zh-TW" altLang="en-US" i="0" spc="-5" dirty="0">
                <a:solidFill>
                  <a:prstClr val="black"/>
                </a:solidFill>
                <a:latin typeface="KaiTi" panose="02010609060101010101" pitchFamily="49" charset="-122"/>
                <a:ea typeface="KaiTi" panose="02010609060101010101" pitchFamily="49" charset="-122"/>
                <a:cs typeface="Times New Roman"/>
              </a:rPr>
              <a:t>各專業團隊以週報的形式總結每週的工作進度，方便各專業團隊和公司的溝通和統籌協調</a:t>
            </a:r>
            <a:endParaRPr lang="en-US" altLang="zh-TW" i="0" spc="-5" dirty="0">
              <a:solidFill>
                <a:prstClr val="black"/>
              </a:solidFill>
              <a:latin typeface="KaiTi" panose="02010609060101010101" pitchFamily="49" charset="-122"/>
              <a:ea typeface="KaiTi" panose="02010609060101010101" pitchFamily="49" charset="-122"/>
              <a:cs typeface="Times New Roman"/>
            </a:endParaRPr>
          </a:p>
          <a:p>
            <a:pPr marL="184785" marR="41910" indent="-172720" eaLnBrk="1" fontAlgn="auto" hangingPunct="1">
              <a:spcBef>
                <a:spcPts val="100"/>
              </a:spcBef>
              <a:spcAft>
                <a:spcPts val="1200"/>
              </a:spcAft>
              <a:buClrTx/>
              <a:buFont typeface="Arial"/>
              <a:buChar char="•"/>
              <a:tabLst>
                <a:tab pos="185420" algn="l"/>
              </a:tabLst>
            </a:pPr>
            <a:r>
              <a:rPr lang="zh-TW" altLang="en-US" i="0" spc="-5" dirty="0">
                <a:solidFill>
                  <a:prstClr val="black"/>
                </a:solidFill>
                <a:latin typeface="KaiTi" panose="02010609060101010101" pitchFamily="49" charset="-122"/>
                <a:ea typeface="KaiTi" panose="02010609060101010101" pitchFamily="49" charset="-122"/>
                <a:cs typeface="Times New Roman"/>
              </a:rPr>
              <a:t>除非另有說明，否則每週會議將通過線上</a:t>
            </a:r>
            <a:r>
              <a:rPr lang="zh-CN" altLang="en-US" i="0" spc="-5" dirty="0">
                <a:solidFill>
                  <a:prstClr val="black"/>
                </a:solidFill>
                <a:latin typeface="KaiTi" panose="02010609060101010101" pitchFamily="49" charset="-122"/>
                <a:ea typeface="KaiTi" panose="02010609060101010101" pitchFamily="49" charset="-122"/>
                <a:cs typeface="Times New Roman"/>
              </a:rPr>
              <a:t>（或以實體會議形式進行，如需要）</a:t>
            </a:r>
            <a:r>
              <a:rPr lang="zh-TW" altLang="en-US" i="0" spc="-5" dirty="0">
                <a:solidFill>
                  <a:prstClr val="black"/>
                </a:solidFill>
                <a:latin typeface="KaiTi" panose="02010609060101010101" pitchFamily="49" charset="-122"/>
                <a:ea typeface="KaiTi" panose="02010609060101010101" pitchFamily="49" charset="-122"/>
                <a:cs typeface="Times New Roman"/>
              </a:rPr>
              <a:t>會議進行</a:t>
            </a:r>
            <a:endParaRPr lang="en-US" altLang="zh-TW" i="0" spc="-5" dirty="0">
              <a:solidFill>
                <a:prstClr val="black"/>
              </a:solidFill>
              <a:latin typeface="KaiTi" panose="02010609060101010101" pitchFamily="49" charset="-122"/>
              <a:ea typeface="KaiTi" panose="02010609060101010101" pitchFamily="49" charset="-122"/>
              <a:cs typeface="Times New Roman"/>
            </a:endParaRPr>
          </a:p>
        </p:txBody>
      </p:sp>
      <p:sp>
        <p:nvSpPr>
          <p:cNvPr id="83" name="object 22">
            <a:extLst>
              <a:ext uri="{FF2B5EF4-FFF2-40B4-BE49-F238E27FC236}">
                <a16:creationId xmlns:a16="http://schemas.microsoft.com/office/drawing/2014/main" id="{23D3570C-9E3E-49BF-8E27-3FC9ABE07DAC}"/>
              </a:ext>
            </a:extLst>
          </p:cNvPr>
          <p:cNvSpPr/>
          <p:nvPr/>
        </p:nvSpPr>
        <p:spPr>
          <a:xfrm flipV="1">
            <a:off x="790067" y="3246337"/>
            <a:ext cx="2322250" cy="45719"/>
          </a:xfrm>
          <a:custGeom>
            <a:avLst/>
            <a:gdLst/>
            <a:ahLst/>
            <a:cxnLst/>
            <a:rect l="l" t="t" r="r" b="b"/>
            <a:pathLst>
              <a:path w="2700020">
                <a:moveTo>
                  <a:pt x="0" y="0"/>
                </a:moveTo>
                <a:lnTo>
                  <a:pt x="2700020" y="0"/>
                </a:lnTo>
              </a:path>
            </a:pathLst>
          </a:custGeom>
          <a:ln w="12700">
            <a:solidFill>
              <a:srgbClr val="BDC0C2"/>
            </a:solidFill>
          </a:ln>
        </p:spPr>
        <p:txBody>
          <a:bodyPr wrap="square" lIns="0" tIns="0" rIns="0" bIns="0" rtlCol="0"/>
          <a:lstStyle/>
          <a:p>
            <a:pPr eaLnBrk="1" fontAlgn="auto" hangingPunct="1">
              <a:spcBef>
                <a:spcPts val="0"/>
              </a:spcBef>
              <a:spcAft>
                <a:spcPts val="0"/>
              </a:spcAft>
              <a:buClrTx/>
              <a:buFontTx/>
              <a:buNone/>
            </a:pPr>
            <a:endParaRPr sz="1800" i="0">
              <a:solidFill>
                <a:prstClr val="black"/>
              </a:solidFill>
              <a:latin typeface="Calibri"/>
              <a:ea typeface="+mn-ea"/>
              <a:cs typeface="+mn-cs"/>
            </a:endParaRPr>
          </a:p>
        </p:txBody>
      </p:sp>
      <p:sp>
        <p:nvSpPr>
          <p:cNvPr id="84" name="object 23">
            <a:extLst>
              <a:ext uri="{FF2B5EF4-FFF2-40B4-BE49-F238E27FC236}">
                <a16:creationId xmlns:a16="http://schemas.microsoft.com/office/drawing/2014/main" id="{4D1E3001-60AE-4783-9FA5-3F6B6B8B00E1}"/>
              </a:ext>
            </a:extLst>
          </p:cNvPr>
          <p:cNvSpPr txBox="1"/>
          <p:nvPr/>
        </p:nvSpPr>
        <p:spPr>
          <a:xfrm>
            <a:off x="3463305" y="2775078"/>
            <a:ext cx="2322250" cy="1166986"/>
          </a:xfrm>
          <a:prstGeom prst="rect">
            <a:avLst/>
          </a:prstGeom>
        </p:spPr>
        <p:txBody>
          <a:bodyPr vert="horz" wrap="square" lIns="0" tIns="12700" rIns="0" bIns="0" rtlCol="0">
            <a:spAutoFit/>
          </a:bodyPr>
          <a:lstStyle/>
          <a:p>
            <a:pPr marL="184785" marR="131445" indent="-172720" eaLnBrk="1" fontAlgn="auto" hangingPunct="1">
              <a:spcBef>
                <a:spcPts val="100"/>
              </a:spcBef>
              <a:spcAft>
                <a:spcPts val="1200"/>
              </a:spcAft>
              <a:buClrTx/>
              <a:buFont typeface="Arial"/>
              <a:buChar char="•"/>
              <a:tabLst>
                <a:tab pos="185420" algn="l"/>
              </a:tabLst>
            </a:pPr>
            <a:r>
              <a:rPr lang="zh-TW" altLang="en-US" i="0" spc="-5">
                <a:solidFill>
                  <a:prstClr val="black"/>
                </a:solidFill>
                <a:latin typeface="KaiTi" panose="02010609060101010101" pitchFamily="49" charset="-122"/>
                <a:ea typeface="KaiTi" panose="02010609060101010101" pitchFamily="49" charset="-122"/>
                <a:cs typeface="Times New Roman"/>
              </a:rPr>
              <a:t>保薦人將根據整體時間表協調主題特定會議以及工作進度</a:t>
            </a:r>
            <a:endParaRPr i="0">
              <a:solidFill>
                <a:prstClr val="black"/>
              </a:solidFill>
              <a:latin typeface="KaiTi" panose="02010609060101010101" pitchFamily="49" charset="-122"/>
              <a:ea typeface="KaiTi" panose="02010609060101010101" pitchFamily="49" charset="-122"/>
              <a:cs typeface="Times New Roman"/>
            </a:endParaRPr>
          </a:p>
          <a:p>
            <a:pPr marL="184785" marR="5080" indent="-172720" eaLnBrk="1" fontAlgn="auto" hangingPunct="1">
              <a:spcBef>
                <a:spcPts val="600"/>
              </a:spcBef>
              <a:spcAft>
                <a:spcPts val="1200"/>
              </a:spcAft>
              <a:buClrTx/>
              <a:buFont typeface="Arial"/>
              <a:buChar char="•"/>
              <a:tabLst>
                <a:tab pos="185420" algn="l"/>
              </a:tabLst>
            </a:pPr>
            <a:r>
              <a:rPr lang="zh-TW" altLang="en-US" i="0" spc="-5">
                <a:solidFill>
                  <a:prstClr val="black"/>
                </a:solidFill>
                <a:latin typeface="KaiTi" panose="02010609060101010101" pitchFamily="49" charset="-122"/>
                <a:ea typeface="KaiTi" panose="02010609060101010101" pitchFamily="49" charset="-122"/>
                <a:cs typeface="Times New Roman"/>
              </a:rPr>
              <a:t>保薦人會</a:t>
            </a:r>
            <a:r>
              <a:rPr lang="zh-TW" altLang="en-US" i="0">
                <a:solidFill>
                  <a:prstClr val="black"/>
                </a:solidFill>
                <a:latin typeface="KaiTi" panose="02010609060101010101" pitchFamily="49" charset="-122"/>
                <a:ea typeface="KaiTi" panose="02010609060101010101" pitchFamily="49" charset="-122"/>
                <a:cs typeface="Times New Roman"/>
              </a:rPr>
              <a:t>就任何問題需要進行更廣泛及深入討論召開臨時線上或現場會議</a:t>
            </a:r>
            <a:endParaRPr i="0">
              <a:solidFill>
                <a:prstClr val="black"/>
              </a:solidFill>
              <a:latin typeface="KaiTi" panose="02010609060101010101" pitchFamily="49" charset="-122"/>
              <a:ea typeface="KaiTi" panose="02010609060101010101" pitchFamily="49" charset="-122"/>
              <a:cs typeface="Times New Roman"/>
            </a:endParaRPr>
          </a:p>
        </p:txBody>
      </p:sp>
      <p:sp>
        <p:nvSpPr>
          <p:cNvPr id="90" name="object 11">
            <a:extLst>
              <a:ext uri="{FF2B5EF4-FFF2-40B4-BE49-F238E27FC236}">
                <a16:creationId xmlns:a16="http://schemas.microsoft.com/office/drawing/2014/main" id="{E204F67B-E9C0-42EB-9724-01ADBC56E38E}"/>
              </a:ext>
            </a:extLst>
          </p:cNvPr>
          <p:cNvSpPr/>
          <p:nvPr/>
        </p:nvSpPr>
        <p:spPr>
          <a:xfrm>
            <a:off x="3490161" y="2372506"/>
            <a:ext cx="2255194" cy="344805"/>
          </a:xfrm>
          <a:custGeom>
            <a:avLst/>
            <a:gdLst/>
            <a:ahLst/>
            <a:cxnLst/>
            <a:rect l="l" t="t" r="r" b="b"/>
            <a:pathLst>
              <a:path w="2699385" h="344805">
                <a:moveTo>
                  <a:pt x="2699004" y="0"/>
                </a:moveTo>
                <a:lnTo>
                  <a:pt x="0" y="0"/>
                </a:lnTo>
                <a:lnTo>
                  <a:pt x="0" y="344424"/>
                </a:lnTo>
                <a:lnTo>
                  <a:pt x="2699004" y="344424"/>
                </a:lnTo>
                <a:lnTo>
                  <a:pt x="2699004" y="0"/>
                </a:lnTo>
                <a:close/>
              </a:path>
            </a:pathLst>
          </a:custGeom>
          <a:solidFill>
            <a:schemeClr val="bg1">
              <a:lumMod val="85000"/>
            </a:schemeClr>
          </a:solidFill>
        </p:spPr>
        <p:txBody>
          <a:bodyPr wrap="square" lIns="0" tIns="0" rIns="0" bIns="0" rtlCol="0"/>
          <a:lstStyle/>
          <a:p>
            <a:pPr eaLnBrk="1" fontAlgn="auto" hangingPunct="1">
              <a:spcBef>
                <a:spcPts val="0"/>
              </a:spcBef>
              <a:spcAft>
                <a:spcPts val="0"/>
              </a:spcAft>
              <a:buClrTx/>
              <a:buFontTx/>
              <a:buNone/>
            </a:pPr>
            <a:endParaRPr sz="1800" i="0">
              <a:solidFill>
                <a:prstClr val="black"/>
              </a:solidFill>
              <a:latin typeface="Calibri"/>
              <a:ea typeface="+mn-ea"/>
              <a:cs typeface="+mn-cs"/>
            </a:endParaRPr>
          </a:p>
        </p:txBody>
      </p:sp>
      <p:sp>
        <p:nvSpPr>
          <p:cNvPr id="91" name="object 12">
            <a:extLst>
              <a:ext uri="{FF2B5EF4-FFF2-40B4-BE49-F238E27FC236}">
                <a16:creationId xmlns:a16="http://schemas.microsoft.com/office/drawing/2014/main" id="{E93186F1-84C3-4488-96DA-96C5CC60DCAB}"/>
              </a:ext>
            </a:extLst>
          </p:cNvPr>
          <p:cNvSpPr txBox="1"/>
          <p:nvPr/>
        </p:nvSpPr>
        <p:spPr>
          <a:xfrm>
            <a:off x="4321539" y="2439940"/>
            <a:ext cx="635436" cy="197490"/>
          </a:xfrm>
          <a:prstGeom prst="rect">
            <a:avLst/>
          </a:prstGeom>
        </p:spPr>
        <p:txBody>
          <a:bodyPr vert="horz" wrap="square" lIns="0" tIns="12700" rIns="0" bIns="0" rtlCol="0">
            <a:spAutoFit/>
          </a:bodyPr>
          <a:lstStyle/>
          <a:p>
            <a:pPr marL="12700" eaLnBrk="1" fontAlgn="auto" hangingPunct="1">
              <a:spcBef>
                <a:spcPts val="100"/>
              </a:spcBef>
              <a:spcAft>
                <a:spcPts val="0"/>
              </a:spcAft>
              <a:buClrTx/>
              <a:buFontTx/>
              <a:buNone/>
            </a:pPr>
            <a:r>
              <a:rPr lang="zh-TW" altLang="en-US" b="1" i="0" spc="-15">
                <a:latin typeface="KaiTi" panose="02010609060101010101" pitchFamily="49" charset="-122"/>
                <a:ea typeface="KaiTi" panose="02010609060101010101" pitchFamily="49" charset="-122"/>
                <a:cs typeface="Times New Roman"/>
              </a:rPr>
              <a:t>臨時會議</a:t>
            </a:r>
            <a:endParaRPr lang="zh-TW" altLang="en-US" i="0">
              <a:latin typeface="KaiTi" panose="02010609060101010101" pitchFamily="49" charset="-122"/>
              <a:ea typeface="KaiTi" panose="02010609060101010101" pitchFamily="49" charset="-122"/>
              <a:cs typeface="Times New Roman"/>
            </a:endParaRPr>
          </a:p>
        </p:txBody>
      </p:sp>
      <p:grpSp>
        <p:nvGrpSpPr>
          <p:cNvPr id="92" name="object 13">
            <a:extLst>
              <a:ext uri="{FF2B5EF4-FFF2-40B4-BE49-F238E27FC236}">
                <a16:creationId xmlns:a16="http://schemas.microsoft.com/office/drawing/2014/main" id="{4277C10F-D378-4EAC-B6C9-D31C3A92930A}"/>
              </a:ext>
            </a:extLst>
          </p:cNvPr>
          <p:cNvGrpSpPr/>
          <p:nvPr/>
        </p:nvGrpSpPr>
        <p:grpSpPr>
          <a:xfrm>
            <a:off x="3296613" y="2354218"/>
            <a:ext cx="368935" cy="368935"/>
            <a:chOff x="547116" y="2141219"/>
            <a:chExt cx="368935" cy="368935"/>
          </a:xfrm>
          <a:solidFill>
            <a:srgbClr val="C00000"/>
          </a:solidFill>
        </p:grpSpPr>
        <p:sp>
          <p:nvSpPr>
            <p:cNvPr id="93" name="object 14">
              <a:extLst>
                <a:ext uri="{FF2B5EF4-FFF2-40B4-BE49-F238E27FC236}">
                  <a16:creationId xmlns:a16="http://schemas.microsoft.com/office/drawing/2014/main" id="{69A1EB6E-1D65-4040-B96C-CFE2A427B72A}"/>
                </a:ext>
              </a:extLst>
            </p:cNvPr>
            <p:cNvSpPr/>
            <p:nvPr/>
          </p:nvSpPr>
          <p:spPr>
            <a:xfrm>
              <a:off x="566166" y="2160269"/>
              <a:ext cx="330835" cy="330835"/>
            </a:xfrm>
            <a:custGeom>
              <a:avLst/>
              <a:gdLst/>
              <a:ahLst/>
              <a:cxnLst/>
              <a:rect l="l" t="t" r="r" b="b"/>
              <a:pathLst>
                <a:path w="330834" h="330835">
                  <a:moveTo>
                    <a:pt x="165354" y="0"/>
                  </a:moveTo>
                  <a:lnTo>
                    <a:pt x="121395" y="5907"/>
                  </a:lnTo>
                  <a:lnTo>
                    <a:pt x="81895" y="22577"/>
                  </a:lnTo>
                  <a:lnTo>
                    <a:pt x="48429" y="48434"/>
                  </a:lnTo>
                  <a:lnTo>
                    <a:pt x="22574" y="81900"/>
                  </a:lnTo>
                  <a:lnTo>
                    <a:pt x="5906" y="121399"/>
                  </a:lnTo>
                  <a:lnTo>
                    <a:pt x="0" y="165353"/>
                  </a:lnTo>
                  <a:lnTo>
                    <a:pt x="5906" y="209308"/>
                  </a:lnTo>
                  <a:lnTo>
                    <a:pt x="22574" y="248807"/>
                  </a:lnTo>
                  <a:lnTo>
                    <a:pt x="48429" y="282273"/>
                  </a:lnTo>
                  <a:lnTo>
                    <a:pt x="81895" y="308130"/>
                  </a:lnTo>
                  <a:lnTo>
                    <a:pt x="121395" y="324800"/>
                  </a:lnTo>
                  <a:lnTo>
                    <a:pt x="165354" y="330707"/>
                  </a:lnTo>
                  <a:lnTo>
                    <a:pt x="209312" y="324800"/>
                  </a:lnTo>
                  <a:lnTo>
                    <a:pt x="248812" y="308130"/>
                  </a:lnTo>
                  <a:lnTo>
                    <a:pt x="282278" y="282273"/>
                  </a:lnTo>
                  <a:lnTo>
                    <a:pt x="308133" y="248807"/>
                  </a:lnTo>
                  <a:lnTo>
                    <a:pt x="324801" y="209308"/>
                  </a:lnTo>
                  <a:lnTo>
                    <a:pt x="330708" y="165353"/>
                  </a:lnTo>
                  <a:lnTo>
                    <a:pt x="324801" y="121399"/>
                  </a:lnTo>
                  <a:lnTo>
                    <a:pt x="308133" y="81900"/>
                  </a:lnTo>
                  <a:lnTo>
                    <a:pt x="282278" y="48434"/>
                  </a:lnTo>
                  <a:lnTo>
                    <a:pt x="248812" y="22577"/>
                  </a:lnTo>
                  <a:lnTo>
                    <a:pt x="209312" y="5907"/>
                  </a:lnTo>
                  <a:lnTo>
                    <a:pt x="165354" y="0"/>
                  </a:lnTo>
                  <a:close/>
                </a:path>
              </a:pathLst>
            </a:custGeom>
            <a:grpFill/>
          </p:spPr>
          <p:txBody>
            <a:bodyPr wrap="square" lIns="0" tIns="0" rIns="0" bIns="0" rtlCol="0"/>
            <a:lstStyle/>
            <a:p>
              <a:pPr eaLnBrk="1" fontAlgn="auto" hangingPunct="1">
                <a:spcBef>
                  <a:spcPts val="0"/>
                </a:spcBef>
                <a:spcAft>
                  <a:spcPts val="0"/>
                </a:spcAft>
                <a:buClrTx/>
                <a:buFontTx/>
                <a:buNone/>
              </a:pPr>
              <a:endParaRPr sz="1800" i="0">
                <a:solidFill>
                  <a:prstClr val="black"/>
                </a:solidFill>
                <a:ea typeface="+mn-ea"/>
                <a:cs typeface="Calibri" panose="020F0502020204030204" pitchFamily="34" charset="0"/>
              </a:endParaRPr>
            </a:p>
          </p:txBody>
        </p:sp>
        <p:sp>
          <p:nvSpPr>
            <p:cNvPr id="94" name="object 15">
              <a:extLst>
                <a:ext uri="{FF2B5EF4-FFF2-40B4-BE49-F238E27FC236}">
                  <a16:creationId xmlns:a16="http://schemas.microsoft.com/office/drawing/2014/main" id="{0F8D5C64-F452-49B4-ABB9-CFC7B3136354}"/>
                </a:ext>
              </a:extLst>
            </p:cNvPr>
            <p:cNvSpPr/>
            <p:nvPr/>
          </p:nvSpPr>
          <p:spPr>
            <a:xfrm>
              <a:off x="566166" y="2160269"/>
              <a:ext cx="330835" cy="330835"/>
            </a:xfrm>
            <a:custGeom>
              <a:avLst/>
              <a:gdLst/>
              <a:ahLst/>
              <a:cxnLst/>
              <a:rect l="l" t="t" r="r" b="b"/>
              <a:pathLst>
                <a:path w="330834" h="330835">
                  <a:moveTo>
                    <a:pt x="0" y="165353"/>
                  </a:moveTo>
                  <a:lnTo>
                    <a:pt x="5906" y="121399"/>
                  </a:lnTo>
                  <a:lnTo>
                    <a:pt x="22574" y="81900"/>
                  </a:lnTo>
                  <a:lnTo>
                    <a:pt x="48429" y="48434"/>
                  </a:lnTo>
                  <a:lnTo>
                    <a:pt x="81895" y="22577"/>
                  </a:lnTo>
                  <a:lnTo>
                    <a:pt x="121395" y="5907"/>
                  </a:lnTo>
                  <a:lnTo>
                    <a:pt x="165354" y="0"/>
                  </a:lnTo>
                  <a:lnTo>
                    <a:pt x="209312" y="5907"/>
                  </a:lnTo>
                  <a:lnTo>
                    <a:pt x="248812" y="22577"/>
                  </a:lnTo>
                  <a:lnTo>
                    <a:pt x="282278" y="48434"/>
                  </a:lnTo>
                  <a:lnTo>
                    <a:pt x="308133" y="81900"/>
                  </a:lnTo>
                  <a:lnTo>
                    <a:pt x="324801" y="121399"/>
                  </a:lnTo>
                  <a:lnTo>
                    <a:pt x="330708" y="165353"/>
                  </a:lnTo>
                  <a:lnTo>
                    <a:pt x="324801" y="209308"/>
                  </a:lnTo>
                  <a:lnTo>
                    <a:pt x="308133" y="248807"/>
                  </a:lnTo>
                  <a:lnTo>
                    <a:pt x="282278" y="282273"/>
                  </a:lnTo>
                  <a:lnTo>
                    <a:pt x="248812" y="308130"/>
                  </a:lnTo>
                  <a:lnTo>
                    <a:pt x="209312" y="324800"/>
                  </a:lnTo>
                  <a:lnTo>
                    <a:pt x="165354" y="330707"/>
                  </a:lnTo>
                  <a:lnTo>
                    <a:pt x="121395" y="324800"/>
                  </a:lnTo>
                  <a:lnTo>
                    <a:pt x="81895" y="308130"/>
                  </a:lnTo>
                  <a:lnTo>
                    <a:pt x="48429" y="282273"/>
                  </a:lnTo>
                  <a:lnTo>
                    <a:pt x="22574" y="248807"/>
                  </a:lnTo>
                  <a:lnTo>
                    <a:pt x="5906" y="209308"/>
                  </a:lnTo>
                  <a:lnTo>
                    <a:pt x="0" y="165353"/>
                  </a:lnTo>
                  <a:close/>
                </a:path>
              </a:pathLst>
            </a:custGeom>
            <a:grpFill/>
            <a:ln w="38100">
              <a:solidFill>
                <a:srgbClr val="FFFFFF"/>
              </a:solidFill>
            </a:ln>
          </p:spPr>
          <p:txBody>
            <a:bodyPr wrap="square" lIns="0" tIns="0" rIns="0" bIns="0" rtlCol="0"/>
            <a:lstStyle/>
            <a:p>
              <a:pPr eaLnBrk="1" fontAlgn="auto" hangingPunct="1">
                <a:spcBef>
                  <a:spcPts val="0"/>
                </a:spcBef>
                <a:spcAft>
                  <a:spcPts val="0"/>
                </a:spcAft>
                <a:buClrTx/>
                <a:buFontTx/>
                <a:buNone/>
              </a:pPr>
              <a:endParaRPr sz="1800" i="0">
                <a:solidFill>
                  <a:prstClr val="black"/>
                </a:solidFill>
                <a:ea typeface="+mn-ea"/>
                <a:cs typeface="Calibri" panose="020F0502020204030204" pitchFamily="34" charset="0"/>
              </a:endParaRPr>
            </a:p>
          </p:txBody>
        </p:sp>
      </p:grpSp>
      <p:sp>
        <p:nvSpPr>
          <p:cNvPr id="95" name="object 16">
            <a:extLst>
              <a:ext uri="{FF2B5EF4-FFF2-40B4-BE49-F238E27FC236}">
                <a16:creationId xmlns:a16="http://schemas.microsoft.com/office/drawing/2014/main" id="{FE9A679F-9159-4648-A843-5F2C6E6D6284}"/>
              </a:ext>
            </a:extLst>
          </p:cNvPr>
          <p:cNvSpPr txBox="1"/>
          <p:nvPr/>
        </p:nvSpPr>
        <p:spPr>
          <a:xfrm>
            <a:off x="3441182" y="2429276"/>
            <a:ext cx="101600" cy="197490"/>
          </a:xfrm>
          <a:prstGeom prst="rect">
            <a:avLst/>
          </a:prstGeom>
        </p:spPr>
        <p:txBody>
          <a:bodyPr vert="horz" wrap="square" lIns="0" tIns="12700" rIns="0" bIns="0" rtlCol="0">
            <a:spAutoFit/>
          </a:bodyPr>
          <a:lstStyle/>
          <a:p>
            <a:pPr marL="12700" eaLnBrk="1" fontAlgn="auto" hangingPunct="1">
              <a:spcBef>
                <a:spcPts val="100"/>
              </a:spcBef>
              <a:spcAft>
                <a:spcPts val="0"/>
              </a:spcAft>
              <a:buClrTx/>
              <a:buFontTx/>
              <a:buNone/>
            </a:pPr>
            <a:r>
              <a:rPr lang="en-US" b="1" i="0">
                <a:solidFill>
                  <a:schemeClr val="bg1"/>
                </a:solidFill>
                <a:ea typeface="+mn-ea"/>
                <a:cs typeface="Calibri" panose="020F0502020204030204" pitchFamily="34" charset="0"/>
              </a:rPr>
              <a:t>2</a:t>
            </a:r>
            <a:endParaRPr i="0">
              <a:solidFill>
                <a:schemeClr val="bg1"/>
              </a:solidFill>
              <a:ea typeface="+mn-ea"/>
              <a:cs typeface="Calibri" panose="020F0502020204030204" pitchFamily="34" charset="0"/>
            </a:endParaRPr>
          </a:p>
        </p:txBody>
      </p:sp>
      <p:sp>
        <p:nvSpPr>
          <p:cNvPr id="96" name="object 22">
            <a:extLst>
              <a:ext uri="{FF2B5EF4-FFF2-40B4-BE49-F238E27FC236}">
                <a16:creationId xmlns:a16="http://schemas.microsoft.com/office/drawing/2014/main" id="{F89192C3-6778-42B2-AAB5-08023606D554}"/>
              </a:ext>
            </a:extLst>
          </p:cNvPr>
          <p:cNvSpPr/>
          <p:nvPr/>
        </p:nvSpPr>
        <p:spPr>
          <a:xfrm flipV="1">
            <a:off x="3478132" y="3954112"/>
            <a:ext cx="2322250" cy="45719"/>
          </a:xfrm>
          <a:custGeom>
            <a:avLst/>
            <a:gdLst/>
            <a:ahLst/>
            <a:cxnLst/>
            <a:rect l="l" t="t" r="r" b="b"/>
            <a:pathLst>
              <a:path w="2700020">
                <a:moveTo>
                  <a:pt x="0" y="0"/>
                </a:moveTo>
                <a:lnTo>
                  <a:pt x="2700020" y="0"/>
                </a:lnTo>
              </a:path>
            </a:pathLst>
          </a:custGeom>
          <a:ln w="12700">
            <a:solidFill>
              <a:srgbClr val="BDC0C2"/>
            </a:solidFill>
          </a:ln>
        </p:spPr>
        <p:txBody>
          <a:bodyPr wrap="square" lIns="0" tIns="0" rIns="0" bIns="0" rtlCol="0"/>
          <a:lstStyle/>
          <a:p>
            <a:pPr eaLnBrk="1" fontAlgn="auto" hangingPunct="1">
              <a:spcBef>
                <a:spcPts val="0"/>
              </a:spcBef>
              <a:spcAft>
                <a:spcPts val="0"/>
              </a:spcAft>
              <a:buClrTx/>
              <a:buFontTx/>
              <a:buNone/>
            </a:pPr>
            <a:endParaRPr sz="1800" i="0">
              <a:solidFill>
                <a:prstClr val="black"/>
              </a:solidFill>
              <a:latin typeface="Calibri"/>
              <a:ea typeface="+mn-ea"/>
              <a:cs typeface="+mn-cs"/>
            </a:endParaRPr>
          </a:p>
        </p:txBody>
      </p:sp>
      <p:sp>
        <p:nvSpPr>
          <p:cNvPr id="97" name="object 11">
            <a:extLst>
              <a:ext uri="{FF2B5EF4-FFF2-40B4-BE49-F238E27FC236}">
                <a16:creationId xmlns:a16="http://schemas.microsoft.com/office/drawing/2014/main" id="{2BB12952-31D4-456A-8369-B85AB1973E36}"/>
              </a:ext>
            </a:extLst>
          </p:cNvPr>
          <p:cNvSpPr/>
          <p:nvPr/>
        </p:nvSpPr>
        <p:spPr>
          <a:xfrm>
            <a:off x="6234501" y="3312496"/>
            <a:ext cx="2255194" cy="344805"/>
          </a:xfrm>
          <a:custGeom>
            <a:avLst/>
            <a:gdLst/>
            <a:ahLst/>
            <a:cxnLst/>
            <a:rect l="l" t="t" r="r" b="b"/>
            <a:pathLst>
              <a:path w="2699385" h="344805">
                <a:moveTo>
                  <a:pt x="2699004" y="0"/>
                </a:moveTo>
                <a:lnTo>
                  <a:pt x="0" y="0"/>
                </a:lnTo>
                <a:lnTo>
                  <a:pt x="0" y="344424"/>
                </a:lnTo>
                <a:lnTo>
                  <a:pt x="2699004" y="344424"/>
                </a:lnTo>
                <a:lnTo>
                  <a:pt x="2699004" y="0"/>
                </a:lnTo>
                <a:close/>
              </a:path>
            </a:pathLst>
          </a:custGeom>
          <a:solidFill>
            <a:schemeClr val="bg1">
              <a:lumMod val="85000"/>
            </a:schemeClr>
          </a:solidFill>
        </p:spPr>
        <p:txBody>
          <a:bodyPr wrap="square" lIns="0" tIns="0" rIns="0" bIns="0" rtlCol="0"/>
          <a:lstStyle/>
          <a:p>
            <a:pPr eaLnBrk="1" fontAlgn="auto" hangingPunct="1">
              <a:spcBef>
                <a:spcPts val="0"/>
              </a:spcBef>
              <a:spcAft>
                <a:spcPts val="0"/>
              </a:spcAft>
              <a:buClrTx/>
              <a:buFontTx/>
              <a:buNone/>
            </a:pPr>
            <a:endParaRPr sz="1800" i="0">
              <a:solidFill>
                <a:prstClr val="black"/>
              </a:solidFill>
              <a:latin typeface="Calibri"/>
              <a:ea typeface="+mn-ea"/>
              <a:cs typeface="+mn-cs"/>
            </a:endParaRPr>
          </a:p>
        </p:txBody>
      </p:sp>
      <p:sp>
        <p:nvSpPr>
          <p:cNvPr id="98" name="object 12">
            <a:extLst>
              <a:ext uri="{FF2B5EF4-FFF2-40B4-BE49-F238E27FC236}">
                <a16:creationId xmlns:a16="http://schemas.microsoft.com/office/drawing/2014/main" id="{9966A3E1-3815-4FC9-A27D-E4CBDEBEA533}"/>
              </a:ext>
            </a:extLst>
          </p:cNvPr>
          <p:cNvSpPr txBox="1"/>
          <p:nvPr/>
        </p:nvSpPr>
        <p:spPr>
          <a:xfrm>
            <a:off x="6767515" y="3376737"/>
            <a:ext cx="1365057" cy="197490"/>
          </a:xfrm>
          <a:prstGeom prst="rect">
            <a:avLst/>
          </a:prstGeom>
        </p:spPr>
        <p:txBody>
          <a:bodyPr vert="horz" wrap="square" lIns="0" tIns="12700" rIns="0" bIns="0" rtlCol="0">
            <a:spAutoFit/>
          </a:bodyPr>
          <a:lstStyle/>
          <a:p>
            <a:pPr marL="12700" eaLnBrk="1" fontAlgn="auto" hangingPunct="1">
              <a:spcBef>
                <a:spcPts val="100"/>
              </a:spcBef>
              <a:spcAft>
                <a:spcPts val="0"/>
              </a:spcAft>
              <a:buClrTx/>
              <a:buFontTx/>
              <a:buNone/>
            </a:pPr>
            <a:r>
              <a:rPr lang="zh-TW" altLang="en-US" b="1" i="0" spc="-15">
                <a:latin typeface="KaiTi" panose="02010609060101010101" pitchFamily="49" charset="-122"/>
                <a:ea typeface="KaiTi" panose="02010609060101010101" pitchFamily="49" charset="-122"/>
                <a:cs typeface="Times New Roman"/>
              </a:rPr>
              <a:t>向管理層匯報會議</a:t>
            </a:r>
            <a:endParaRPr lang="zh-TW" altLang="en-US" i="0">
              <a:latin typeface="KaiTi" panose="02010609060101010101" pitchFamily="49" charset="-122"/>
              <a:ea typeface="KaiTi" panose="02010609060101010101" pitchFamily="49" charset="-122"/>
              <a:cs typeface="Times New Roman"/>
            </a:endParaRPr>
          </a:p>
        </p:txBody>
      </p:sp>
      <p:grpSp>
        <p:nvGrpSpPr>
          <p:cNvPr id="99" name="object 13">
            <a:extLst>
              <a:ext uri="{FF2B5EF4-FFF2-40B4-BE49-F238E27FC236}">
                <a16:creationId xmlns:a16="http://schemas.microsoft.com/office/drawing/2014/main" id="{A7E1A752-8E04-4F78-A347-9A8C58E36C35}"/>
              </a:ext>
            </a:extLst>
          </p:cNvPr>
          <p:cNvGrpSpPr/>
          <p:nvPr/>
        </p:nvGrpSpPr>
        <p:grpSpPr>
          <a:xfrm>
            <a:off x="6040953" y="3294208"/>
            <a:ext cx="368935" cy="368935"/>
            <a:chOff x="547116" y="2141219"/>
            <a:chExt cx="368935" cy="368935"/>
          </a:xfrm>
          <a:solidFill>
            <a:srgbClr val="C00000"/>
          </a:solidFill>
        </p:grpSpPr>
        <p:sp>
          <p:nvSpPr>
            <p:cNvPr id="100" name="object 14">
              <a:extLst>
                <a:ext uri="{FF2B5EF4-FFF2-40B4-BE49-F238E27FC236}">
                  <a16:creationId xmlns:a16="http://schemas.microsoft.com/office/drawing/2014/main" id="{2DE60EF0-90E7-4BAF-A428-6B7DC9574218}"/>
                </a:ext>
              </a:extLst>
            </p:cNvPr>
            <p:cNvSpPr/>
            <p:nvPr/>
          </p:nvSpPr>
          <p:spPr>
            <a:xfrm>
              <a:off x="566166" y="2160269"/>
              <a:ext cx="330835" cy="330835"/>
            </a:xfrm>
            <a:custGeom>
              <a:avLst/>
              <a:gdLst/>
              <a:ahLst/>
              <a:cxnLst/>
              <a:rect l="l" t="t" r="r" b="b"/>
              <a:pathLst>
                <a:path w="330834" h="330835">
                  <a:moveTo>
                    <a:pt x="165354" y="0"/>
                  </a:moveTo>
                  <a:lnTo>
                    <a:pt x="121395" y="5907"/>
                  </a:lnTo>
                  <a:lnTo>
                    <a:pt x="81895" y="22577"/>
                  </a:lnTo>
                  <a:lnTo>
                    <a:pt x="48429" y="48434"/>
                  </a:lnTo>
                  <a:lnTo>
                    <a:pt x="22574" y="81900"/>
                  </a:lnTo>
                  <a:lnTo>
                    <a:pt x="5906" y="121399"/>
                  </a:lnTo>
                  <a:lnTo>
                    <a:pt x="0" y="165353"/>
                  </a:lnTo>
                  <a:lnTo>
                    <a:pt x="5906" y="209308"/>
                  </a:lnTo>
                  <a:lnTo>
                    <a:pt x="22574" y="248807"/>
                  </a:lnTo>
                  <a:lnTo>
                    <a:pt x="48429" y="282273"/>
                  </a:lnTo>
                  <a:lnTo>
                    <a:pt x="81895" y="308130"/>
                  </a:lnTo>
                  <a:lnTo>
                    <a:pt x="121395" y="324800"/>
                  </a:lnTo>
                  <a:lnTo>
                    <a:pt x="165354" y="330707"/>
                  </a:lnTo>
                  <a:lnTo>
                    <a:pt x="209312" y="324800"/>
                  </a:lnTo>
                  <a:lnTo>
                    <a:pt x="248812" y="308130"/>
                  </a:lnTo>
                  <a:lnTo>
                    <a:pt x="282278" y="282273"/>
                  </a:lnTo>
                  <a:lnTo>
                    <a:pt x="308133" y="248807"/>
                  </a:lnTo>
                  <a:lnTo>
                    <a:pt x="324801" y="209308"/>
                  </a:lnTo>
                  <a:lnTo>
                    <a:pt x="330708" y="165353"/>
                  </a:lnTo>
                  <a:lnTo>
                    <a:pt x="324801" y="121399"/>
                  </a:lnTo>
                  <a:lnTo>
                    <a:pt x="308133" y="81900"/>
                  </a:lnTo>
                  <a:lnTo>
                    <a:pt x="282278" y="48434"/>
                  </a:lnTo>
                  <a:lnTo>
                    <a:pt x="248812" y="22577"/>
                  </a:lnTo>
                  <a:lnTo>
                    <a:pt x="209312" y="5907"/>
                  </a:lnTo>
                  <a:lnTo>
                    <a:pt x="165354" y="0"/>
                  </a:lnTo>
                  <a:close/>
                </a:path>
              </a:pathLst>
            </a:custGeom>
            <a:grpFill/>
          </p:spPr>
          <p:txBody>
            <a:bodyPr wrap="square" lIns="0" tIns="0" rIns="0" bIns="0" rtlCol="0"/>
            <a:lstStyle/>
            <a:p>
              <a:pPr eaLnBrk="1" fontAlgn="auto" hangingPunct="1">
                <a:spcBef>
                  <a:spcPts val="0"/>
                </a:spcBef>
                <a:spcAft>
                  <a:spcPts val="0"/>
                </a:spcAft>
                <a:buClrTx/>
                <a:buFontTx/>
                <a:buNone/>
              </a:pPr>
              <a:endParaRPr sz="1800" i="0">
                <a:solidFill>
                  <a:prstClr val="black"/>
                </a:solidFill>
                <a:latin typeface="Calibri"/>
                <a:ea typeface="+mn-ea"/>
                <a:cs typeface="+mn-cs"/>
              </a:endParaRPr>
            </a:p>
          </p:txBody>
        </p:sp>
        <p:sp>
          <p:nvSpPr>
            <p:cNvPr id="101" name="object 15">
              <a:extLst>
                <a:ext uri="{FF2B5EF4-FFF2-40B4-BE49-F238E27FC236}">
                  <a16:creationId xmlns:a16="http://schemas.microsoft.com/office/drawing/2014/main" id="{760FD671-253B-405A-8484-1BB443DC8C92}"/>
                </a:ext>
              </a:extLst>
            </p:cNvPr>
            <p:cNvSpPr/>
            <p:nvPr/>
          </p:nvSpPr>
          <p:spPr>
            <a:xfrm>
              <a:off x="566166" y="2160269"/>
              <a:ext cx="330835" cy="330835"/>
            </a:xfrm>
            <a:custGeom>
              <a:avLst/>
              <a:gdLst/>
              <a:ahLst/>
              <a:cxnLst/>
              <a:rect l="l" t="t" r="r" b="b"/>
              <a:pathLst>
                <a:path w="330834" h="330835">
                  <a:moveTo>
                    <a:pt x="0" y="165353"/>
                  </a:moveTo>
                  <a:lnTo>
                    <a:pt x="5906" y="121399"/>
                  </a:lnTo>
                  <a:lnTo>
                    <a:pt x="22574" y="81900"/>
                  </a:lnTo>
                  <a:lnTo>
                    <a:pt x="48429" y="48434"/>
                  </a:lnTo>
                  <a:lnTo>
                    <a:pt x="81895" y="22577"/>
                  </a:lnTo>
                  <a:lnTo>
                    <a:pt x="121395" y="5907"/>
                  </a:lnTo>
                  <a:lnTo>
                    <a:pt x="165354" y="0"/>
                  </a:lnTo>
                  <a:lnTo>
                    <a:pt x="209312" y="5907"/>
                  </a:lnTo>
                  <a:lnTo>
                    <a:pt x="248812" y="22577"/>
                  </a:lnTo>
                  <a:lnTo>
                    <a:pt x="282278" y="48434"/>
                  </a:lnTo>
                  <a:lnTo>
                    <a:pt x="308133" y="81900"/>
                  </a:lnTo>
                  <a:lnTo>
                    <a:pt x="324801" y="121399"/>
                  </a:lnTo>
                  <a:lnTo>
                    <a:pt x="330708" y="165353"/>
                  </a:lnTo>
                  <a:lnTo>
                    <a:pt x="324801" y="209308"/>
                  </a:lnTo>
                  <a:lnTo>
                    <a:pt x="308133" y="248807"/>
                  </a:lnTo>
                  <a:lnTo>
                    <a:pt x="282278" y="282273"/>
                  </a:lnTo>
                  <a:lnTo>
                    <a:pt x="248812" y="308130"/>
                  </a:lnTo>
                  <a:lnTo>
                    <a:pt x="209312" y="324800"/>
                  </a:lnTo>
                  <a:lnTo>
                    <a:pt x="165354" y="330707"/>
                  </a:lnTo>
                  <a:lnTo>
                    <a:pt x="121395" y="324800"/>
                  </a:lnTo>
                  <a:lnTo>
                    <a:pt x="81895" y="308130"/>
                  </a:lnTo>
                  <a:lnTo>
                    <a:pt x="48429" y="282273"/>
                  </a:lnTo>
                  <a:lnTo>
                    <a:pt x="22574" y="248807"/>
                  </a:lnTo>
                  <a:lnTo>
                    <a:pt x="5906" y="209308"/>
                  </a:lnTo>
                  <a:lnTo>
                    <a:pt x="0" y="165353"/>
                  </a:lnTo>
                  <a:close/>
                </a:path>
              </a:pathLst>
            </a:custGeom>
            <a:grpFill/>
            <a:ln w="38100">
              <a:solidFill>
                <a:srgbClr val="FFFFFF"/>
              </a:solidFill>
            </a:ln>
          </p:spPr>
          <p:txBody>
            <a:bodyPr wrap="square" lIns="0" tIns="0" rIns="0" bIns="0" rtlCol="0"/>
            <a:lstStyle/>
            <a:p>
              <a:pPr eaLnBrk="1" fontAlgn="auto" hangingPunct="1">
                <a:spcBef>
                  <a:spcPts val="0"/>
                </a:spcBef>
                <a:spcAft>
                  <a:spcPts val="0"/>
                </a:spcAft>
                <a:buClrTx/>
                <a:buFontTx/>
                <a:buNone/>
              </a:pPr>
              <a:endParaRPr sz="1800" i="0">
                <a:solidFill>
                  <a:prstClr val="black"/>
                </a:solidFill>
                <a:latin typeface="Calibri"/>
                <a:ea typeface="+mn-ea"/>
                <a:cs typeface="+mn-cs"/>
              </a:endParaRPr>
            </a:p>
          </p:txBody>
        </p:sp>
      </p:grpSp>
      <p:sp>
        <p:nvSpPr>
          <p:cNvPr id="102" name="object 16">
            <a:extLst>
              <a:ext uri="{FF2B5EF4-FFF2-40B4-BE49-F238E27FC236}">
                <a16:creationId xmlns:a16="http://schemas.microsoft.com/office/drawing/2014/main" id="{34ECA4BA-98A9-4D59-8182-53C7D05ACD3E}"/>
              </a:ext>
            </a:extLst>
          </p:cNvPr>
          <p:cNvSpPr txBox="1"/>
          <p:nvPr/>
        </p:nvSpPr>
        <p:spPr>
          <a:xfrm>
            <a:off x="6185522" y="3369266"/>
            <a:ext cx="101600" cy="197490"/>
          </a:xfrm>
          <a:prstGeom prst="rect">
            <a:avLst/>
          </a:prstGeom>
        </p:spPr>
        <p:txBody>
          <a:bodyPr vert="horz" wrap="square" lIns="0" tIns="12700" rIns="0" bIns="0" rtlCol="0">
            <a:spAutoFit/>
          </a:bodyPr>
          <a:lstStyle/>
          <a:p>
            <a:pPr marL="12700" eaLnBrk="1" fontAlgn="auto" hangingPunct="1">
              <a:spcBef>
                <a:spcPts val="100"/>
              </a:spcBef>
              <a:spcAft>
                <a:spcPts val="0"/>
              </a:spcAft>
              <a:buClrTx/>
              <a:buFontTx/>
              <a:buNone/>
            </a:pPr>
            <a:r>
              <a:rPr lang="en-US" b="1" i="0">
                <a:solidFill>
                  <a:schemeClr val="bg1"/>
                </a:solidFill>
                <a:ea typeface="+mn-ea"/>
                <a:cs typeface="Calibri" panose="020F0502020204030204" pitchFamily="34" charset="0"/>
              </a:rPr>
              <a:t>3</a:t>
            </a:r>
            <a:endParaRPr b="1" i="0">
              <a:solidFill>
                <a:schemeClr val="bg1"/>
              </a:solidFill>
              <a:ea typeface="+mn-ea"/>
              <a:cs typeface="Calibri" panose="020F0502020204030204" pitchFamily="34" charset="0"/>
            </a:endParaRPr>
          </a:p>
        </p:txBody>
      </p:sp>
      <p:sp>
        <p:nvSpPr>
          <p:cNvPr id="103" name="object 23">
            <a:extLst>
              <a:ext uri="{FF2B5EF4-FFF2-40B4-BE49-F238E27FC236}">
                <a16:creationId xmlns:a16="http://schemas.microsoft.com/office/drawing/2014/main" id="{2E2A944F-9B32-421F-B57F-DB0011D156E6}"/>
              </a:ext>
            </a:extLst>
          </p:cNvPr>
          <p:cNvSpPr txBox="1"/>
          <p:nvPr/>
        </p:nvSpPr>
        <p:spPr>
          <a:xfrm>
            <a:off x="6200973" y="3721542"/>
            <a:ext cx="2322250" cy="2008242"/>
          </a:xfrm>
          <a:prstGeom prst="rect">
            <a:avLst/>
          </a:prstGeom>
        </p:spPr>
        <p:txBody>
          <a:bodyPr vert="horz" wrap="square" lIns="0" tIns="12700" rIns="0" bIns="0" rtlCol="0">
            <a:spAutoFit/>
          </a:bodyPr>
          <a:lstStyle/>
          <a:p>
            <a:pPr marL="184785" marR="131445" indent="-172720" eaLnBrk="1" fontAlgn="auto" hangingPunct="1">
              <a:spcBef>
                <a:spcPts val="100"/>
              </a:spcBef>
              <a:spcAft>
                <a:spcPts val="1200"/>
              </a:spcAft>
              <a:buClrTx/>
              <a:buFont typeface="Arial"/>
              <a:buChar char="•"/>
              <a:tabLst>
                <a:tab pos="185420" algn="l"/>
              </a:tabLst>
            </a:pPr>
            <a:r>
              <a:rPr lang="zh-TW" altLang="en-US" i="0" spc="-5">
                <a:solidFill>
                  <a:prstClr val="black"/>
                </a:solidFill>
                <a:latin typeface="KaiTi" panose="02010609060101010101" pitchFamily="49" charset="-122"/>
                <a:ea typeface="KaiTi" panose="02010609060101010101" pitchFamily="49" charset="-122"/>
                <a:cs typeface="Times New Roman"/>
              </a:rPr>
              <a:t>必要時召開會議（針對重大問題或重要報告里程碑</a:t>
            </a:r>
            <a:r>
              <a:rPr lang="en-US" altLang="zh-TW" i="0" spc="-5">
                <a:solidFill>
                  <a:prstClr val="black"/>
                </a:solidFill>
                <a:latin typeface="KaiTi" panose="02010609060101010101" pitchFamily="49" charset="-122"/>
                <a:ea typeface="KaiTi" panose="02010609060101010101" pitchFamily="49" charset="-122"/>
                <a:cs typeface="Times New Roman"/>
              </a:rPr>
              <a:t>)</a:t>
            </a:r>
          </a:p>
          <a:p>
            <a:pPr marL="184785" marR="131445" indent="-172720" eaLnBrk="1" fontAlgn="auto" hangingPunct="1">
              <a:spcBef>
                <a:spcPts val="100"/>
              </a:spcBef>
              <a:spcAft>
                <a:spcPts val="1200"/>
              </a:spcAft>
              <a:buClrTx/>
              <a:buFont typeface="Arial"/>
              <a:buChar char="•"/>
              <a:tabLst>
                <a:tab pos="185420" algn="l"/>
              </a:tabLst>
            </a:pPr>
            <a:r>
              <a:rPr lang="zh-TW" altLang="en-US" i="0" spc="-5">
                <a:solidFill>
                  <a:prstClr val="black"/>
                </a:solidFill>
                <a:latin typeface="KaiTi" panose="02010609060101010101" pitchFamily="49" charset="-122"/>
                <a:ea typeface="KaiTi" panose="02010609060101010101" pitchFamily="49" charset="-122"/>
                <a:cs typeface="Times New Roman"/>
              </a:rPr>
              <a:t>相關中介團隊的主要人員和保薦人將參加</a:t>
            </a:r>
            <a:endParaRPr lang="en-US" altLang="zh-TW" i="0" spc="-5">
              <a:solidFill>
                <a:prstClr val="black"/>
              </a:solidFill>
              <a:latin typeface="KaiTi" panose="02010609060101010101" pitchFamily="49" charset="-122"/>
              <a:ea typeface="KaiTi" panose="02010609060101010101" pitchFamily="49" charset="-122"/>
              <a:cs typeface="Times New Roman"/>
            </a:endParaRPr>
          </a:p>
          <a:p>
            <a:pPr marL="184785" marR="131445" indent="-172720" eaLnBrk="1" fontAlgn="auto" hangingPunct="1">
              <a:spcBef>
                <a:spcPts val="100"/>
              </a:spcBef>
              <a:spcAft>
                <a:spcPts val="1200"/>
              </a:spcAft>
              <a:buClrTx/>
              <a:buFont typeface="Arial"/>
              <a:buChar char="•"/>
              <a:tabLst>
                <a:tab pos="185420" algn="l"/>
              </a:tabLst>
            </a:pPr>
            <a:r>
              <a:rPr lang="zh-TW" altLang="en-US" i="0" spc="-5">
                <a:solidFill>
                  <a:prstClr val="black"/>
                </a:solidFill>
                <a:latin typeface="KaiTi" panose="02010609060101010101" pitchFamily="49" charset="-122"/>
                <a:ea typeface="KaiTi" panose="02010609060101010101" pitchFamily="49" charset="-122"/>
                <a:cs typeface="Times New Roman"/>
              </a:rPr>
              <a:t>相關中介團隊的主要人員和保薦人將</a:t>
            </a:r>
            <a:r>
              <a:rPr lang="zh-TW" altLang="en-US" i="0">
                <a:solidFill>
                  <a:prstClr val="black"/>
                </a:solidFill>
                <a:latin typeface="KaiTi" panose="02010609060101010101" pitchFamily="49" charset="-122"/>
                <a:ea typeface="KaiTi" panose="02010609060101010101" pitchFamily="49" charset="-122"/>
                <a:cs typeface="Times New Roman"/>
              </a:rPr>
              <a:t>總結近期遇到的關鍵問題，向管理層報告，就某些特殊問題提出建議，並考慮管理層的建議和反饋</a:t>
            </a:r>
            <a:endParaRPr i="0">
              <a:solidFill>
                <a:prstClr val="black"/>
              </a:solidFill>
              <a:latin typeface="KaiTi" panose="02010609060101010101" pitchFamily="49" charset="-122"/>
              <a:ea typeface="KaiTi" panose="02010609060101010101" pitchFamily="49" charset="-122"/>
              <a:cs typeface="Times New Roman"/>
            </a:endParaRPr>
          </a:p>
        </p:txBody>
      </p:sp>
      <p:sp>
        <p:nvSpPr>
          <p:cNvPr id="104" name="object 22">
            <a:extLst>
              <a:ext uri="{FF2B5EF4-FFF2-40B4-BE49-F238E27FC236}">
                <a16:creationId xmlns:a16="http://schemas.microsoft.com/office/drawing/2014/main" id="{DAAA9186-BB61-4F72-B645-1C9B6533F232}"/>
              </a:ext>
            </a:extLst>
          </p:cNvPr>
          <p:cNvSpPr/>
          <p:nvPr/>
        </p:nvSpPr>
        <p:spPr>
          <a:xfrm flipV="1">
            <a:off x="6208225" y="5737320"/>
            <a:ext cx="2322250" cy="45719"/>
          </a:xfrm>
          <a:custGeom>
            <a:avLst/>
            <a:gdLst/>
            <a:ahLst/>
            <a:cxnLst/>
            <a:rect l="l" t="t" r="r" b="b"/>
            <a:pathLst>
              <a:path w="2700020">
                <a:moveTo>
                  <a:pt x="0" y="0"/>
                </a:moveTo>
                <a:lnTo>
                  <a:pt x="2700020" y="0"/>
                </a:lnTo>
              </a:path>
            </a:pathLst>
          </a:custGeom>
          <a:ln w="12700">
            <a:solidFill>
              <a:srgbClr val="BDC0C2"/>
            </a:solidFill>
          </a:ln>
        </p:spPr>
        <p:txBody>
          <a:bodyPr wrap="square" lIns="0" tIns="0" rIns="0" bIns="0" rtlCol="0"/>
          <a:lstStyle/>
          <a:p>
            <a:pPr eaLnBrk="1" fontAlgn="auto" hangingPunct="1">
              <a:spcBef>
                <a:spcPts val="0"/>
              </a:spcBef>
              <a:spcAft>
                <a:spcPts val="0"/>
              </a:spcAft>
              <a:buClrTx/>
              <a:buFontTx/>
              <a:buNone/>
            </a:pPr>
            <a:endParaRPr sz="1800" i="0">
              <a:solidFill>
                <a:prstClr val="black"/>
              </a:solidFill>
              <a:latin typeface="Calibri"/>
              <a:ea typeface="+mn-ea"/>
              <a:cs typeface="+mn-cs"/>
            </a:endParaRPr>
          </a:p>
        </p:txBody>
      </p:sp>
      <p:sp>
        <p:nvSpPr>
          <p:cNvPr id="105" name="Slide Number Placeholder 2">
            <a:extLst>
              <a:ext uri="{FF2B5EF4-FFF2-40B4-BE49-F238E27FC236}">
                <a16:creationId xmlns:a16="http://schemas.microsoft.com/office/drawing/2014/main" id="{B2BEE7AA-A920-4391-9E1B-2F2222E01376}"/>
              </a:ext>
            </a:extLst>
          </p:cNvPr>
          <p:cNvSpPr>
            <a:spLocks noGrp="1"/>
          </p:cNvSpPr>
          <p:nvPr>
            <p:ph type="sldNum" sz="quarter" idx="10"/>
          </p:nvPr>
        </p:nvSpPr>
        <p:spPr>
          <a:xfrm>
            <a:off x="7897813" y="6398780"/>
            <a:ext cx="1066800" cy="217937"/>
          </a:xfrm>
        </p:spPr>
        <p:txBody>
          <a:bodyPr/>
          <a:lstStyle/>
          <a:p>
            <a:pPr>
              <a:defRPr/>
            </a:pPr>
            <a:fld id="{17AE90FD-2A67-4F1C-8A5E-6FE36A4F61F0}" type="slidenum">
              <a:rPr lang="en-US" altLang="en-US" smtClean="0"/>
              <a:pPr>
                <a:defRPr/>
              </a:pPr>
              <a:t>9</a:t>
            </a:fld>
            <a:endParaRPr lang="en-US" altLang="en-US"/>
          </a:p>
        </p:txBody>
      </p:sp>
    </p:spTree>
    <p:extLst>
      <p:ext uri="{BB962C8B-B14F-4D97-AF65-F5344CB8AC3E}">
        <p14:creationId xmlns:p14="http://schemas.microsoft.com/office/powerpoint/2010/main" val="2382550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9EF01EB-F7DD-4202-A79B-4CADBE9B4E6C}"/>
              </a:ext>
            </a:extLst>
          </p:cNvPr>
          <p:cNvSpPr>
            <a:spLocks noGrp="1"/>
          </p:cNvSpPr>
          <p:nvPr>
            <p:ph type="sldNum" sz="quarter" idx="10"/>
          </p:nvPr>
        </p:nvSpPr>
        <p:spPr>
          <a:xfrm>
            <a:off x="7897813" y="6398780"/>
            <a:ext cx="1066800" cy="217937"/>
          </a:xfrm>
        </p:spPr>
        <p:txBody>
          <a:bodyPr/>
          <a:lstStyle/>
          <a:p>
            <a:pPr>
              <a:defRPr/>
            </a:pPr>
            <a:fld id="{17AE90FD-2A67-4F1C-8A5E-6FE36A4F61F0}" type="slidenum">
              <a:rPr lang="en-US" altLang="en-US" smtClean="0"/>
              <a:pPr>
                <a:defRPr/>
              </a:pPr>
              <a:t>10</a:t>
            </a:fld>
            <a:endParaRPr lang="en-US" altLang="en-US"/>
          </a:p>
        </p:txBody>
      </p:sp>
      <p:sp>
        <p:nvSpPr>
          <p:cNvPr id="7" name="Text Placeholder 3">
            <a:extLst>
              <a:ext uri="{FF2B5EF4-FFF2-40B4-BE49-F238E27FC236}">
                <a16:creationId xmlns:a16="http://schemas.microsoft.com/office/drawing/2014/main" id="{807971C2-325D-4E19-BA7C-44A861EFF63F}"/>
              </a:ext>
            </a:extLst>
          </p:cNvPr>
          <p:cNvSpPr txBox="1">
            <a:spLocks/>
          </p:cNvSpPr>
          <p:nvPr/>
        </p:nvSpPr>
        <p:spPr>
          <a:xfrm>
            <a:off x="731964" y="2905788"/>
            <a:ext cx="7766083" cy="523212"/>
          </a:xfrm>
          <a:prstGeom prst="rect">
            <a:avLst/>
          </a:prstGeom>
        </p:spPr>
        <p:txBody>
          <a:bodyPr/>
          <a:lstStyle>
            <a:lvl1pPr marL="231751" indent="-231751" algn="l" rtl="0" eaLnBrk="1" fontAlgn="base" hangingPunct="0">
              <a:spcBef>
                <a:spcPts val="300"/>
              </a:spcBef>
              <a:spcAft>
                <a:spcPts val="300"/>
              </a:spcAft>
              <a:buClr>
                <a:schemeClr val="accent1"/>
              </a:buClr>
              <a:buFont typeface="Wingdings" pitchFamily="2" charset="2"/>
              <a:buChar char="n"/>
              <a:defRPr sz="1600">
                <a:solidFill>
                  <a:schemeClr val="tx1"/>
                </a:solidFill>
                <a:latin typeface="+mn-lt"/>
                <a:ea typeface="+mn-ea"/>
                <a:cs typeface="DFKaiShu-GB5" pitchFamily="65" charset="-128"/>
              </a:defRPr>
            </a:lvl1pPr>
            <a:lvl2pPr marL="566678" indent="-220640" algn="l" rtl="0" eaLnBrk="1" fontAlgn="base" hangingPunct="0">
              <a:spcBef>
                <a:spcPts val="300"/>
              </a:spcBef>
              <a:spcAft>
                <a:spcPts val="300"/>
              </a:spcAft>
              <a:buClr>
                <a:srgbClr val="626262"/>
              </a:buClr>
              <a:buFont typeface="Wingdings" pitchFamily="2" charset="2"/>
              <a:buChar char="u"/>
              <a:defRPr sz="1400">
                <a:solidFill>
                  <a:schemeClr val="tx1"/>
                </a:solidFill>
                <a:latin typeface="+mn-lt"/>
                <a:ea typeface="+mn-ea"/>
                <a:cs typeface="DFKaiShu-GB5" pitchFamily="65" charset="-128"/>
              </a:defRPr>
            </a:lvl2pPr>
            <a:lvl3pPr marL="909541" indent="-228576" algn="l" rtl="0" eaLnBrk="1" fontAlgn="base" hangingPunct="0">
              <a:spcBef>
                <a:spcPts val="300"/>
              </a:spcBef>
              <a:spcAft>
                <a:spcPts val="300"/>
              </a:spcAft>
              <a:buFont typeface="Arial" pitchFamily="34" charset="0"/>
              <a:buChar char="—"/>
              <a:defRPr sz="1400">
                <a:solidFill>
                  <a:schemeClr val="tx1"/>
                </a:solidFill>
                <a:latin typeface="+mn-lt"/>
                <a:ea typeface="+mn-ea"/>
                <a:cs typeface="DFKaiShu-GB5" pitchFamily="65" charset="-128"/>
              </a:defRPr>
            </a:lvl3pPr>
            <a:lvl4pPr marL="1252405" indent="-228576" algn="l" rtl="0" eaLnBrk="1" fontAlgn="base" hangingPunct="0">
              <a:spcBef>
                <a:spcPts val="300"/>
              </a:spcBef>
              <a:spcAft>
                <a:spcPts val="300"/>
              </a:spcAft>
              <a:buChar char="–"/>
              <a:defRPr sz="1400">
                <a:solidFill>
                  <a:schemeClr val="tx1"/>
                </a:solidFill>
                <a:latin typeface="+mn-lt"/>
                <a:ea typeface="+mn-ea"/>
                <a:cs typeface="DFKaiShu-GB5" pitchFamily="65" charset="-128"/>
              </a:defRPr>
            </a:lvl4pPr>
            <a:lvl5pPr marL="1595269" indent="-228576" algn="l" rtl="0" eaLnBrk="1" fontAlgn="base" hangingPunct="0">
              <a:spcBef>
                <a:spcPts val="300"/>
              </a:spcBef>
              <a:spcAft>
                <a:spcPts val="300"/>
              </a:spcAft>
              <a:buChar char="»"/>
              <a:defRPr sz="1400">
                <a:solidFill>
                  <a:schemeClr val="tx1"/>
                </a:solidFill>
                <a:latin typeface="+mn-lt"/>
                <a:ea typeface="+mn-ea"/>
                <a:cs typeface="DFKaiShu-GB5" pitchFamily="65" charset="-128"/>
              </a:defRPr>
            </a:lvl5pPr>
            <a:lvl6pPr marL="2052420" indent="-228576" algn="l" rtl="0" eaLnBrk="0" fontAlgn="base" hangingPunct="0">
              <a:spcBef>
                <a:spcPct val="0"/>
              </a:spcBef>
              <a:spcAft>
                <a:spcPct val="30000"/>
              </a:spcAft>
              <a:buChar char="»"/>
              <a:defRPr sz="1400">
                <a:solidFill>
                  <a:schemeClr val="tx1"/>
                </a:solidFill>
                <a:latin typeface="+mn-lt"/>
                <a:ea typeface="+mn-ea"/>
              </a:defRPr>
            </a:lvl6pPr>
            <a:lvl7pPr marL="2509572" indent="-228576" algn="l" rtl="0" eaLnBrk="0" fontAlgn="base" hangingPunct="0">
              <a:spcBef>
                <a:spcPct val="0"/>
              </a:spcBef>
              <a:spcAft>
                <a:spcPct val="30000"/>
              </a:spcAft>
              <a:buChar char="»"/>
              <a:defRPr sz="1400">
                <a:solidFill>
                  <a:schemeClr val="tx1"/>
                </a:solidFill>
                <a:latin typeface="+mn-lt"/>
                <a:ea typeface="+mn-ea"/>
              </a:defRPr>
            </a:lvl7pPr>
            <a:lvl8pPr marL="2966723" indent="-228576" algn="l" rtl="0" eaLnBrk="0" fontAlgn="base" hangingPunct="0">
              <a:spcBef>
                <a:spcPct val="0"/>
              </a:spcBef>
              <a:spcAft>
                <a:spcPct val="30000"/>
              </a:spcAft>
              <a:buChar char="»"/>
              <a:defRPr sz="1400">
                <a:solidFill>
                  <a:schemeClr val="tx1"/>
                </a:solidFill>
                <a:latin typeface="+mn-lt"/>
                <a:ea typeface="+mn-ea"/>
              </a:defRPr>
            </a:lvl8pPr>
            <a:lvl9pPr marL="3423875" indent="-228576" algn="l" rtl="0" eaLnBrk="0" fontAlgn="base" hangingPunct="0">
              <a:spcBef>
                <a:spcPct val="0"/>
              </a:spcBef>
              <a:spcAft>
                <a:spcPct val="30000"/>
              </a:spcAft>
              <a:buChar char="»"/>
              <a:defRPr sz="1400">
                <a:solidFill>
                  <a:schemeClr val="tx1"/>
                </a:solidFill>
                <a:latin typeface="+mn-lt"/>
                <a:ea typeface="+mn-ea"/>
              </a:defRPr>
            </a:lvl9pPr>
          </a:lstStyle>
          <a:p>
            <a:pPr marL="0" indent="0" algn="r">
              <a:buNone/>
            </a:pPr>
            <a:r>
              <a:rPr lang="en-US" altLang="zh-TW" sz="2800" b="1" i="0">
                <a:solidFill>
                  <a:schemeClr val="dk1"/>
                </a:solidFill>
                <a:latin typeface="Calibri" panose="020F0502020204030204" pitchFamily="34" charset="0"/>
                <a:ea typeface="KaiTi" panose="02010609060101010101" pitchFamily="49" charset="-122"/>
                <a:cs typeface="Calibri" panose="020F0502020204030204" pitchFamily="34" charset="0"/>
              </a:rPr>
              <a:t>4.</a:t>
            </a:r>
            <a:r>
              <a:rPr lang="en-US" altLang="zh-TW" sz="2800" b="1" i="0" kern="1200">
                <a:solidFill>
                  <a:schemeClr val="dk1"/>
                </a:solidFill>
                <a:latin typeface="KaiTi" panose="02010609060101010101" pitchFamily="49" charset="-122"/>
                <a:ea typeface="KaiTi" panose="02010609060101010101" pitchFamily="49" charset="-122"/>
                <a:cs typeface="Calibri" panose="020F0502020204030204" pitchFamily="34" charset="0"/>
              </a:rPr>
              <a:t> </a:t>
            </a:r>
            <a:r>
              <a:rPr lang="zh-TW" altLang="en-US" sz="2800" b="1" i="0" kern="1200">
                <a:solidFill>
                  <a:schemeClr val="dk1"/>
                </a:solidFill>
                <a:latin typeface="KaiTi" panose="02010609060101010101" pitchFamily="49" charset="-122"/>
                <a:ea typeface="KaiTi" panose="02010609060101010101" pitchFamily="49" charset="-122"/>
                <a:cs typeface="Calibri" panose="020F0502020204030204" pitchFamily="34" charset="0"/>
              </a:rPr>
              <a:t>執行時間表</a:t>
            </a:r>
            <a:endParaRPr lang="en-US" b="1" i="0" kern="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1303989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0F13C8A-0762-3A21-7C66-ADD9C46F08B5}"/>
              </a:ext>
            </a:extLst>
          </p:cNvPr>
          <p:cNvSpPr txBox="1"/>
          <p:nvPr/>
        </p:nvSpPr>
        <p:spPr>
          <a:xfrm>
            <a:off x="3955616" y="2997078"/>
            <a:ext cx="4237155" cy="415498"/>
          </a:xfrm>
          <a:prstGeom prst="rect">
            <a:avLst/>
          </a:prstGeom>
          <a:noFill/>
        </p:spPr>
        <p:txBody>
          <a:bodyPr wrap="square" rtlCol="0">
            <a:spAutoFit/>
          </a:bodyPr>
          <a:lstStyle/>
          <a:p>
            <a:pPr marL="332740" indent="-170180" defTabSz="914303" eaLnBrk="1" fontAlgn="auto" hangingPunct="1">
              <a:spcBef>
                <a:spcPts val="0"/>
              </a:spcBef>
              <a:spcAft>
                <a:spcPts val="0"/>
              </a:spcAft>
              <a:buClr>
                <a:srgbClr val="96999B"/>
              </a:buClr>
              <a:buFont typeface="Symbol"/>
              <a:buChar char=""/>
              <a:tabLst>
                <a:tab pos="333375" algn="l"/>
              </a:tabLst>
              <a:defRPr/>
            </a:pPr>
            <a:r>
              <a:rPr lang="zh-CN" altLang="en-US" sz="1050" i="0" dirty="0">
                <a:solidFill>
                  <a:srgbClr val="000000"/>
                </a:solidFill>
                <a:ea typeface="KaiTi" panose="02010609060101010101" pitchFamily="49" charset="-122"/>
                <a:cs typeface="Calibri" panose="020F0502020204030204" pitchFamily="34" charset="0"/>
              </a:rPr>
              <a:t>開展</a:t>
            </a:r>
            <a:r>
              <a:rPr lang="zh-TW" altLang="en-US" sz="1050" b="0" i="0" dirty="0">
                <a:solidFill>
                  <a:srgbClr val="000000"/>
                </a:solidFill>
                <a:ea typeface="KaiTi" panose="02010609060101010101" pitchFamily="49" charset="-122"/>
                <a:cs typeface="Calibri" panose="020F0502020204030204" pitchFamily="34" charset="0"/>
              </a:rPr>
              <a:t>非交易路演</a:t>
            </a:r>
            <a:endParaRPr lang="en-US" altLang="zh-TW" sz="1050" b="0" i="0" dirty="0">
              <a:solidFill>
                <a:srgbClr val="000000"/>
              </a:solidFill>
              <a:ea typeface="Calibri" panose="020F0502020204030204" pitchFamily="34" charset="0"/>
              <a:cs typeface="Calibri" panose="020F0502020204030204" pitchFamily="34" charset="0"/>
            </a:endParaRPr>
          </a:p>
          <a:p>
            <a:pPr marL="332740" indent="-170180" algn="l" defTabSz="914303" eaLnBrk="1" fontAlgn="auto" hangingPunct="1">
              <a:spcBef>
                <a:spcPts val="0"/>
              </a:spcBef>
              <a:spcAft>
                <a:spcPts val="0"/>
              </a:spcAft>
              <a:buClr>
                <a:srgbClr val="96999B"/>
              </a:buClr>
              <a:buFont typeface="Symbol"/>
              <a:buChar char=""/>
              <a:tabLst>
                <a:tab pos="333375" algn="l"/>
              </a:tabLst>
              <a:defRPr/>
            </a:pPr>
            <a:r>
              <a:rPr lang="zh-CN" altLang="en-US" sz="1050" i="0" dirty="0">
                <a:solidFill>
                  <a:srgbClr val="000000"/>
                </a:solidFill>
                <a:ea typeface="KaiTi" panose="02010609060101010101" pitchFamily="49" charset="-122"/>
                <a:cs typeface="Calibri" panose="020F0502020204030204" pitchFamily="34" charset="0"/>
              </a:rPr>
              <a:t>補充各綫條盡調，根據監管機構意見完善招股書</a:t>
            </a:r>
            <a:endParaRPr lang="en-US" altLang="zh-TW" sz="1050" b="0" i="0" dirty="0">
              <a:solidFill>
                <a:srgbClr val="000000"/>
              </a:solidFill>
              <a:ea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79CA7D4A-17E0-45F8-8FB5-32421E0BB920}"/>
              </a:ext>
            </a:extLst>
          </p:cNvPr>
          <p:cNvSpPr>
            <a:spLocks noGrp="1"/>
          </p:cNvSpPr>
          <p:nvPr>
            <p:ph type="title"/>
          </p:nvPr>
        </p:nvSpPr>
        <p:spPr>
          <a:xfrm>
            <a:off x="661988" y="489643"/>
            <a:ext cx="7840662" cy="461657"/>
          </a:xfrm>
        </p:spPr>
        <p:txBody>
          <a:bodyPr/>
          <a:lstStyle/>
          <a:p>
            <a:r>
              <a:rPr lang="en-US" altLang="zh-TW" dirty="0">
                <a:latin typeface="Calibri" panose="020F0502020204030204" pitchFamily="34" charset="0"/>
                <a:ea typeface="Calibri" panose="020F0502020204030204" pitchFamily="34" charset="0"/>
                <a:cs typeface="Calibri" panose="020F0502020204030204" pitchFamily="34" charset="0"/>
              </a:rPr>
              <a:t>4.1 </a:t>
            </a:r>
            <a:r>
              <a:rPr lang="zh-TW" altLang="en-US" dirty="0">
                <a:latin typeface="Calibri" panose="020F0502020204030204" pitchFamily="34" charset="0"/>
                <a:ea typeface="KaiTi" panose="02010609060101010101" pitchFamily="49" charset="-122"/>
                <a:cs typeface="Calibri" panose="020F0502020204030204" pitchFamily="34" charset="0"/>
              </a:rPr>
              <a:t>關鍵節點</a:t>
            </a:r>
            <a:r>
              <a:rPr lang="zh-TW" altLang="en-US" b="1" dirty="0">
                <a:solidFill>
                  <a:schemeClr val="tx1"/>
                </a:solidFill>
                <a:latin typeface="Calibri" panose="020F0502020204030204" pitchFamily="34" charset="0"/>
                <a:ea typeface="KaiTi" panose="02010609060101010101" pitchFamily="49" charset="-122"/>
                <a:cs typeface="Calibri" panose="020F0502020204030204" pitchFamily="34" charset="0"/>
              </a:rPr>
              <a:t>上市時間表</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51" name="object 29">
            <a:extLst>
              <a:ext uri="{FF2B5EF4-FFF2-40B4-BE49-F238E27FC236}">
                <a16:creationId xmlns:a16="http://schemas.microsoft.com/office/drawing/2014/main" id="{067CF0BE-1E27-C323-07BD-D2347208D989}"/>
              </a:ext>
            </a:extLst>
          </p:cNvPr>
          <p:cNvSpPr txBox="1">
            <a:spLocks/>
          </p:cNvSpPr>
          <p:nvPr/>
        </p:nvSpPr>
        <p:spPr>
          <a:xfrm>
            <a:off x="586910" y="6178798"/>
            <a:ext cx="3968402" cy="135935"/>
          </a:xfrm>
          <a:prstGeom prst="rect">
            <a:avLst/>
          </a:prstGeom>
        </p:spPr>
        <p:txBody>
          <a:bodyPr vert="horz" wrap="square" lIns="0" tIns="12700" rIns="0" bIns="0" rtlCol="0">
            <a:spAutoFit/>
          </a:bodyPr>
          <a:lstStyle>
            <a:defPPr>
              <a:defRPr lang="en-US"/>
            </a:defPPr>
            <a:lvl1pPr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1pPr>
            <a:lvl2pPr marL="457152"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2pPr>
            <a:lvl3pPr marL="914303"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3pPr>
            <a:lvl4pPr marL="1371455"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4pPr>
            <a:lvl5pPr marL="1828606"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5pPr>
            <a:lvl6pPr marL="2285758"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6pPr>
            <a:lvl7pPr marL="2742909"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7pPr>
            <a:lvl8pPr marL="3200061"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8pPr>
            <a:lvl9pPr marL="3657212"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9pPr>
          </a:lstStyle>
          <a:p>
            <a:pPr marL="57150">
              <a:spcBef>
                <a:spcPts val="100"/>
              </a:spcBef>
            </a:pPr>
            <a:r>
              <a:rPr lang="zh-TW" altLang="en-US" sz="800" b="0" spc="10">
                <a:solidFill>
                  <a:srgbClr val="000000"/>
                </a:solidFill>
                <a:ea typeface="KaiTi" panose="02010609060101010101" pitchFamily="49" charset="-122"/>
                <a:cs typeface="Calibri" panose="020F0502020204030204" pitchFamily="34" charset="0"/>
              </a:rPr>
              <a:t>注：最終上市時間表將取決於監管部門審批速度、資本市場條件等各方面因素影響</a:t>
            </a:r>
            <a:endParaRPr lang="zh-CN" altLang="en-US" sz="800" b="0">
              <a:solidFill>
                <a:srgbClr val="000000"/>
              </a:solidFill>
              <a:ea typeface="KaiTi" panose="02010609060101010101" pitchFamily="49" charset="-122"/>
              <a:cs typeface="Calibri" panose="020F0502020204030204" pitchFamily="34" charset="0"/>
            </a:endParaRPr>
          </a:p>
        </p:txBody>
      </p:sp>
      <p:pic>
        <p:nvPicPr>
          <p:cNvPr id="52" name="object 4">
            <a:extLst>
              <a:ext uri="{FF2B5EF4-FFF2-40B4-BE49-F238E27FC236}">
                <a16:creationId xmlns:a16="http://schemas.microsoft.com/office/drawing/2014/main" id="{271DC494-7A3E-6BE4-7F46-D0FE819EC762}"/>
              </a:ext>
            </a:extLst>
          </p:cNvPr>
          <p:cNvPicPr/>
          <p:nvPr/>
        </p:nvPicPr>
        <p:blipFill>
          <a:blip r:embed="rId2" cstate="print"/>
          <a:stretch>
            <a:fillRect/>
          </a:stretch>
        </p:blipFill>
        <p:spPr>
          <a:xfrm>
            <a:off x="277495" y="1002395"/>
            <a:ext cx="4901184" cy="5050614"/>
          </a:xfrm>
          <a:prstGeom prst="rect">
            <a:avLst/>
          </a:prstGeom>
        </p:spPr>
      </p:pic>
      <p:sp>
        <p:nvSpPr>
          <p:cNvPr id="53" name="TextBox 52">
            <a:extLst>
              <a:ext uri="{FF2B5EF4-FFF2-40B4-BE49-F238E27FC236}">
                <a16:creationId xmlns:a16="http://schemas.microsoft.com/office/drawing/2014/main" id="{B1EAD668-EF48-C89F-8C5B-0CCDBF5402B0}"/>
              </a:ext>
            </a:extLst>
          </p:cNvPr>
          <p:cNvSpPr txBox="1"/>
          <p:nvPr/>
        </p:nvSpPr>
        <p:spPr>
          <a:xfrm>
            <a:off x="1420058" y="5710194"/>
            <a:ext cx="977601" cy="276999"/>
          </a:xfrm>
          <a:prstGeom prst="rect">
            <a:avLst/>
          </a:prstGeom>
          <a:solidFill>
            <a:srgbClr val="E59B9D">
              <a:lumMod val="20000"/>
              <a:lumOff val="80000"/>
            </a:srgbClr>
          </a:solidFill>
        </p:spPr>
        <p:txBody>
          <a:bodyPr wrap="square" rtlCol="0">
            <a:spAutoFit/>
          </a:bodyPr>
          <a:lstStyle/>
          <a:p>
            <a:pPr marL="0" marR="0" lvl="0" indent="0" defTabSz="914400" eaLnBrk="1" fontAlgn="auto" latinLnBrk="0" hangingPunct="1">
              <a:lnSpc>
                <a:spcPct val="100000"/>
              </a:lnSpc>
              <a:spcBef>
                <a:spcPct val="0"/>
              </a:spcBef>
              <a:spcAft>
                <a:spcPct val="200000"/>
              </a:spcAft>
              <a:buClr>
                <a:srgbClr val="BE050A"/>
              </a:buClr>
              <a:buSzTx/>
              <a:buFont typeface="Wingdings" pitchFamily="2" charset="2"/>
              <a:buNone/>
              <a:tabLst/>
              <a:defRPr/>
            </a:pPr>
            <a:r>
              <a:rPr kumimoji="0" lang="en-US" altLang="zh-TW" sz="1200" b="1" i="0" u="none" strike="noStrike" kern="0" cap="none" spc="-20" normalizeH="0" baseline="0" noProof="0">
                <a:ln>
                  <a:noFill/>
                </a:ln>
                <a:solidFill>
                  <a:srgbClr val="000000"/>
                </a:solidFill>
                <a:effectLst/>
                <a:uLnTx/>
                <a:uFillTx/>
                <a:ea typeface="Calibri" panose="020F0502020204030204" pitchFamily="34" charset="0"/>
                <a:cs typeface="Calibri" panose="020F0502020204030204" pitchFamily="34" charset="0"/>
              </a:rPr>
              <a:t>2025</a:t>
            </a:r>
            <a:r>
              <a:rPr kumimoji="0" lang="zh-CN" altLang="en-US" sz="1200" b="1" i="0" u="none" strike="noStrike" kern="0" cap="none" spc="-20" normalizeH="0" baseline="0" noProof="0">
                <a:ln>
                  <a:noFill/>
                </a:ln>
                <a:solidFill>
                  <a:srgbClr val="000000"/>
                </a:solidFill>
                <a:effectLst/>
                <a:uLnTx/>
                <a:uFillTx/>
                <a:ea typeface="KaiTi" panose="02010609060101010101" pitchFamily="49" charset="-122"/>
                <a:cs typeface="Calibri" panose="020F0502020204030204" pitchFamily="34" charset="0"/>
              </a:rPr>
              <a:t>年</a:t>
            </a:r>
            <a:r>
              <a:rPr lang="en-US" altLang="zh-CN" sz="1200" b="1" i="0" kern="0" spc="-20">
                <a:solidFill>
                  <a:srgbClr val="000000"/>
                </a:solidFill>
                <a:ea typeface="Calibri" panose="020F0502020204030204" pitchFamily="34" charset="0"/>
                <a:cs typeface="Calibri" panose="020F0502020204030204" pitchFamily="34" charset="0"/>
              </a:rPr>
              <a:t>7</a:t>
            </a:r>
            <a:r>
              <a:rPr kumimoji="0" lang="zh-CN" altLang="en-US" sz="1200" b="1" i="0" u="none" strike="noStrike" kern="0" cap="none" spc="-20" normalizeH="0" baseline="0" noProof="0">
                <a:ln>
                  <a:noFill/>
                </a:ln>
                <a:solidFill>
                  <a:srgbClr val="000000"/>
                </a:solidFill>
                <a:effectLst/>
                <a:uLnTx/>
                <a:uFillTx/>
                <a:ea typeface="KaiTi" panose="02010609060101010101" pitchFamily="49" charset="-122"/>
                <a:cs typeface="Calibri" panose="020F0502020204030204" pitchFamily="34" charset="0"/>
              </a:rPr>
              <a:t>月</a:t>
            </a:r>
            <a:endParaRPr kumimoji="0" lang="en-US" sz="1200" b="1" i="0" u="none" strike="noStrike" kern="0" cap="none" spc="-20" normalizeH="0" baseline="0" noProof="0">
              <a:ln>
                <a:noFill/>
              </a:ln>
              <a:solidFill>
                <a:srgbClr val="000000"/>
              </a:solidFill>
              <a:effectLst/>
              <a:uLnTx/>
              <a:uFillTx/>
              <a:ea typeface="Calibri" panose="020F0502020204030204" pitchFamily="34" charset="0"/>
              <a:cs typeface="Calibri" panose="020F0502020204030204" pitchFamily="34" charset="0"/>
            </a:endParaRPr>
          </a:p>
        </p:txBody>
      </p:sp>
      <p:sp>
        <p:nvSpPr>
          <p:cNvPr id="54" name="TextBox 53">
            <a:extLst>
              <a:ext uri="{FF2B5EF4-FFF2-40B4-BE49-F238E27FC236}">
                <a16:creationId xmlns:a16="http://schemas.microsoft.com/office/drawing/2014/main" id="{CCB53538-2C97-2A04-2D11-CFBFB543409C}"/>
              </a:ext>
            </a:extLst>
          </p:cNvPr>
          <p:cNvSpPr txBox="1"/>
          <p:nvPr/>
        </p:nvSpPr>
        <p:spPr>
          <a:xfrm>
            <a:off x="3241160" y="4413666"/>
            <a:ext cx="4594261" cy="415498"/>
          </a:xfrm>
          <a:prstGeom prst="rect">
            <a:avLst/>
          </a:prstGeom>
          <a:noFill/>
        </p:spPr>
        <p:txBody>
          <a:bodyPr wrap="square" rtlCol="0">
            <a:spAutoFit/>
          </a:bodyPr>
          <a:lstStyle/>
          <a:p>
            <a:pPr marL="332740" indent="-170180" algn="l" defTabSz="914303" eaLnBrk="1" fontAlgn="auto" hangingPunct="1">
              <a:spcBef>
                <a:spcPts val="0"/>
              </a:spcBef>
              <a:spcAft>
                <a:spcPts val="0"/>
              </a:spcAft>
              <a:buClr>
                <a:srgbClr val="96999B"/>
              </a:buClr>
              <a:buFont typeface="Symbol"/>
              <a:buChar char=""/>
              <a:tabLst>
                <a:tab pos="333375" algn="l"/>
              </a:tabLst>
              <a:defRPr/>
            </a:pPr>
            <a:r>
              <a:rPr lang="zh-TW" altLang="en-US" sz="1050" b="0" i="0" dirty="0">
                <a:solidFill>
                  <a:srgbClr val="000000"/>
                </a:solidFill>
                <a:ea typeface="KaiTi" panose="02010609060101010101" pitchFamily="49" charset="-122"/>
                <a:cs typeface="Calibri" panose="020F0502020204030204" pitchFamily="34" charset="0"/>
              </a:rPr>
              <a:t>大致完成各項盡調工作</a:t>
            </a:r>
            <a:endParaRPr lang="en-US" altLang="zh-TW" sz="1050" b="0" i="0" dirty="0">
              <a:solidFill>
                <a:srgbClr val="000000"/>
              </a:solidFill>
              <a:ea typeface="Calibri" panose="020F0502020204030204" pitchFamily="34" charset="0"/>
              <a:cs typeface="Calibri" panose="020F0502020204030204" pitchFamily="34" charset="0"/>
            </a:endParaRPr>
          </a:p>
          <a:p>
            <a:pPr marL="332740" indent="-170180" algn="l" defTabSz="914303" eaLnBrk="1" fontAlgn="auto" hangingPunct="1">
              <a:spcBef>
                <a:spcPts val="0"/>
              </a:spcBef>
              <a:spcAft>
                <a:spcPts val="0"/>
              </a:spcAft>
              <a:buClr>
                <a:srgbClr val="96999B"/>
              </a:buClr>
              <a:buFont typeface="Symbol"/>
              <a:buChar char=""/>
              <a:tabLst>
                <a:tab pos="333375" algn="l"/>
              </a:tabLst>
              <a:defRPr/>
            </a:pPr>
            <a:r>
              <a:rPr lang="zh-CN" altLang="en-US" sz="1050" i="0" dirty="0">
                <a:solidFill>
                  <a:srgbClr val="000000"/>
                </a:solidFill>
                <a:ea typeface="KaiTi" panose="02010609060101010101" pitchFamily="49" charset="-122"/>
                <a:cs typeface="Calibri" panose="020F0502020204030204" pitchFamily="34" charset="0"/>
              </a:rPr>
              <a:t>持續</a:t>
            </a:r>
            <a:r>
              <a:rPr lang="zh-TW" altLang="en-US" sz="1050" b="0" i="0" dirty="0">
                <a:solidFill>
                  <a:srgbClr val="000000"/>
                </a:solidFill>
                <a:ea typeface="KaiTi" panose="02010609060101010101" pitchFamily="49" charset="-122"/>
                <a:cs typeface="Calibri" panose="020F0502020204030204" pitchFamily="34" charset="0"/>
              </a:rPr>
              <a:t>起草</a:t>
            </a:r>
            <a:r>
              <a:rPr lang="en-US" sz="1050" b="0" i="0" dirty="0">
                <a:solidFill>
                  <a:srgbClr val="000000"/>
                </a:solidFill>
                <a:ea typeface="Calibri" panose="020F0502020204030204" pitchFamily="34" charset="0"/>
                <a:cs typeface="Calibri" panose="020F0502020204030204" pitchFamily="34" charset="0"/>
              </a:rPr>
              <a:t>A1</a:t>
            </a:r>
            <a:r>
              <a:rPr lang="zh-TW" altLang="en-US" sz="1050" b="0" i="0" dirty="0">
                <a:solidFill>
                  <a:srgbClr val="000000"/>
                </a:solidFill>
                <a:ea typeface="KaiTi" panose="02010609060101010101" pitchFamily="49" charset="-122"/>
                <a:cs typeface="Calibri" panose="020F0502020204030204" pitchFamily="34" charset="0"/>
              </a:rPr>
              <a:t>文件</a:t>
            </a:r>
            <a:endParaRPr lang="en-US" altLang="zh-TW" sz="1050" b="0" i="0" dirty="0">
              <a:solidFill>
                <a:srgbClr val="000000"/>
              </a:solidFill>
              <a:ea typeface="Calibri" panose="020F0502020204030204" pitchFamily="34" charset="0"/>
              <a:cs typeface="Calibri" panose="020F0502020204030204" pitchFamily="34" charset="0"/>
            </a:endParaRPr>
          </a:p>
        </p:txBody>
      </p:sp>
      <p:sp>
        <p:nvSpPr>
          <p:cNvPr id="55" name="TextBox 54">
            <a:extLst>
              <a:ext uri="{FF2B5EF4-FFF2-40B4-BE49-F238E27FC236}">
                <a16:creationId xmlns:a16="http://schemas.microsoft.com/office/drawing/2014/main" id="{F46BA38C-9D6C-6A49-8DB4-32072D178F77}"/>
              </a:ext>
            </a:extLst>
          </p:cNvPr>
          <p:cNvSpPr txBox="1"/>
          <p:nvPr/>
        </p:nvSpPr>
        <p:spPr>
          <a:xfrm>
            <a:off x="2349164" y="5587048"/>
            <a:ext cx="5801820" cy="577081"/>
          </a:xfrm>
          <a:prstGeom prst="rect">
            <a:avLst/>
          </a:prstGeom>
          <a:noFill/>
        </p:spPr>
        <p:txBody>
          <a:bodyPr wrap="square" rtlCol="0">
            <a:spAutoFit/>
          </a:bodyPr>
          <a:lstStyle/>
          <a:p>
            <a:pPr marL="332740" indent="-170180" algn="l" defTabSz="914303" eaLnBrk="1" fontAlgn="auto" hangingPunct="1">
              <a:spcBef>
                <a:spcPts val="0"/>
              </a:spcBef>
              <a:spcAft>
                <a:spcPts val="0"/>
              </a:spcAft>
              <a:buClr>
                <a:srgbClr val="96999B"/>
              </a:buClr>
              <a:buFont typeface="Symbol"/>
              <a:buChar char=""/>
              <a:tabLst>
                <a:tab pos="333375" algn="l"/>
              </a:tabLst>
              <a:defRPr/>
            </a:pPr>
            <a:r>
              <a:rPr lang="zh-TW" altLang="en-US" sz="1050" b="1" i="0" dirty="0">
                <a:solidFill>
                  <a:srgbClr val="C00000"/>
                </a:solidFill>
                <a:ea typeface="KaiTi" panose="02010609060101010101" pitchFamily="49" charset="-122"/>
                <a:cs typeface="Calibri" panose="020F0502020204030204" pitchFamily="34" charset="0"/>
              </a:rPr>
              <a:t>項目啟動大會</a:t>
            </a:r>
            <a:endParaRPr lang="en-US" altLang="zh-TW" sz="1050" b="1" i="0" dirty="0">
              <a:solidFill>
                <a:srgbClr val="C00000"/>
              </a:solidFill>
              <a:ea typeface="Calibri" panose="020F0502020204030204" pitchFamily="34" charset="0"/>
              <a:cs typeface="Calibri" panose="020F0502020204030204" pitchFamily="34" charset="0"/>
            </a:endParaRPr>
          </a:p>
          <a:p>
            <a:pPr marL="332740" indent="-170180" algn="l" defTabSz="914303" eaLnBrk="1" fontAlgn="auto" hangingPunct="1">
              <a:spcBef>
                <a:spcPts val="0"/>
              </a:spcBef>
              <a:spcAft>
                <a:spcPts val="0"/>
              </a:spcAft>
              <a:buClr>
                <a:srgbClr val="96999B"/>
              </a:buClr>
              <a:buFont typeface="Symbol"/>
              <a:buChar char=""/>
              <a:tabLst>
                <a:tab pos="333375" algn="l"/>
              </a:tabLst>
              <a:defRPr/>
            </a:pPr>
            <a:r>
              <a:rPr lang="zh-TW" altLang="en-US" sz="1050" b="0" i="0" dirty="0">
                <a:solidFill>
                  <a:srgbClr val="000000"/>
                </a:solidFill>
                <a:ea typeface="KaiTi" panose="02010609060101010101" pitchFamily="49" charset="-122"/>
                <a:cs typeface="Calibri" panose="020F0502020204030204" pitchFamily="34" charset="0"/>
              </a:rPr>
              <a:t>確定主要中介機構、保薦人和保薦人兼整體協調人的委任</a:t>
            </a:r>
            <a:endParaRPr lang="en-US" altLang="zh-TW" sz="1050" b="0" i="0" dirty="0">
              <a:solidFill>
                <a:srgbClr val="000000"/>
              </a:solidFill>
              <a:ea typeface="Calibri" panose="020F0502020204030204" pitchFamily="34" charset="0"/>
              <a:cs typeface="Calibri" panose="020F0502020204030204" pitchFamily="34" charset="0"/>
            </a:endParaRPr>
          </a:p>
          <a:p>
            <a:pPr marL="332740" indent="-170180" algn="l" defTabSz="914303" eaLnBrk="1" fontAlgn="auto" hangingPunct="1">
              <a:spcBef>
                <a:spcPts val="0"/>
              </a:spcBef>
              <a:spcAft>
                <a:spcPts val="0"/>
              </a:spcAft>
              <a:buClr>
                <a:srgbClr val="96999B"/>
              </a:buClr>
              <a:buFont typeface="Symbol"/>
              <a:buChar char=""/>
              <a:tabLst>
                <a:tab pos="333375" algn="l"/>
              </a:tabLst>
              <a:defRPr/>
            </a:pPr>
            <a:r>
              <a:rPr lang="zh-CN" altLang="en-US" sz="1050" b="0" i="0" dirty="0">
                <a:solidFill>
                  <a:srgbClr val="000000"/>
                </a:solidFill>
                <a:ea typeface="KaiTi" panose="02010609060101010101" pitchFamily="49" charset="-122"/>
                <a:cs typeface="Calibri" panose="020F0502020204030204" pitchFamily="34" charset="0"/>
              </a:rPr>
              <a:t>持續進行</a:t>
            </a:r>
            <a:r>
              <a:rPr lang="en-US" sz="1050" b="0" i="0" dirty="0">
                <a:solidFill>
                  <a:srgbClr val="000000"/>
                </a:solidFill>
                <a:ea typeface="Calibri" panose="020F0502020204030204" pitchFamily="34" charset="0"/>
                <a:cs typeface="Calibri" panose="020F0502020204030204" pitchFamily="34" charset="0"/>
              </a:rPr>
              <a:t>2022-2024</a:t>
            </a:r>
            <a:r>
              <a:rPr lang="zh-CN" altLang="en-US" sz="1050" b="0" i="0" dirty="0">
                <a:solidFill>
                  <a:srgbClr val="000000"/>
                </a:solidFill>
                <a:ea typeface="KaiTi" panose="02010609060101010101" pitchFamily="49" charset="-122"/>
                <a:cs typeface="Calibri" panose="020F0502020204030204" pitchFamily="34" charset="0"/>
              </a:rPr>
              <a:t>三個</a:t>
            </a:r>
            <a:r>
              <a:rPr lang="zh-TW" altLang="en-US" sz="1050" b="0" i="0" dirty="0">
                <a:solidFill>
                  <a:srgbClr val="000000"/>
                </a:solidFill>
                <a:ea typeface="KaiTi" panose="02010609060101010101" pitchFamily="49" charset="-122"/>
                <a:cs typeface="Calibri" panose="020F0502020204030204" pitchFamily="34" charset="0"/>
              </a:rPr>
              <a:t>財年及</a:t>
            </a:r>
            <a:r>
              <a:rPr lang="en-US" altLang="zh-TW" sz="1050" b="0" i="0" dirty="0">
                <a:solidFill>
                  <a:srgbClr val="000000"/>
                </a:solidFill>
                <a:ea typeface="Calibri" panose="020F0502020204030204" pitchFamily="34" charset="0"/>
                <a:cs typeface="Calibri" panose="020F0502020204030204" pitchFamily="34" charset="0"/>
              </a:rPr>
              <a:t>2025</a:t>
            </a:r>
            <a:r>
              <a:rPr lang="zh-CN" altLang="en-US" sz="1050" b="0" i="0" dirty="0">
                <a:solidFill>
                  <a:srgbClr val="000000"/>
                </a:solidFill>
                <a:ea typeface="KaiTi" panose="02010609060101010101" pitchFamily="49" charset="-122"/>
                <a:cs typeface="Calibri" panose="020F0502020204030204" pitchFamily="34" charset="0"/>
              </a:rPr>
              <a:t>財</a:t>
            </a:r>
            <a:r>
              <a:rPr lang="zh-TW" altLang="en-US" sz="1050" b="0" i="0" dirty="0">
                <a:solidFill>
                  <a:srgbClr val="000000"/>
                </a:solidFill>
                <a:ea typeface="KaiTi" panose="02010609060101010101" pitchFamily="49" charset="-122"/>
                <a:cs typeface="Calibri" panose="020F0502020204030204" pitchFamily="34" charset="0"/>
              </a:rPr>
              <a:t>年</a:t>
            </a:r>
            <a:r>
              <a:rPr lang="zh-CN" altLang="en-US" sz="1050" b="0" i="0" dirty="0">
                <a:solidFill>
                  <a:srgbClr val="000000"/>
                </a:solidFill>
                <a:ea typeface="KaiTi" panose="02010609060101010101" pitchFamily="49" charset="-122"/>
                <a:cs typeface="Calibri" panose="020F0502020204030204" pitchFamily="34" charset="0"/>
              </a:rPr>
              <a:t>首</a:t>
            </a:r>
            <a:r>
              <a:rPr lang="en-US" altLang="zh-CN" sz="1050" i="0" dirty="0">
                <a:solidFill>
                  <a:srgbClr val="000000"/>
                </a:solidFill>
                <a:ea typeface="Calibri" panose="020F0502020204030204" pitchFamily="34" charset="0"/>
                <a:cs typeface="Calibri" panose="020F0502020204030204" pitchFamily="34" charset="0"/>
              </a:rPr>
              <a:t>3</a:t>
            </a:r>
            <a:r>
              <a:rPr lang="zh-CN" altLang="en-US" sz="1050" b="0" i="0" dirty="0">
                <a:solidFill>
                  <a:srgbClr val="000000"/>
                </a:solidFill>
                <a:ea typeface="KaiTi" panose="02010609060101010101" pitchFamily="49" charset="-122"/>
                <a:cs typeface="Calibri" panose="020F0502020204030204" pitchFamily="34" charset="0"/>
              </a:rPr>
              <a:t>個月的</a:t>
            </a:r>
            <a:r>
              <a:rPr lang="zh-TW" altLang="en-US" sz="1050" b="0" i="0" dirty="0">
                <a:solidFill>
                  <a:srgbClr val="000000"/>
                </a:solidFill>
                <a:ea typeface="KaiTi" panose="02010609060101010101" pitchFamily="49" charset="-122"/>
                <a:cs typeface="Calibri" panose="020F0502020204030204" pitchFamily="34" charset="0"/>
              </a:rPr>
              <a:t>審計工</a:t>
            </a:r>
            <a:r>
              <a:rPr lang="zh-CN" altLang="en-US" sz="1050" b="0" i="0" dirty="0">
                <a:solidFill>
                  <a:srgbClr val="000000"/>
                </a:solidFill>
                <a:ea typeface="KaiTi" panose="02010609060101010101" pitchFamily="49" charset="-122"/>
                <a:cs typeface="Calibri" panose="020F0502020204030204" pitchFamily="34" charset="0"/>
              </a:rPr>
              <a:t>作</a:t>
            </a:r>
            <a:endParaRPr lang="en-US" altLang="zh-TW" sz="1050" b="0" i="0" dirty="0">
              <a:solidFill>
                <a:srgbClr val="000000"/>
              </a:solidFill>
              <a:ea typeface="Calibri" panose="020F0502020204030204" pitchFamily="34" charset="0"/>
              <a:cs typeface="Calibri" panose="020F0502020204030204" pitchFamily="34" charset="0"/>
            </a:endParaRPr>
          </a:p>
        </p:txBody>
      </p:sp>
      <p:cxnSp>
        <p:nvCxnSpPr>
          <p:cNvPr id="56" name="Straight Connector 55">
            <a:extLst>
              <a:ext uri="{FF2B5EF4-FFF2-40B4-BE49-F238E27FC236}">
                <a16:creationId xmlns:a16="http://schemas.microsoft.com/office/drawing/2014/main" id="{9E7A1983-4D9F-59B3-D29C-7D2B8D4589D5}"/>
              </a:ext>
            </a:extLst>
          </p:cNvPr>
          <p:cNvCxnSpPr>
            <a:cxnSpLocks/>
          </p:cNvCxnSpPr>
          <p:nvPr/>
        </p:nvCxnSpPr>
        <p:spPr bwMode="auto">
          <a:xfrm>
            <a:off x="7913562" y="2873480"/>
            <a:ext cx="482319" cy="0"/>
          </a:xfrm>
          <a:prstGeom prst="line">
            <a:avLst/>
          </a:prstGeom>
          <a:noFill/>
          <a:ln w="12700" cap="flat" cmpd="sng" algn="ctr">
            <a:solidFill>
              <a:srgbClr val="B2B2B2"/>
            </a:solidFill>
            <a:prstDash val="solid"/>
            <a:round/>
            <a:headEnd type="none" w="med" len="med"/>
            <a:tailEnd type="none" w="med" len="med"/>
          </a:ln>
          <a:effectLst/>
        </p:spPr>
      </p:cxnSp>
      <p:cxnSp>
        <p:nvCxnSpPr>
          <p:cNvPr id="57" name="Straight Connector 56">
            <a:extLst>
              <a:ext uri="{FF2B5EF4-FFF2-40B4-BE49-F238E27FC236}">
                <a16:creationId xmlns:a16="http://schemas.microsoft.com/office/drawing/2014/main" id="{66044349-57D4-721E-FB63-09D464D424B7}"/>
              </a:ext>
            </a:extLst>
          </p:cNvPr>
          <p:cNvCxnSpPr>
            <a:cxnSpLocks/>
          </p:cNvCxnSpPr>
          <p:nvPr/>
        </p:nvCxnSpPr>
        <p:spPr bwMode="auto">
          <a:xfrm>
            <a:off x="7904036" y="6037139"/>
            <a:ext cx="482319" cy="0"/>
          </a:xfrm>
          <a:prstGeom prst="line">
            <a:avLst/>
          </a:prstGeom>
          <a:noFill/>
          <a:ln w="12700" cap="flat" cmpd="sng" algn="ctr">
            <a:solidFill>
              <a:srgbClr val="B2B2B2"/>
            </a:solidFill>
            <a:prstDash val="solid"/>
            <a:round/>
            <a:headEnd type="none" w="med" len="med"/>
            <a:tailEnd type="none" w="med" len="med"/>
          </a:ln>
          <a:effectLst/>
        </p:spPr>
      </p:cxnSp>
      <p:cxnSp>
        <p:nvCxnSpPr>
          <p:cNvPr id="58" name="Straight Arrow Connector 57">
            <a:extLst>
              <a:ext uri="{FF2B5EF4-FFF2-40B4-BE49-F238E27FC236}">
                <a16:creationId xmlns:a16="http://schemas.microsoft.com/office/drawing/2014/main" id="{741AFC3D-24AA-E98F-9E0D-AAADDBF26116}"/>
              </a:ext>
            </a:extLst>
          </p:cNvPr>
          <p:cNvCxnSpPr>
            <a:cxnSpLocks/>
          </p:cNvCxnSpPr>
          <p:nvPr/>
        </p:nvCxnSpPr>
        <p:spPr bwMode="auto">
          <a:xfrm flipV="1">
            <a:off x="8135449" y="2873480"/>
            <a:ext cx="0" cy="1371600"/>
          </a:xfrm>
          <a:prstGeom prst="straightConnector1">
            <a:avLst/>
          </a:prstGeom>
          <a:noFill/>
          <a:ln w="12700" cap="flat" cmpd="sng" algn="ctr">
            <a:solidFill>
              <a:srgbClr val="B2B2B2"/>
            </a:solidFill>
            <a:prstDash val="lgDash"/>
            <a:round/>
            <a:headEnd type="none" w="med" len="med"/>
            <a:tailEnd type="triangle"/>
          </a:ln>
          <a:effectLst/>
        </p:spPr>
      </p:cxnSp>
      <p:cxnSp>
        <p:nvCxnSpPr>
          <p:cNvPr id="59" name="Straight Arrow Connector 58">
            <a:extLst>
              <a:ext uri="{FF2B5EF4-FFF2-40B4-BE49-F238E27FC236}">
                <a16:creationId xmlns:a16="http://schemas.microsoft.com/office/drawing/2014/main" id="{68B6800F-D722-7AD6-0F96-F2272F5A9666}"/>
              </a:ext>
            </a:extLst>
          </p:cNvPr>
          <p:cNvCxnSpPr>
            <a:cxnSpLocks/>
          </p:cNvCxnSpPr>
          <p:nvPr/>
        </p:nvCxnSpPr>
        <p:spPr bwMode="auto">
          <a:xfrm>
            <a:off x="8133402" y="4672621"/>
            <a:ext cx="0" cy="1371600"/>
          </a:xfrm>
          <a:prstGeom prst="straightConnector1">
            <a:avLst/>
          </a:prstGeom>
          <a:noFill/>
          <a:ln w="12700" cap="flat" cmpd="sng" algn="ctr">
            <a:solidFill>
              <a:srgbClr val="B2B2B2"/>
            </a:solidFill>
            <a:prstDash val="lgDash"/>
            <a:round/>
            <a:headEnd type="none" w="med" len="med"/>
            <a:tailEnd type="triangle"/>
          </a:ln>
          <a:effectLst/>
        </p:spPr>
      </p:cxnSp>
      <p:sp>
        <p:nvSpPr>
          <p:cNvPr id="60" name="TextBox 59">
            <a:extLst>
              <a:ext uri="{FF2B5EF4-FFF2-40B4-BE49-F238E27FC236}">
                <a16:creationId xmlns:a16="http://schemas.microsoft.com/office/drawing/2014/main" id="{74890FF6-DB6E-B640-A2FA-F166D3312A20}"/>
              </a:ext>
            </a:extLst>
          </p:cNvPr>
          <p:cNvSpPr txBox="1"/>
          <p:nvPr/>
        </p:nvSpPr>
        <p:spPr>
          <a:xfrm>
            <a:off x="3647875" y="3394280"/>
            <a:ext cx="4738480" cy="577081"/>
          </a:xfrm>
          <a:prstGeom prst="rect">
            <a:avLst/>
          </a:prstGeom>
          <a:noFill/>
        </p:spPr>
        <p:txBody>
          <a:bodyPr wrap="square" rtlCol="0">
            <a:spAutoFit/>
          </a:bodyPr>
          <a:lstStyle/>
          <a:p>
            <a:pPr marL="332740" indent="-170180" algn="l" defTabSz="914303" eaLnBrk="1" fontAlgn="auto" hangingPunct="1">
              <a:spcBef>
                <a:spcPts val="0"/>
              </a:spcBef>
              <a:spcAft>
                <a:spcPts val="0"/>
              </a:spcAft>
              <a:buClr>
                <a:srgbClr val="96999B"/>
              </a:buClr>
              <a:buFont typeface="Symbol"/>
              <a:buChar char=""/>
              <a:tabLst>
                <a:tab pos="333375" algn="l"/>
              </a:tabLst>
              <a:defRPr/>
            </a:pPr>
            <a:r>
              <a:rPr lang="zh-TW" altLang="en-US" sz="1050" b="0" i="0" dirty="0">
                <a:solidFill>
                  <a:srgbClr val="000000"/>
                </a:solidFill>
                <a:ea typeface="KaiTi" panose="02010609060101010101" pitchFamily="49" charset="-122"/>
                <a:cs typeface="Calibri" panose="020F0502020204030204" pitchFamily="34" charset="0"/>
              </a:rPr>
              <a:t>開始</a:t>
            </a:r>
            <a:r>
              <a:rPr lang="en-US" sz="1050" b="0" i="0" dirty="0">
                <a:solidFill>
                  <a:srgbClr val="000000"/>
                </a:solidFill>
                <a:ea typeface="Calibri" panose="020F0502020204030204" pitchFamily="34" charset="0"/>
                <a:cs typeface="Calibri" panose="020F0502020204030204" pitchFamily="34" charset="0"/>
              </a:rPr>
              <a:t>2025/26</a:t>
            </a:r>
            <a:r>
              <a:rPr lang="zh-CN" altLang="en-US" sz="1050" b="0" i="0" dirty="0">
                <a:solidFill>
                  <a:srgbClr val="000000"/>
                </a:solidFill>
                <a:ea typeface="KaiTi" panose="02010609060101010101" pitchFamily="49" charset="-122"/>
                <a:cs typeface="Calibri" panose="020F0502020204030204" pitchFamily="34" charset="0"/>
              </a:rPr>
              <a:t>財</a:t>
            </a:r>
            <a:r>
              <a:rPr lang="zh-TW" altLang="en-US" sz="1050" b="0" i="0" dirty="0">
                <a:solidFill>
                  <a:srgbClr val="000000"/>
                </a:solidFill>
                <a:ea typeface="KaiTi" panose="02010609060101010101" pitchFamily="49" charset="-122"/>
                <a:cs typeface="Calibri" panose="020F0502020204030204" pitchFamily="34" charset="0"/>
              </a:rPr>
              <a:t>年</a:t>
            </a:r>
            <a:r>
              <a:rPr lang="zh-CN" altLang="en-US" sz="1050" b="0" i="0" dirty="0">
                <a:solidFill>
                  <a:srgbClr val="000000"/>
                </a:solidFill>
                <a:ea typeface="KaiTi" panose="02010609060101010101" pitchFamily="49" charset="-122"/>
                <a:cs typeface="Calibri" panose="020F0502020204030204" pitchFamily="34" charset="0"/>
              </a:rPr>
              <a:t>首</a:t>
            </a:r>
            <a:r>
              <a:rPr lang="en-US" altLang="zh-CN" sz="1050" i="0" dirty="0">
                <a:solidFill>
                  <a:srgbClr val="000000"/>
                </a:solidFill>
                <a:ea typeface="Calibri" panose="020F0502020204030204" pitchFamily="34" charset="0"/>
                <a:cs typeface="Calibri" panose="020F0502020204030204" pitchFamily="34" charset="0"/>
              </a:rPr>
              <a:t>6</a:t>
            </a:r>
            <a:r>
              <a:rPr lang="zh-CN" altLang="en-US" sz="1050" b="0" i="0" dirty="0">
                <a:solidFill>
                  <a:srgbClr val="000000"/>
                </a:solidFill>
                <a:ea typeface="KaiTi" panose="02010609060101010101" pitchFamily="49" charset="-122"/>
                <a:cs typeface="Calibri" panose="020F0502020204030204" pitchFamily="34" charset="0"/>
              </a:rPr>
              <a:t>個月的</a:t>
            </a:r>
            <a:r>
              <a:rPr lang="zh-TW" altLang="en-US" sz="1050" b="0" i="0" dirty="0">
                <a:solidFill>
                  <a:srgbClr val="000000"/>
                </a:solidFill>
                <a:ea typeface="KaiTi" panose="02010609060101010101" pitchFamily="49" charset="-122"/>
                <a:cs typeface="Calibri" panose="020F0502020204030204" pitchFamily="34" charset="0"/>
              </a:rPr>
              <a:t>審計工作</a:t>
            </a:r>
            <a:endParaRPr lang="en-US" altLang="zh-TW" sz="1050" b="0" i="0" dirty="0">
              <a:solidFill>
                <a:srgbClr val="000000"/>
              </a:solidFill>
              <a:ea typeface="Calibri" panose="020F0502020204030204" pitchFamily="34" charset="0"/>
              <a:cs typeface="Calibri" panose="020F0502020204030204" pitchFamily="34" charset="0"/>
            </a:endParaRPr>
          </a:p>
          <a:p>
            <a:pPr marL="332740" indent="-170180" algn="l" defTabSz="914303" eaLnBrk="1" fontAlgn="auto" hangingPunct="1">
              <a:spcBef>
                <a:spcPts val="0"/>
              </a:spcBef>
              <a:spcAft>
                <a:spcPts val="0"/>
              </a:spcAft>
              <a:buClr>
                <a:srgbClr val="96999B"/>
              </a:buClr>
              <a:buFont typeface="Symbol"/>
              <a:buChar char=""/>
              <a:tabLst>
                <a:tab pos="333375" algn="l"/>
              </a:tabLst>
              <a:defRPr/>
            </a:pPr>
            <a:r>
              <a:rPr lang="zh-TW" altLang="en-US" sz="1050" b="0" i="0" dirty="0">
                <a:solidFill>
                  <a:srgbClr val="000000"/>
                </a:solidFill>
                <a:ea typeface="KaiTi" panose="02010609060101010101" pitchFamily="49" charset="-122"/>
                <a:cs typeface="Calibri" panose="020F0502020204030204" pitchFamily="34" charset="0"/>
              </a:rPr>
              <a:t>分析師大會</a:t>
            </a:r>
            <a:endParaRPr lang="en-US" altLang="zh-TW" sz="1050" b="0" i="0" dirty="0">
              <a:solidFill>
                <a:srgbClr val="000000"/>
              </a:solidFill>
              <a:ea typeface="Calibri" panose="020F0502020204030204" pitchFamily="34" charset="0"/>
              <a:cs typeface="Calibri" panose="020F0502020204030204" pitchFamily="34" charset="0"/>
            </a:endParaRPr>
          </a:p>
          <a:p>
            <a:pPr marL="332740" indent="-170180" algn="l" defTabSz="914303" eaLnBrk="1" fontAlgn="auto" hangingPunct="1">
              <a:spcBef>
                <a:spcPts val="0"/>
              </a:spcBef>
              <a:spcAft>
                <a:spcPts val="0"/>
              </a:spcAft>
              <a:buClr>
                <a:srgbClr val="96999B"/>
              </a:buClr>
              <a:buFont typeface="Symbol"/>
              <a:buChar char=""/>
              <a:tabLst>
                <a:tab pos="333375" algn="l"/>
              </a:tabLst>
              <a:defRPr/>
            </a:pPr>
            <a:r>
              <a:rPr lang="zh-CN" altLang="en-US" sz="1050" i="0" dirty="0">
                <a:solidFill>
                  <a:srgbClr val="000000"/>
                </a:solidFill>
                <a:ea typeface="KaiTi" panose="02010609060101010101" pitchFamily="49" charset="-122"/>
                <a:cs typeface="Calibri" panose="020F0502020204030204" pitchFamily="34" charset="0"/>
              </a:rPr>
              <a:t>回答監管機構問題及完善招股書</a:t>
            </a:r>
            <a:endParaRPr lang="en-US" altLang="zh-TW" sz="1050" b="0" i="0" dirty="0">
              <a:solidFill>
                <a:srgbClr val="000000"/>
              </a:solidFill>
              <a:ea typeface="Calibri" panose="020F0502020204030204" pitchFamily="34" charset="0"/>
              <a:cs typeface="Calibri" panose="020F0502020204030204" pitchFamily="34" charset="0"/>
            </a:endParaRPr>
          </a:p>
        </p:txBody>
      </p:sp>
      <p:sp>
        <p:nvSpPr>
          <p:cNvPr id="61" name="TextBox 60">
            <a:extLst>
              <a:ext uri="{FF2B5EF4-FFF2-40B4-BE49-F238E27FC236}">
                <a16:creationId xmlns:a16="http://schemas.microsoft.com/office/drawing/2014/main" id="{BD9142DC-B771-CB24-7F77-F6F45C1E81D2}"/>
              </a:ext>
            </a:extLst>
          </p:cNvPr>
          <p:cNvSpPr txBox="1"/>
          <p:nvPr/>
        </p:nvSpPr>
        <p:spPr>
          <a:xfrm>
            <a:off x="5098309" y="1095645"/>
            <a:ext cx="3330448" cy="738664"/>
          </a:xfrm>
          <a:prstGeom prst="rect">
            <a:avLst/>
          </a:prstGeom>
          <a:noFill/>
        </p:spPr>
        <p:txBody>
          <a:bodyPr wrap="square" rtlCol="0">
            <a:spAutoFit/>
          </a:bodyPr>
          <a:lstStyle/>
          <a:p>
            <a:pPr marL="332740" indent="-170180" algn="l" defTabSz="914303" eaLnBrk="1" fontAlgn="auto" hangingPunct="1">
              <a:spcBef>
                <a:spcPts val="0"/>
              </a:spcBef>
              <a:spcAft>
                <a:spcPts val="0"/>
              </a:spcAft>
              <a:buClr>
                <a:srgbClr val="96999B"/>
              </a:buClr>
              <a:buFont typeface="Symbol"/>
              <a:buChar char=""/>
              <a:tabLst>
                <a:tab pos="333375" algn="l"/>
              </a:tabLst>
              <a:defRPr/>
            </a:pPr>
            <a:r>
              <a:rPr lang="zh-TW" altLang="en-US" sz="1050" b="0" i="0">
                <a:solidFill>
                  <a:srgbClr val="000000"/>
                </a:solidFill>
                <a:ea typeface="KaiTi" panose="02010609060101010101" pitchFamily="49" charset="-122"/>
                <a:cs typeface="Calibri" panose="020F0502020204030204" pitchFamily="34" charset="0"/>
              </a:rPr>
              <a:t>大量印刷招股書</a:t>
            </a:r>
            <a:endParaRPr lang="en-US" altLang="zh-TW" sz="1050" b="0" i="0">
              <a:solidFill>
                <a:srgbClr val="000000"/>
              </a:solidFill>
              <a:ea typeface="Calibri" panose="020F0502020204030204" pitchFamily="34" charset="0"/>
              <a:cs typeface="Calibri" panose="020F0502020204030204" pitchFamily="34" charset="0"/>
            </a:endParaRPr>
          </a:p>
          <a:p>
            <a:pPr marL="332740" indent="-170180" algn="l" defTabSz="914303" eaLnBrk="1" fontAlgn="auto" hangingPunct="1">
              <a:spcBef>
                <a:spcPts val="0"/>
              </a:spcBef>
              <a:spcAft>
                <a:spcPts val="0"/>
              </a:spcAft>
              <a:buClr>
                <a:srgbClr val="96999B"/>
              </a:buClr>
              <a:buFont typeface="Symbol"/>
              <a:buChar char=""/>
              <a:tabLst>
                <a:tab pos="333375" algn="l"/>
              </a:tabLst>
              <a:defRPr/>
            </a:pPr>
            <a:r>
              <a:rPr lang="zh-TW" altLang="en-US" sz="1050" b="0" i="0">
                <a:solidFill>
                  <a:srgbClr val="000000"/>
                </a:solidFill>
                <a:ea typeface="KaiTi" panose="02010609060101010101" pitchFamily="49" charset="-122"/>
                <a:cs typeface="Calibri" panose="020F0502020204030204" pitchFamily="34" charset="0"/>
              </a:rPr>
              <a:t>國際路演</a:t>
            </a:r>
            <a:r>
              <a:rPr lang="zh-CN" altLang="en-US" sz="1050" b="0" i="0">
                <a:solidFill>
                  <a:srgbClr val="000000"/>
                </a:solidFill>
                <a:ea typeface="KaiTi" panose="02010609060101010101" pitchFamily="49" charset="-122"/>
                <a:cs typeface="Calibri" panose="020F0502020204030204" pitchFamily="34" charset="0"/>
              </a:rPr>
              <a:t>、</a:t>
            </a:r>
            <a:r>
              <a:rPr lang="zh-TW" altLang="en-US" sz="1050" b="0" i="0">
                <a:solidFill>
                  <a:srgbClr val="000000"/>
                </a:solidFill>
                <a:ea typeface="KaiTi" panose="02010609060101010101" pitchFamily="49" charset="-122"/>
                <a:cs typeface="Calibri" panose="020F0502020204030204" pitchFamily="34" charset="0"/>
              </a:rPr>
              <a:t>香港公開發行</a:t>
            </a:r>
            <a:endParaRPr lang="en-US" altLang="zh-TW" sz="1050" b="0" i="0">
              <a:solidFill>
                <a:srgbClr val="000000"/>
              </a:solidFill>
              <a:ea typeface="Calibri" panose="020F0502020204030204" pitchFamily="34" charset="0"/>
              <a:cs typeface="Calibri" panose="020F0502020204030204" pitchFamily="34" charset="0"/>
            </a:endParaRPr>
          </a:p>
          <a:p>
            <a:pPr marL="332740" indent="-170180" algn="l" defTabSz="914303" eaLnBrk="1" fontAlgn="auto" hangingPunct="1">
              <a:spcBef>
                <a:spcPts val="0"/>
              </a:spcBef>
              <a:spcAft>
                <a:spcPts val="0"/>
              </a:spcAft>
              <a:buClr>
                <a:srgbClr val="96999B"/>
              </a:buClr>
              <a:buFont typeface="Symbol"/>
              <a:buChar char=""/>
              <a:tabLst>
                <a:tab pos="333375" algn="l"/>
              </a:tabLst>
              <a:defRPr/>
            </a:pPr>
            <a:r>
              <a:rPr lang="zh-TW" altLang="en-US" sz="1050" b="0" i="0">
                <a:solidFill>
                  <a:srgbClr val="000000"/>
                </a:solidFill>
                <a:ea typeface="KaiTi" panose="02010609060101010101" pitchFamily="49" charset="-122"/>
                <a:cs typeface="Calibri" panose="020F0502020204030204" pitchFamily="34" charset="0"/>
              </a:rPr>
              <a:t>定價</a:t>
            </a:r>
            <a:endParaRPr lang="en-US" altLang="zh-TW" sz="1050" b="0" i="0">
              <a:solidFill>
                <a:srgbClr val="000000"/>
              </a:solidFill>
              <a:ea typeface="Calibri" panose="020F0502020204030204" pitchFamily="34" charset="0"/>
              <a:cs typeface="Calibri" panose="020F0502020204030204" pitchFamily="34" charset="0"/>
            </a:endParaRPr>
          </a:p>
          <a:p>
            <a:pPr marL="332740" indent="-170180" algn="l" defTabSz="914303" eaLnBrk="1" fontAlgn="auto" hangingPunct="1">
              <a:spcBef>
                <a:spcPts val="0"/>
              </a:spcBef>
              <a:spcAft>
                <a:spcPts val="0"/>
              </a:spcAft>
              <a:buClr>
                <a:srgbClr val="96999B"/>
              </a:buClr>
              <a:buFont typeface="Symbol"/>
              <a:buChar char=""/>
              <a:tabLst>
                <a:tab pos="333375" algn="l"/>
              </a:tabLst>
              <a:defRPr/>
            </a:pPr>
            <a:r>
              <a:rPr lang="zh-TW" altLang="en-US" sz="1050" b="1" i="0">
                <a:solidFill>
                  <a:srgbClr val="C00000"/>
                </a:solidFill>
                <a:ea typeface="KaiTi" panose="02010609060101010101" pitchFamily="49" charset="-122"/>
                <a:cs typeface="Calibri" panose="020F0502020204030204" pitchFamily="34" charset="0"/>
              </a:rPr>
              <a:t>掛牌和交易</a:t>
            </a:r>
            <a:endParaRPr lang="en-US" altLang="zh-TW" sz="1050" b="1" i="0">
              <a:solidFill>
                <a:srgbClr val="C00000"/>
              </a:solidFill>
              <a:ea typeface="Calibri" panose="020F0502020204030204" pitchFamily="34" charset="0"/>
              <a:cs typeface="Calibri" panose="020F0502020204030204" pitchFamily="34" charset="0"/>
            </a:endParaRPr>
          </a:p>
        </p:txBody>
      </p:sp>
      <p:sp>
        <p:nvSpPr>
          <p:cNvPr id="62" name="TextBox 61">
            <a:extLst>
              <a:ext uri="{FF2B5EF4-FFF2-40B4-BE49-F238E27FC236}">
                <a16:creationId xmlns:a16="http://schemas.microsoft.com/office/drawing/2014/main" id="{16113570-1BB7-7E44-969B-B2AD535842AA}"/>
              </a:ext>
            </a:extLst>
          </p:cNvPr>
          <p:cNvSpPr txBox="1"/>
          <p:nvPr/>
        </p:nvSpPr>
        <p:spPr>
          <a:xfrm>
            <a:off x="4636635" y="1912992"/>
            <a:ext cx="4237155" cy="577081"/>
          </a:xfrm>
          <a:prstGeom prst="rect">
            <a:avLst/>
          </a:prstGeom>
          <a:noFill/>
        </p:spPr>
        <p:txBody>
          <a:bodyPr wrap="square" rtlCol="0">
            <a:spAutoFit/>
          </a:bodyPr>
          <a:lstStyle/>
          <a:p>
            <a:pPr marL="332740" indent="-170180" algn="l" defTabSz="914303" eaLnBrk="1" fontAlgn="auto" hangingPunct="1">
              <a:spcBef>
                <a:spcPts val="0"/>
              </a:spcBef>
              <a:spcAft>
                <a:spcPts val="0"/>
              </a:spcAft>
              <a:buClr>
                <a:srgbClr val="96999B"/>
              </a:buClr>
              <a:buFont typeface="Symbol"/>
              <a:buChar char=""/>
              <a:tabLst>
                <a:tab pos="333375" algn="l"/>
              </a:tabLst>
              <a:defRPr/>
            </a:pPr>
            <a:r>
              <a:rPr lang="zh-CN" altLang="en-US" sz="1050" b="0" i="0" dirty="0">
                <a:solidFill>
                  <a:srgbClr val="000000"/>
                </a:solidFill>
                <a:ea typeface="KaiTi" panose="02010609060101010101" pitchFamily="49" charset="-122"/>
                <a:cs typeface="Calibri" panose="020F0502020204030204" pitchFamily="34" charset="0"/>
              </a:rPr>
              <a:t>持續回答</a:t>
            </a:r>
            <a:r>
              <a:rPr lang="zh-TW" altLang="en-US" sz="1050" b="0" i="0" dirty="0">
                <a:solidFill>
                  <a:srgbClr val="000000"/>
                </a:solidFill>
                <a:ea typeface="KaiTi" panose="02010609060101010101" pitchFamily="49" charset="-122"/>
                <a:cs typeface="Calibri" panose="020F0502020204030204" pitchFamily="34" charset="0"/>
              </a:rPr>
              <a:t>監管機構</a:t>
            </a:r>
            <a:r>
              <a:rPr lang="zh-CN" altLang="en-US" sz="1050" b="0" i="0" dirty="0">
                <a:solidFill>
                  <a:srgbClr val="000000"/>
                </a:solidFill>
                <a:ea typeface="KaiTi" panose="02010609060101010101" pitchFamily="49" charset="-122"/>
                <a:cs typeface="Calibri" panose="020F0502020204030204" pitchFamily="34" charset="0"/>
              </a:rPr>
              <a:t>問題</a:t>
            </a:r>
            <a:endParaRPr lang="en-US" altLang="zh-CN" sz="1050" b="0" i="0" dirty="0">
              <a:solidFill>
                <a:srgbClr val="000000"/>
              </a:solidFill>
              <a:ea typeface="Calibri" panose="020F0502020204030204" pitchFamily="34" charset="0"/>
              <a:cs typeface="Calibri" panose="020F0502020204030204" pitchFamily="34" charset="0"/>
            </a:endParaRPr>
          </a:p>
          <a:p>
            <a:pPr marL="332740" indent="-170180" algn="l" defTabSz="914303" eaLnBrk="1" fontAlgn="auto" hangingPunct="1">
              <a:spcBef>
                <a:spcPts val="0"/>
              </a:spcBef>
              <a:spcAft>
                <a:spcPts val="0"/>
              </a:spcAft>
              <a:buClr>
                <a:srgbClr val="96999B"/>
              </a:buClr>
              <a:buFont typeface="Symbol"/>
              <a:buChar char=""/>
              <a:tabLst>
                <a:tab pos="333375" algn="l"/>
              </a:tabLst>
              <a:defRPr/>
            </a:pPr>
            <a:r>
              <a:rPr lang="zh-CN" altLang="en-US" sz="1050" b="1" i="0" dirty="0">
                <a:solidFill>
                  <a:srgbClr val="C00000"/>
                </a:solidFill>
                <a:ea typeface="KaiTi" panose="02010609060101010101" pitchFamily="49" charset="-122"/>
                <a:cs typeface="Calibri" panose="020F0502020204030204" pitchFamily="34" charset="0"/>
              </a:rPr>
              <a:t>通過</a:t>
            </a:r>
            <a:r>
              <a:rPr lang="zh-TW" altLang="en-US" sz="1050" b="1" i="0" dirty="0">
                <a:solidFill>
                  <a:srgbClr val="C00000"/>
                </a:solidFill>
                <a:ea typeface="KaiTi" panose="02010609060101010101" pitchFamily="49" charset="-122"/>
                <a:cs typeface="Calibri" panose="020F0502020204030204" pitchFamily="34" charset="0"/>
              </a:rPr>
              <a:t>上市聆訊</a:t>
            </a:r>
            <a:endParaRPr lang="en-US" altLang="zh-TW" sz="1050" b="1" i="0" dirty="0">
              <a:solidFill>
                <a:srgbClr val="C00000"/>
              </a:solidFill>
              <a:ea typeface="Calibri" panose="020F0502020204030204" pitchFamily="34" charset="0"/>
              <a:cs typeface="Calibri" panose="020F0502020204030204" pitchFamily="34" charset="0"/>
            </a:endParaRPr>
          </a:p>
          <a:p>
            <a:pPr marL="332740" indent="-170180" algn="l" defTabSz="914303" eaLnBrk="1" fontAlgn="auto" hangingPunct="1">
              <a:spcBef>
                <a:spcPts val="0"/>
              </a:spcBef>
              <a:spcAft>
                <a:spcPts val="0"/>
              </a:spcAft>
              <a:buClr>
                <a:srgbClr val="96999B"/>
              </a:buClr>
              <a:buFont typeface="Symbol"/>
              <a:buChar char=""/>
              <a:tabLst>
                <a:tab pos="333375" algn="l"/>
              </a:tabLst>
              <a:defRPr/>
            </a:pPr>
            <a:r>
              <a:rPr lang="zh-TW" altLang="en-US" sz="1050" b="0" i="0" dirty="0">
                <a:solidFill>
                  <a:srgbClr val="000000"/>
                </a:solidFill>
                <a:ea typeface="KaiTi" panose="02010609060101010101" pitchFamily="49" charset="-122"/>
                <a:cs typeface="Calibri" panose="020F0502020204030204" pitchFamily="34" charset="0"/>
              </a:rPr>
              <a:t>分析師預路演</a:t>
            </a:r>
            <a:r>
              <a:rPr lang="zh-CN" altLang="en-US" sz="1050" b="0" i="0" dirty="0">
                <a:solidFill>
                  <a:srgbClr val="000000"/>
                </a:solidFill>
                <a:ea typeface="KaiTi" panose="02010609060101010101" pitchFamily="49" charset="-122"/>
                <a:cs typeface="Calibri" panose="020F0502020204030204" pitchFamily="34" charset="0"/>
              </a:rPr>
              <a:t>及</a:t>
            </a:r>
            <a:r>
              <a:rPr lang="zh-TW" altLang="en-US" sz="1050" b="0" i="0" dirty="0">
                <a:solidFill>
                  <a:srgbClr val="000000"/>
                </a:solidFill>
                <a:ea typeface="KaiTi" panose="02010609060101010101" pitchFamily="49" charset="-122"/>
                <a:cs typeface="Calibri" panose="020F0502020204030204" pitchFamily="34" charset="0"/>
              </a:rPr>
              <a:t>投資者教育</a:t>
            </a:r>
            <a:endParaRPr lang="en-US" altLang="zh-TW" sz="1050" b="0" i="0" dirty="0">
              <a:solidFill>
                <a:srgbClr val="000000"/>
              </a:solidFill>
              <a:ea typeface="Calibri" panose="020F0502020204030204" pitchFamily="34" charset="0"/>
              <a:cs typeface="Calibri" panose="020F0502020204030204" pitchFamily="34" charset="0"/>
            </a:endParaRPr>
          </a:p>
        </p:txBody>
      </p:sp>
      <p:cxnSp>
        <p:nvCxnSpPr>
          <p:cNvPr id="63" name="Straight Connector 62">
            <a:extLst>
              <a:ext uri="{FF2B5EF4-FFF2-40B4-BE49-F238E27FC236}">
                <a16:creationId xmlns:a16="http://schemas.microsoft.com/office/drawing/2014/main" id="{A3876E7B-DD25-4DDF-F6BF-C517DA449942}"/>
              </a:ext>
            </a:extLst>
          </p:cNvPr>
          <p:cNvCxnSpPr>
            <a:cxnSpLocks/>
          </p:cNvCxnSpPr>
          <p:nvPr/>
        </p:nvCxnSpPr>
        <p:spPr bwMode="auto">
          <a:xfrm>
            <a:off x="7898532" y="1836519"/>
            <a:ext cx="482319" cy="0"/>
          </a:xfrm>
          <a:prstGeom prst="line">
            <a:avLst/>
          </a:prstGeom>
          <a:noFill/>
          <a:ln w="12700" cap="flat" cmpd="sng" algn="ctr">
            <a:solidFill>
              <a:srgbClr val="B2B2B2"/>
            </a:solidFill>
            <a:prstDash val="solid"/>
            <a:round/>
            <a:headEnd type="none" w="med" len="med"/>
            <a:tailEnd type="none" w="med" len="med"/>
          </a:ln>
          <a:effectLst/>
        </p:spPr>
      </p:cxnSp>
      <p:cxnSp>
        <p:nvCxnSpPr>
          <p:cNvPr id="64" name="Straight Connector 63">
            <a:extLst>
              <a:ext uri="{FF2B5EF4-FFF2-40B4-BE49-F238E27FC236}">
                <a16:creationId xmlns:a16="http://schemas.microsoft.com/office/drawing/2014/main" id="{5B7A354E-8903-C104-6949-58D96C3980C1}"/>
              </a:ext>
            </a:extLst>
          </p:cNvPr>
          <p:cNvCxnSpPr>
            <a:cxnSpLocks/>
          </p:cNvCxnSpPr>
          <p:nvPr/>
        </p:nvCxnSpPr>
        <p:spPr bwMode="auto">
          <a:xfrm>
            <a:off x="7913561" y="1064744"/>
            <a:ext cx="482319" cy="0"/>
          </a:xfrm>
          <a:prstGeom prst="line">
            <a:avLst/>
          </a:prstGeom>
          <a:noFill/>
          <a:ln w="12700" cap="flat" cmpd="sng" algn="ctr">
            <a:solidFill>
              <a:srgbClr val="B2B2B2"/>
            </a:solidFill>
            <a:prstDash val="solid"/>
            <a:round/>
            <a:headEnd type="none" w="med" len="med"/>
            <a:tailEnd type="none" w="med" len="med"/>
          </a:ln>
          <a:effectLst/>
        </p:spPr>
      </p:cxnSp>
      <p:cxnSp>
        <p:nvCxnSpPr>
          <p:cNvPr id="65" name="Straight Arrow Connector 64">
            <a:extLst>
              <a:ext uri="{FF2B5EF4-FFF2-40B4-BE49-F238E27FC236}">
                <a16:creationId xmlns:a16="http://schemas.microsoft.com/office/drawing/2014/main" id="{25AE32AF-81B9-13E6-3F21-DFF0FBEFB666}"/>
              </a:ext>
            </a:extLst>
          </p:cNvPr>
          <p:cNvCxnSpPr>
            <a:cxnSpLocks/>
          </p:cNvCxnSpPr>
          <p:nvPr/>
        </p:nvCxnSpPr>
        <p:spPr bwMode="auto">
          <a:xfrm flipV="1">
            <a:off x="8130646" y="1072783"/>
            <a:ext cx="0" cy="150005"/>
          </a:xfrm>
          <a:prstGeom prst="straightConnector1">
            <a:avLst/>
          </a:prstGeom>
          <a:noFill/>
          <a:ln w="12700" cap="flat" cmpd="sng" algn="ctr">
            <a:solidFill>
              <a:srgbClr val="B2B2B2"/>
            </a:solidFill>
            <a:prstDash val="lgDash"/>
            <a:round/>
            <a:headEnd type="none" w="med" len="med"/>
            <a:tailEnd type="triangle"/>
          </a:ln>
          <a:effectLst/>
        </p:spPr>
      </p:cxnSp>
      <p:cxnSp>
        <p:nvCxnSpPr>
          <p:cNvPr id="66" name="Straight Arrow Connector 65">
            <a:extLst>
              <a:ext uri="{FF2B5EF4-FFF2-40B4-BE49-F238E27FC236}">
                <a16:creationId xmlns:a16="http://schemas.microsoft.com/office/drawing/2014/main" id="{9F28311A-ADEF-99AA-1F50-CBE7BFAB93F9}"/>
              </a:ext>
            </a:extLst>
          </p:cNvPr>
          <p:cNvCxnSpPr>
            <a:cxnSpLocks/>
          </p:cNvCxnSpPr>
          <p:nvPr/>
        </p:nvCxnSpPr>
        <p:spPr bwMode="auto">
          <a:xfrm>
            <a:off x="8133280" y="1653639"/>
            <a:ext cx="0" cy="182880"/>
          </a:xfrm>
          <a:prstGeom prst="straightConnector1">
            <a:avLst/>
          </a:prstGeom>
          <a:noFill/>
          <a:ln w="12700" cap="flat" cmpd="sng" algn="ctr">
            <a:solidFill>
              <a:srgbClr val="B2B2B2"/>
            </a:solidFill>
            <a:prstDash val="lgDash"/>
            <a:round/>
            <a:headEnd type="none" w="med" len="med"/>
            <a:tailEnd type="triangle"/>
          </a:ln>
          <a:effectLst/>
        </p:spPr>
      </p:cxnSp>
      <p:sp>
        <p:nvSpPr>
          <p:cNvPr id="67" name="TextBox 66">
            <a:extLst>
              <a:ext uri="{FF2B5EF4-FFF2-40B4-BE49-F238E27FC236}">
                <a16:creationId xmlns:a16="http://schemas.microsoft.com/office/drawing/2014/main" id="{C46E64E5-B372-2462-0AED-F373B81AAFB4}"/>
              </a:ext>
            </a:extLst>
          </p:cNvPr>
          <p:cNvSpPr txBox="1"/>
          <p:nvPr/>
        </p:nvSpPr>
        <p:spPr>
          <a:xfrm>
            <a:off x="2166601" y="4475664"/>
            <a:ext cx="977601" cy="276999"/>
          </a:xfrm>
          <a:prstGeom prst="rect">
            <a:avLst/>
          </a:prstGeom>
          <a:solidFill>
            <a:srgbClr val="E59B9D">
              <a:lumMod val="20000"/>
              <a:lumOff val="80000"/>
            </a:srgbClr>
          </a:solidFill>
        </p:spPr>
        <p:txBody>
          <a:bodyPr wrap="square" rtlCol="0">
            <a:spAutoFit/>
          </a:bodyPr>
          <a:lstStyle/>
          <a:p>
            <a:pPr marL="0" marR="0" lvl="0" indent="0" defTabSz="914400" eaLnBrk="1" fontAlgn="auto" latinLnBrk="0" hangingPunct="1">
              <a:lnSpc>
                <a:spcPct val="100000"/>
              </a:lnSpc>
              <a:spcBef>
                <a:spcPct val="0"/>
              </a:spcBef>
              <a:spcAft>
                <a:spcPct val="200000"/>
              </a:spcAft>
              <a:buClr>
                <a:srgbClr val="BE050A"/>
              </a:buClr>
              <a:buSzTx/>
              <a:buFont typeface="Wingdings" pitchFamily="2" charset="2"/>
              <a:buNone/>
              <a:tabLst/>
              <a:defRPr/>
            </a:pPr>
            <a:r>
              <a:rPr kumimoji="0" lang="en-US" altLang="zh-TW" sz="1200" b="1" i="0" u="none" strike="noStrike" kern="0" cap="none" spc="-20" normalizeH="0" baseline="0" noProof="0" dirty="0">
                <a:ln>
                  <a:noFill/>
                </a:ln>
                <a:solidFill>
                  <a:srgbClr val="000000"/>
                </a:solidFill>
                <a:effectLst/>
                <a:uLnTx/>
                <a:uFillTx/>
                <a:ea typeface="Calibri" panose="020F0502020204030204" pitchFamily="34" charset="0"/>
                <a:cs typeface="Calibri" panose="020F0502020204030204" pitchFamily="34" charset="0"/>
              </a:rPr>
              <a:t>2025</a:t>
            </a:r>
            <a:r>
              <a:rPr kumimoji="0" lang="zh-CN" altLang="en-US" sz="1200" b="1" i="0" u="none" strike="noStrike" kern="0" cap="none" spc="-20" normalizeH="0" baseline="0" noProof="0" dirty="0">
                <a:ln>
                  <a:noFill/>
                </a:ln>
                <a:solidFill>
                  <a:srgbClr val="000000"/>
                </a:solidFill>
                <a:effectLst/>
                <a:uLnTx/>
                <a:uFillTx/>
                <a:ea typeface="KaiTi" panose="02010609060101010101" pitchFamily="49" charset="-122"/>
                <a:cs typeface="Calibri" panose="020F0502020204030204" pitchFamily="34" charset="0"/>
              </a:rPr>
              <a:t>年</a:t>
            </a:r>
            <a:r>
              <a:rPr kumimoji="0" lang="en-US" altLang="zh-TW" sz="1200" b="1" i="0" u="none" strike="noStrike" kern="0" cap="none" spc="-20" normalizeH="0" baseline="0" noProof="0" dirty="0">
                <a:ln>
                  <a:noFill/>
                </a:ln>
                <a:solidFill>
                  <a:srgbClr val="000000"/>
                </a:solidFill>
                <a:effectLst/>
                <a:uLnTx/>
                <a:uFillTx/>
                <a:ea typeface="Calibri" panose="020F0502020204030204" pitchFamily="34" charset="0"/>
                <a:cs typeface="Calibri" panose="020F0502020204030204" pitchFamily="34" charset="0"/>
              </a:rPr>
              <a:t>10</a:t>
            </a:r>
            <a:r>
              <a:rPr kumimoji="0" lang="zh-CN" altLang="en-US" sz="1200" b="1" i="0" u="none" strike="noStrike" kern="0" cap="none" spc="-20" normalizeH="0" baseline="0" noProof="0" dirty="0">
                <a:ln>
                  <a:noFill/>
                </a:ln>
                <a:solidFill>
                  <a:srgbClr val="000000"/>
                </a:solidFill>
                <a:effectLst/>
                <a:uLnTx/>
                <a:uFillTx/>
                <a:ea typeface="KaiTi" panose="02010609060101010101" pitchFamily="49" charset="-122"/>
                <a:cs typeface="Calibri" panose="020F0502020204030204" pitchFamily="34" charset="0"/>
              </a:rPr>
              <a:t>月</a:t>
            </a:r>
            <a:endParaRPr kumimoji="0" lang="en-US" sz="1200" b="1" i="0" u="none" strike="noStrike" kern="0" cap="none" spc="-20" normalizeH="0" baseline="0" noProof="0" dirty="0">
              <a:ln>
                <a:noFill/>
              </a:ln>
              <a:solidFill>
                <a:srgbClr val="000000"/>
              </a:solidFill>
              <a:effectLst/>
              <a:uLnTx/>
              <a:uFillTx/>
              <a:ea typeface="Calibri" panose="020F0502020204030204" pitchFamily="34" charset="0"/>
              <a:cs typeface="Calibri" panose="020F0502020204030204" pitchFamily="34" charset="0"/>
            </a:endParaRPr>
          </a:p>
        </p:txBody>
      </p:sp>
      <p:sp>
        <p:nvSpPr>
          <p:cNvPr id="68" name="TextBox 67">
            <a:extLst>
              <a:ext uri="{FF2B5EF4-FFF2-40B4-BE49-F238E27FC236}">
                <a16:creationId xmlns:a16="http://schemas.microsoft.com/office/drawing/2014/main" id="{615AE6BA-56A2-DAAC-C059-3DBE9D908BC6}"/>
              </a:ext>
            </a:extLst>
          </p:cNvPr>
          <p:cNvSpPr txBox="1"/>
          <p:nvPr/>
        </p:nvSpPr>
        <p:spPr>
          <a:xfrm>
            <a:off x="2490827" y="3994411"/>
            <a:ext cx="977601" cy="276999"/>
          </a:xfrm>
          <a:prstGeom prst="rect">
            <a:avLst/>
          </a:prstGeom>
          <a:solidFill>
            <a:srgbClr val="E59B9D">
              <a:lumMod val="20000"/>
              <a:lumOff val="80000"/>
            </a:srgbClr>
          </a:solidFill>
        </p:spPr>
        <p:txBody>
          <a:bodyPr wrap="square" rtlCol="0">
            <a:spAutoFit/>
          </a:bodyPr>
          <a:lstStyle/>
          <a:p>
            <a:pPr marL="0" marR="0" lvl="0" indent="0" defTabSz="914400" eaLnBrk="1" fontAlgn="auto" latinLnBrk="0" hangingPunct="1">
              <a:lnSpc>
                <a:spcPct val="100000"/>
              </a:lnSpc>
              <a:spcBef>
                <a:spcPct val="0"/>
              </a:spcBef>
              <a:spcAft>
                <a:spcPct val="200000"/>
              </a:spcAft>
              <a:buClr>
                <a:srgbClr val="BE050A"/>
              </a:buClr>
              <a:buSzTx/>
              <a:buFont typeface="Wingdings" pitchFamily="2" charset="2"/>
              <a:buNone/>
              <a:tabLst/>
              <a:defRPr/>
            </a:pPr>
            <a:r>
              <a:rPr kumimoji="0" lang="en-US" altLang="zh-TW" sz="1200" b="1" i="0" u="none" strike="noStrike" kern="0" cap="none" spc="-20" normalizeH="0" baseline="0" noProof="0" dirty="0">
                <a:ln>
                  <a:noFill/>
                </a:ln>
                <a:solidFill>
                  <a:srgbClr val="000000"/>
                </a:solidFill>
                <a:effectLst/>
                <a:uLnTx/>
                <a:uFillTx/>
                <a:ea typeface="Calibri" panose="020F0502020204030204" pitchFamily="34" charset="0"/>
                <a:cs typeface="Calibri" panose="020F0502020204030204" pitchFamily="34" charset="0"/>
              </a:rPr>
              <a:t>2025</a:t>
            </a:r>
            <a:r>
              <a:rPr kumimoji="0" lang="zh-CN" altLang="en-US" sz="1200" b="1" i="0" u="none" strike="noStrike" kern="0" cap="none" spc="-20" normalizeH="0" baseline="0" noProof="0" dirty="0">
                <a:ln>
                  <a:noFill/>
                </a:ln>
                <a:solidFill>
                  <a:srgbClr val="000000"/>
                </a:solidFill>
                <a:effectLst/>
                <a:uLnTx/>
                <a:uFillTx/>
                <a:ea typeface="KaiTi" panose="02010609060101010101" pitchFamily="49" charset="-122"/>
                <a:cs typeface="Calibri" panose="020F0502020204030204" pitchFamily="34" charset="0"/>
              </a:rPr>
              <a:t>年</a:t>
            </a:r>
            <a:r>
              <a:rPr kumimoji="0" lang="en-US" altLang="zh-TW" sz="1200" b="1" i="0" u="none" strike="noStrike" kern="0" cap="none" spc="-20" normalizeH="0" baseline="0" noProof="0" dirty="0">
                <a:ln>
                  <a:noFill/>
                </a:ln>
                <a:solidFill>
                  <a:srgbClr val="000000"/>
                </a:solidFill>
                <a:effectLst/>
                <a:uLnTx/>
                <a:uFillTx/>
                <a:ea typeface="Calibri" panose="020F0502020204030204" pitchFamily="34" charset="0"/>
                <a:cs typeface="Calibri" panose="020F0502020204030204" pitchFamily="34" charset="0"/>
              </a:rPr>
              <a:t>11</a:t>
            </a:r>
            <a:r>
              <a:rPr kumimoji="0" lang="zh-CN" altLang="en-US" sz="1200" b="1" i="0" u="none" strike="noStrike" kern="0" cap="none" spc="-20" normalizeH="0" baseline="0" noProof="0" dirty="0">
                <a:ln>
                  <a:noFill/>
                </a:ln>
                <a:solidFill>
                  <a:srgbClr val="000000"/>
                </a:solidFill>
                <a:effectLst/>
                <a:uLnTx/>
                <a:uFillTx/>
                <a:ea typeface="KaiTi" panose="02010609060101010101" pitchFamily="49" charset="-122"/>
                <a:cs typeface="Calibri" panose="020F0502020204030204" pitchFamily="34" charset="0"/>
              </a:rPr>
              <a:t>月</a:t>
            </a:r>
            <a:endParaRPr kumimoji="0" lang="en-US" sz="1200" b="1" i="0" u="none" strike="noStrike" kern="0" cap="none" spc="-20" normalizeH="0" baseline="0" noProof="0" dirty="0">
              <a:ln>
                <a:noFill/>
              </a:ln>
              <a:solidFill>
                <a:srgbClr val="000000"/>
              </a:solidFill>
              <a:effectLst/>
              <a:uLnTx/>
              <a:uFillTx/>
              <a:ea typeface="Calibri" panose="020F0502020204030204" pitchFamily="34" charset="0"/>
              <a:cs typeface="Calibri" panose="020F0502020204030204" pitchFamily="34" charset="0"/>
            </a:endParaRPr>
          </a:p>
        </p:txBody>
      </p:sp>
      <p:sp>
        <p:nvSpPr>
          <p:cNvPr id="69" name="TextBox 68">
            <a:extLst>
              <a:ext uri="{FF2B5EF4-FFF2-40B4-BE49-F238E27FC236}">
                <a16:creationId xmlns:a16="http://schemas.microsoft.com/office/drawing/2014/main" id="{80459F26-5F3B-1FB9-E874-3E1E737EB3A1}"/>
              </a:ext>
            </a:extLst>
          </p:cNvPr>
          <p:cNvSpPr txBox="1"/>
          <p:nvPr/>
        </p:nvSpPr>
        <p:spPr>
          <a:xfrm>
            <a:off x="2815053" y="3526178"/>
            <a:ext cx="977601" cy="276999"/>
          </a:xfrm>
          <a:prstGeom prst="rect">
            <a:avLst/>
          </a:prstGeom>
          <a:solidFill>
            <a:srgbClr val="E59B9D">
              <a:lumMod val="20000"/>
              <a:lumOff val="80000"/>
            </a:srgbClr>
          </a:solidFill>
        </p:spPr>
        <p:txBody>
          <a:bodyPr wrap="square" rtlCol="0">
            <a:spAutoFit/>
          </a:bodyPr>
          <a:lstStyle/>
          <a:p>
            <a:pPr marL="0" marR="0" lvl="0" indent="0" defTabSz="914400" eaLnBrk="1" fontAlgn="auto" latinLnBrk="0" hangingPunct="1">
              <a:lnSpc>
                <a:spcPct val="100000"/>
              </a:lnSpc>
              <a:spcBef>
                <a:spcPct val="0"/>
              </a:spcBef>
              <a:spcAft>
                <a:spcPct val="200000"/>
              </a:spcAft>
              <a:buClr>
                <a:srgbClr val="BE050A"/>
              </a:buClr>
              <a:buSzTx/>
              <a:buFont typeface="Wingdings" pitchFamily="2" charset="2"/>
              <a:buNone/>
              <a:tabLst/>
              <a:defRPr/>
            </a:pPr>
            <a:r>
              <a:rPr kumimoji="0" lang="en-US" altLang="zh-TW" sz="1200" b="1" i="0" u="none" strike="noStrike" kern="0" cap="none" spc="-20" normalizeH="0" baseline="0" noProof="0" dirty="0">
                <a:ln>
                  <a:noFill/>
                </a:ln>
                <a:solidFill>
                  <a:srgbClr val="000000"/>
                </a:solidFill>
                <a:effectLst/>
                <a:uLnTx/>
                <a:uFillTx/>
                <a:ea typeface="Calibri" panose="020F0502020204030204" pitchFamily="34" charset="0"/>
                <a:cs typeface="Calibri" panose="020F0502020204030204" pitchFamily="34" charset="0"/>
              </a:rPr>
              <a:t>2025</a:t>
            </a:r>
            <a:r>
              <a:rPr kumimoji="0" lang="zh-CN" altLang="en-US" sz="1200" b="1" i="0" u="none" strike="noStrike" kern="0" cap="none" spc="-20" normalizeH="0" baseline="0" noProof="0" dirty="0">
                <a:ln>
                  <a:noFill/>
                </a:ln>
                <a:solidFill>
                  <a:srgbClr val="000000"/>
                </a:solidFill>
                <a:effectLst/>
                <a:uLnTx/>
                <a:uFillTx/>
                <a:ea typeface="KaiTi" panose="02010609060101010101" pitchFamily="49" charset="-122"/>
                <a:cs typeface="Calibri" panose="020F0502020204030204" pitchFamily="34" charset="0"/>
              </a:rPr>
              <a:t>年</a:t>
            </a:r>
            <a:r>
              <a:rPr kumimoji="0" lang="en-US" altLang="zh-TW" sz="1200" b="1" i="0" u="none" strike="noStrike" kern="0" cap="none" spc="-20" normalizeH="0" baseline="0" noProof="0" dirty="0">
                <a:ln>
                  <a:noFill/>
                </a:ln>
                <a:solidFill>
                  <a:srgbClr val="000000"/>
                </a:solidFill>
                <a:effectLst/>
                <a:uLnTx/>
                <a:uFillTx/>
                <a:ea typeface="Calibri" panose="020F0502020204030204" pitchFamily="34" charset="0"/>
                <a:cs typeface="Calibri" panose="020F0502020204030204" pitchFamily="34" charset="0"/>
              </a:rPr>
              <a:t>12</a:t>
            </a:r>
            <a:r>
              <a:rPr kumimoji="0" lang="zh-CN" altLang="en-US" sz="1200" b="1" i="0" u="none" strike="noStrike" kern="0" cap="none" spc="-20" normalizeH="0" baseline="0" noProof="0" dirty="0">
                <a:ln>
                  <a:noFill/>
                </a:ln>
                <a:solidFill>
                  <a:srgbClr val="000000"/>
                </a:solidFill>
                <a:effectLst/>
                <a:uLnTx/>
                <a:uFillTx/>
                <a:ea typeface="KaiTi" panose="02010609060101010101" pitchFamily="49" charset="-122"/>
                <a:cs typeface="Calibri" panose="020F0502020204030204" pitchFamily="34" charset="0"/>
              </a:rPr>
              <a:t>月</a:t>
            </a:r>
            <a:endParaRPr kumimoji="0" lang="en-US" sz="1200" b="1" i="0" u="none" strike="noStrike" kern="0" cap="none" spc="-20" normalizeH="0" baseline="0" noProof="0" dirty="0">
              <a:ln>
                <a:noFill/>
              </a:ln>
              <a:solidFill>
                <a:srgbClr val="000000"/>
              </a:solidFill>
              <a:effectLst/>
              <a:uLnTx/>
              <a:uFillTx/>
              <a:ea typeface="Calibri" panose="020F0502020204030204" pitchFamily="34" charset="0"/>
              <a:cs typeface="Calibri" panose="020F0502020204030204" pitchFamily="34" charset="0"/>
            </a:endParaRPr>
          </a:p>
        </p:txBody>
      </p:sp>
      <p:sp>
        <p:nvSpPr>
          <p:cNvPr id="70" name="TextBox 69">
            <a:extLst>
              <a:ext uri="{FF2B5EF4-FFF2-40B4-BE49-F238E27FC236}">
                <a16:creationId xmlns:a16="http://schemas.microsoft.com/office/drawing/2014/main" id="{E83EDC6D-31FC-8834-2168-2E2D4A6767C3}"/>
              </a:ext>
            </a:extLst>
          </p:cNvPr>
          <p:cNvSpPr txBox="1"/>
          <p:nvPr/>
        </p:nvSpPr>
        <p:spPr>
          <a:xfrm>
            <a:off x="3139279" y="3055370"/>
            <a:ext cx="977601" cy="276999"/>
          </a:xfrm>
          <a:prstGeom prst="rect">
            <a:avLst/>
          </a:prstGeom>
          <a:solidFill>
            <a:srgbClr val="E59B9D">
              <a:lumMod val="20000"/>
              <a:lumOff val="80000"/>
            </a:srgbClr>
          </a:solidFill>
        </p:spPr>
        <p:txBody>
          <a:bodyPr wrap="square" rtlCol="0">
            <a:spAutoFit/>
          </a:bodyPr>
          <a:lstStyle/>
          <a:p>
            <a:pPr marL="0" marR="0" lvl="0" indent="0" defTabSz="914400" eaLnBrk="1" fontAlgn="auto" latinLnBrk="0" hangingPunct="1">
              <a:lnSpc>
                <a:spcPct val="100000"/>
              </a:lnSpc>
              <a:spcBef>
                <a:spcPct val="0"/>
              </a:spcBef>
              <a:spcAft>
                <a:spcPct val="200000"/>
              </a:spcAft>
              <a:buClr>
                <a:srgbClr val="BE050A"/>
              </a:buClr>
              <a:buSzTx/>
              <a:buFont typeface="Wingdings" pitchFamily="2" charset="2"/>
              <a:buNone/>
              <a:tabLst/>
              <a:defRPr/>
            </a:pPr>
            <a:r>
              <a:rPr kumimoji="0" lang="en-US" altLang="zh-TW" sz="1200" b="1" i="0" u="none" strike="noStrike" kern="0" cap="none" spc="-20" normalizeH="0" baseline="0" noProof="0" dirty="0">
                <a:ln>
                  <a:noFill/>
                </a:ln>
                <a:solidFill>
                  <a:srgbClr val="000000"/>
                </a:solidFill>
                <a:effectLst/>
                <a:uLnTx/>
                <a:uFillTx/>
                <a:ea typeface="Calibri" panose="020F0502020204030204" pitchFamily="34" charset="0"/>
                <a:cs typeface="Calibri" panose="020F0502020204030204" pitchFamily="34" charset="0"/>
              </a:rPr>
              <a:t>202</a:t>
            </a:r>
            <a:r>
              <a:rPr lang="en-US" altLang="zh-TW" sz="1200" b="1" i="0" kern="0" spc="-20" dirty="0">
                <a:solidFill>
                  <a:srgbClr val="000000"/>
                </a:solidFill>
                <a:ea typeface="Calibri" panose="020F0502020204030204" pitchFamily="34" charset="0"/>
                <a:cs typeface="Calibri" panose="020F0502020204030204" pitchFamily="34" charset="0"/>
              </a:rPr>
              <a:t>6</a:t>
            </a:r>
            <a:r>
              <a:rPr kumimoji="0" lang="zh-CN" altLang="en-US" sz="1200" b="1" i="0" u="none" strike="noStrike" kern="0" cap="none" spc="-20" normalizeH="0" baseline="0" noProof="0" dirty="0">
                <a:ln>
                  <a:noFill/>
                </a:ln>
                <a:solidFill>
                  <a:srgbClr val="000000"/>
                </a:solidFill>
                <a:effectLst/>
                <a:uLnTx/>
                <a:uFillTx/>
                <a:ea typeface="KaiTi" panose="02010609060101010101" pitchFamily="49" charset="-122"/>
                <a:cs typeface="Calibri" panose="020F0502020204030204" pitchFamily="34" charset="0"/>
              </a:rPr>
              <a:t>年</a:t>
            </a:r>
            <a:r>
              <a:rPr kumimoji="0" lang="en-US" altLang="zh-TW" sz="1200" b="1" i="0" u="none" strike="noStrike" kern="0" cap="none" spc="-20" normalizeH="0" baseline="0" noProof="0" dirty="0">
                <a:ln>
                  <a:noFill/>
                </a:ln>
                <a:solidFill>
                  <a:srgbClr val="000000"/>
                </a:solidFill>
                <a:effectLst/>
                <a:uLnTx/>
                <a:uFillTx/>
                <a:ea typeface="Calibri" panose="020F0502020204030204" pitchFamily="34" charset="0"/>
                <a:cs typeface="Calibri" panose="020F0502020204030204" pitchFamily="34" charset="0"/>
              </a:rPr>
              <a:t>1</a:t>
            </a:r>
            <a:r>
              <a:rPr kumimoji="0" lang="zh-CN" altLang="en-US" sz="1200" b="1" i="0" u="none" strike="noStrike" kern="0" cap="none" spc="-20" normalizeH="0" baseline="0" noProof="0" dirty="0">
                <a:ln>
                  <a:noFill/>
                </a:ln>
                <a:solidFill>
                  <a:srgbClr val="000000"/>
                </a:solidFill>
                <a:effectLst/>
                <a:uLnTx/>
                <a:uFillTx/>
                <a:ea typeface="KaiTi" panose="02010609060101010101" pitchFamily="49" charset="-122"/>
                <a:cs typeface="Calibri" panose="020F0502020204030204" pitchFamily="34" charset="0"/>
              </a:rPr>
              <a:t>月</a:t>
            </a:r>
            <a:endParaRPr kumimoji="0" lang="en-US" sz="1200" b="1" i="0" u="none" strike="noStrike" kern="0" cap="none" spc="-20" normalizeH="0" baseline="0" noProof="0" dirty="0">
              <a:ln>
                <a:noFill/>
              </a:ln>
              <a:solidFill>
                <a:srgbClr val="000000"/>
              </a:solidFill>
              <a:effectLst/>
              <a:uLnTx/>
              <a:uFillTx/>
              <a:ea typeface="Calibri" panose="020F0502020204030204" pitchFamily="34" charset="0"/>
              <a:cs typeface="Calibri" panose="020F0502020204030204" pitchFamily="34" charset="0"/>
            </a:endParaRPr>
          </a:p>
        </p:txBody>
      </p:sp>
      <p:sp>
        <p:nvSpPr>
          <p:cNvPr id="71" name="TextBox 70">
            <a:extLst>
              <a:ext uri="{FF2B5EF4-FFF2-40B4-BE49-F238E27FC236}">
                <a16:creationId xmlns:a16="http://schemas.microsoft.com/office/drawing/2014/main" id="{5342316B-942F-57B5-257E-37577936AA0A}"/>
              </a:ext>
            </a:extLst>
          </p:cNvPr>
          <p:cNvSpPr txBox="1"/>
          <p:nvPr/>
        </p:nvSpPr>
        <p:spPr>
          <a:xfrm>
            <a:off x="3742485" y="2081070"/>
            <a:ext cx="1057860" cy="276999"/>
          </a:xfrm>
          <a:prstGeom prst="rect">
            <a:avLst/>
          </a:prstGeom>
          <a:solidFill>
            <a:srgbClr val="E59B9D">
              <a:lumMod val="20000"/>
              <a:lumOff val="80000"/>
            </a:srgbClr>
          </a:solidFill>
        </p:spPr>
        <p:txBody>
          <a:bodyPr wrap="square" rtlCol="0">
            <a:spAutoFit/>
          </a:bodyPr>
          <a:lstStyle/>
          <a:p>
            <a:pPr marL="0" marR="0" lvl="0" indent="0" defTabSz="914400" eaLnBrk="1" fontAlgn="auto" latinLnBrk="0" hangingPunct="1">
              <a:lnSpc>
                <a:spcPct val="100000"/>
              </a:lnSpc>
              <a:spcBef>
                <a:spcPct val="0"/>
              </a:spcBef>
              <a:spcAft>
                <a:spcPct val="200000"/>
              </a:spcAft>
              <a:buClr>
                <a:srgbClr val="BE050A"/>
              </a:buClr>
              <a:buSzTx/>
              <a:buFont typeface="Wingdings" pitchFamily="2" charset="2"/>
              <a:buNone/>
              <a:tabLst/>
              <a:defRPr/>
            </a:pPr>
            <a:r>
              <a:rPr kumimoji="0" lang="en-US" altLang="zh-TW" sz="1200" b="1" i="0" u="none" strike="noStrike" kern="0" cap="none" spc="-20" normalizeH="0" baseline="0" noProof="0" dirty="0">
                <a:ln>
                  <a:noFill/>
                </a:ln>
                <a:solidFill>
                  <a:srgbClr val="000000"/>
                </a:solidFill>
                <a:effectLst/>
                <a:uLnTx/>
                <a:uFillTx/>
                <a:ea typeface="Calibri" panose="020F0502020204030204" pitchFamily="34" charset="0"/>
                <a:cs typeface="Calibri" panose="020F0502020204030204" pitchFamily="34" charset="0"/>
              </a:rPr>
              <a:t>2026</a:t>
            </a:r>
            <a:r>
              <a:rPr kumimoji="0" lang="zh-CN" altLang="en-US" sz="1200" b="1" i="0" u="none" strike="noStrike" kern="0" cap="none" spc="-20" normalizeH="0" baseline="0" noProof="0" dirty="0">
                <a:ln>
                  <a:noFill/>
                </a:ln>
                <a:solidFill>
                  <a:srgbClr val="000000"/>
                </a:solidFill>
                <a:effectLst/>
                <a:uLnTx/>
                <a:uFillTx/>
                <a:ea typeface="KaiTi" panose="02010609060101010101" pitchFamily="49" charset="-122"/>
                <a:cs typeface="Calibri" panose="020F0502020204030204" pitchFamily="34" charset="0"/>
              </a:rPr>
              <a:t>年</a:t>
            </a:r>
            <a:r>
              <a:rPr lang="en-US" altLang="zh-CN" sz="1200" b="1" i="0" kern="0" spc="-20" dirty="0">
                <a:solidFill>
                  <a:srgbClr val="000000"/>
                </a:solidFill>
                <a:ea typeface="Calibri" panose="020F0502020204030204" pitchFamily="34" charset="0"/>
                <a:cs typeface="Calibri" panose="020F0502020204030204" pitchFamily="34" charset="0"/>
              </a:rPr>
              <a:t>3</a:t>
            </a:r>
            <a:r>
              <a:rPr kumimoji="0" lang="en-US" altLang="zh-CN" sz="1200" b="1" i="0" u="none" strike="noStrike" kern="0" cap="none" spc="-20" normalizeH="0" baseline="0" noProof="0" dirty="0">
                <a:ln>
                  <a:noFill/>
                </a:ln>
                <a:solidFill>
                  <a:srgbClr val="000000"/>
                </a:solidFill>
                <a:effectLst/>
                <a:uLnTx/>
                <a:uFillTx/>
                <a:ea typeface="Calibri" panose="020F0502020204030204" pitchFamily="34" charset="0"/>
                <a:cs typeface="Calibri" panose="020F0502020204030204" pitchFamily="34" charset="0"/>
              </a:rPr>
              <a:t>-</a:t>
            </a:r>
            <a:r>
              <a:rPr kumimoji="0" lang="en-US" altLang="zh-TW" sz="1200" b="1" i="0" u="none" strike="noStrike" kern="0" cap="none" spc="-20" normalizeH="0" baseline="0" noProof="0" dirty="0">
                <a:ln>
                  <a:noFill/>
                </a:ln>
                <a:solidFill>
                  <a:srgbClr val="000000"/>
                </a:solidFill>
                <a:effectLst/>
                <a:uLnTx/>
                <a:uFillTx/>
                <a:ea typeface="Calibri" panose="020F0502020204030204" pitchFamily="34" charset="0"/>
                <a:cs typeface="Calibri" panose="020F0502020204030204" pitchFamily="34" charset="0"/>
              </a:rPr>
              <a:t>4</a:t>
            </a:r>
            <a:r>
              <a:rPr kumimoji="0" lang="zh-CN" altLang="en-US" sz="1200" b="1" i="0" u="none" strike="noStrike" kern="0" cap="none" spc="-20" normalizeH="0" baseline="0" noProof="0" dirty="0">
                <a:ln>
                  <a:noFill/>
                </a:ln>
                <a:solidFill>
                  <a:srgbClr val="000000"/>
                </a:solidFill>
                <a:effectLst/>
                <a:uLnTx/>
                <a:uFillTx/>
                <a:ea typeface="KaiTi" panose="02010609060101010101" pitchFamily="49" charset="-122"/>
                <a:cs typeface="Calibri" panose="020F0502020204030204" pitchFamily="34" charset="0"/>
              </a:rPr>
              <a:t>月</a:t>
            </a:r>
            <a:endParaRPr kumimoji="0" lang="en-US" sz="1200" b="1" i="0" u="none" strike="noStrike" kern="0" cap="none" spc="-20" normalizeH="0" baseline="0" noProof="0" dirty="0">
              <a:ln>
                <a:noFill/>
              </a:ln>
              <a:solidFill>
                <a:srgbClr val="000000"/>
              </a:solidFill>
              <a:effectLst/>
              <a:uLnTx/>
              <a:uFillTx/>
              <a:ea typeface="Calibri" panose="020F0502020204030204" pitchFamily="34" charset="0"/>
              <a:cs typeface="Calibri" panose="020F0502020204030204" pitchFamily="34" charset="0"/>
            </a:endParaRPr>
          </a:p>
        </p:txBody>
      </p:sp>
      <p:sp>
        <p:nvSpPr>
          <p:cNvPr id="72" name="TextBox 71">
            <a:extLst>
              <a:ext uri="{FF2B5EF4-FFF2-40B4-BE49-F238E27FC236}">
                <a16:creationId xmlns:a16="http://schemas.microsoft.com/office/drawing/2014/main" id="{EFE4BA35-7938-D02A-05B1-D325FB93AA67}"/>
              </a:ext>
            </a:extLst>
          </p:cNvPr>
          <p:cNvSpPr txBox="1"/>
          <p:nvPr/>
        </p:nvSpPr>
        <p:spPr>
          <a:xfrm>
            <a:off x="4272473" y="1312958"/>
            <a:ext cx="977601" cy="276999"/>
          </a:xfrm>
          <a:prstGeom prst="rect">
            <a:avLst/>
          </a:prstGeom>
          <a:solidFill>
            <a:srgbClr val="E59B9D">
              <a:lumMod val="20000"/>
              <a:lumOff val="80000"/>
            </a:srgbClr>
          </a:solidFill>
        </p:spPr>
        <p:txBody>
          <a:bodyPr wrap="square" rtlCol="0">
            <a:spAutoFit/>
          </a:bodyPr>
          <a:lstStyle/>
          <a:p>
            <a:pPr marL="0" marR="0" lvl="0" indent="0" defTabSz="914400" eaLnBrk="1" fontAlgn="auto" latinLnBrk="0" hangingPunct="1">
              <a:lnSpc>
                <a:spcPct val="100000"/>
              </a:lnSpc>
              <a:spcBef>
                <a:spcPct val="0"/>
              </a:spcBef>
              <a:spcAft>
                <a:spcPct val="200000"/>
              </a:spcAft>
              <a:buClr>
                <a:srgbClr val="BE050A"/>
              </a:buClr>
              <a:buSzTx/>
              <a:buFont typeface="Wingdings" pitchFamily="2" charset="2"/>
              <a:buNone/>
              <a:tabLst/>
              <a:defRPr/>
            </a:pPr>
            <a:r>
              <a:rPr kumimoji="0" lang="en-US" altLang="zh-TW" sz="1200" b="1" i="0" u="none" strike="noStrike" kern="0" cap="none" spc="-20" normalizeH="0" baseline="0" noProof="0" dirty="0">
                <a:ln>
                  <a:noFill/>
                </a:ln>
                <a:solidFill>
                  <a:srgbClr val="000000"/>
                </a:solidFill>
                <a:effectLst/>
                <a:uLnTx/>
                <a:uFillTx/>
                <a:ea typeface="Calibri" panose="020F0502020204030204" pitchFamily="34" charset="0"/>
                <a:cs typeface="Calibri" panose="020F0502020204030204" pitchFamily="34" charset="0"/>
              </a:rPr>
              <a:t>2026</a:t>
            </a:r>
            <a:r>
              <a:rPr kumimoji="0" lang="zh-CN" altLang="en-US" sz="1200" b="1" i="0" u="none" strike="noStrike" kern="0" cap="none" spc="-20" normalizeH="0" baseline="0" noProof="0" dirty="0">
                <a:ln>
                  <a:noFill/>
                </a:ln>
                <a:solidFill>
                  <a:srgbClr val="000000"/>
                </a:solidFill>
                <a:effectLst/>
                <a:uLnTx/>
                <a:uFillTx/>
                <a:ea typeface="KaiTi" panose="02010609060101010101" pitchFamily="49" charset="-122"/>
                <a:cs typeface="Calibri" panose="020F0502020204030204" pitchFamily="34" charset="0"/>
              </a:rPr>
              <a:t>年</a:t>
            </a:r>
            <a:r>
              <a:rPr lang="en-US" altLang="zh-CN" sz="1200" b="1" i="0" kern="0" spc="-20" dirty="0">
                <a:solidFill>
                  <a:srgbClr val="000000"/>
                </a:solidFill>
                <a:ea typeface="Calibri" panose="020F0502020204030204" pitchFamily="34" charset="0"/>
                <a:cs typeface="Calibri" panose="020F0502020204030204" pitchFamily="34" charset="0"/>
              </a:rPr>
              <a:t>5</a:t>
            </a:r>
            <a:r>
              <a:rPr kumimoji="0" lang="zh-CN" altLang="en-US" sz="1200" b="1" i="0" u="none" strike="noStrike" kern="0" cap="none" spc="-20" normalizeH="0" baseline="0" noProof="0" dirty="0">
                <a:ln>
                  <a:noFill/>
                </a:ln>
                <a:solidFill>
                  <a:srgbClr val="000000"/>
                </a:solidFill>
                <a:effectLst/>
                <a:uLnTx/>
                <a:uFillTx/>
                <a:ea typeface="KaiTi" panose="02010609060101010101" pitchFamily="49" charset="-122"/>
                <a:cs typeface="Calibri" panose="020F0502020204030204" pitchFamily="34" charset="0"/>
              </a:rPr>
              <a:t>月</a:t>
            </a:r>
            <a:endParaRPr kumimoji="0" lang="en-US" sz="1200" b="1" i="0" u="none" strike="noStrike" kern="0" cap="none" spc="-20" normalizeH="0" baseline="0" noProof="0" dirty="0">
              <a:ln>
                <a:noFill/>
              </a:ln>
              <a:solidFill>
                <a:srgbClr val="000000"/>
              </a:solidFill>
              <a:effectLst/>
              <a:uLnTx/>
              <a:uFillTx/>
              <a:ea typeface="Calibri" panose="020F0502020204030204" pitchFamily="34" charset="0"/>
              <a:cs typeface="Calibri" panose="020F0502020204030204" pitchFamily="34" charset="0"/>
            </a:endParaRPr>
          </a:p>
        </p:txBody>
      </p:sp>
      <p:sp>
        <p:nvSpPr>
          <p:cNvPr id="74" name="TextBox 73">
            <a:extLst>
              <a:ext uri="{FF2B5EF4-FFF2-40B4-BE49-F238E27FC236}">
                <a16:creationId xmlns:a16="http://schemas.microsoft.com/office/drawing/2014/main" id="{A140ECED-A551-CA9A-039C-E635B2BFF59E}"/>
              </a:ext>
            </a:extLst>
          </p:cNvPr>
          <p:cNvSpPr txBox="1"/>
          <p:nvPr/>
        </p:nvSpPr>
        <p:spPr>
          <a:xfrm>
            <a:off x="3477428" y="3898612"/>
            <a:ext cx="4777642" cy="577081"/>
          </a:xfrm>
          <a:prstGeom prst="rect">
            <a:avLst/>
          </a:prstGeom>
          <a:noFill/>
        </p:spPr>
        <p:txBody>
          <a:bodyPr wrap="square" rtlCol="0">
            <a:spAutoFit/>
          </a:bodyPr>
          <a:lstStyle/>
          <a:p>
            <a:pPr marL="332740" indent="-170180" defTabSz="914303" eaLnBrk="1" fontAlgn="auto" hangingPunct="1">
              <a:spcBef>
                <a:spcPts val="0"/>
              </a:spcBef>
              <a:spcAft>
                <a:spcPts val="0"/>
              </a:spcAft>
              <a:buClr>
                <a:srgbClr val="96999B"/>
              </a:buClr>
              <a:buFont typeface="Symbol"/>
              <a:buChar char=""/>
              <a:tabLst>
                <a:tab pos="333375" algn="l"/>
              </a:tabLst>
              <a:defRPr/>
            </a:pPr>
            <a:r>
              <a:rPr lang="zh-CN" altLang="en-US" sz="1050" b="0" i="0" dirty="0">
                <a:solidFill>
                  <a:srgbClr val="000000"/>
                </a:solidFill>
                <a:ea typeface="KaiTi" panose="02010609060101010101" pitchFamily="49" charset="-122"/>
                <a:cs typeface="Calibri" panose="020F0502020204030204" pitchFamily="34" charset="0"/>
              </a:rPr>
              <a:t>完成內控整改</a:t>
            </a:r>
            <a:endParaRPr lang="en-US" altLang="zh-CN" sz="1050" b="0" i="0" dirty="0">
              <a:solidFill>
                <a:srgbClr val="000000"/>
              </a:solidFill>
              <a:ea typeface="KaiTi" panose="02010609060101010101" pitchFamily="49" charset="-122"/>
              <a:cs typeface="Calibri" panose="020F0502020204030204" pitchFamily="34" charset="0"/>
            </a:endParaRPr>
          </a:p>
          <a:p>
            <a:pPr marL="332740" indent="-170180" algn="l" defTabSz="914303" eaLnBrk="1" fontAlgn="auto" hangingPunct="1">
              <a:spcBef>
                <a:spcPts val="0"/>
              </a:spcBef>
              <a:spcAft>
                <a:spcPts val="0"/>
              </a:spcAft>
              <a:buClr>
                <a:srgbClr val="96999B"/>
              </a:buClr>
              <a:buFont typeface="Symbol"/>
              <a:buChar char=""/>
              <a:tabLst>
                <a:tab pos="333375" algn="l"/>
              </a:tabLst>
              <a:defRPr/>
            </a:pPr>
            <a:r>
              <a:rPr lang="zh-CN" altLang="en-US" sz="1050" b="0" i="0" dirty="0">
                <a:solidFill>
                  <a:srgbClr val="000000"/>
                </a:solidFill>
                <a:ea typeface="KaiTi" panose="02010609060101010101" pitchFamily="49" charset="-122"/>
                <a:cs typeface="Calibri" panose="020F0502020204030204" pitchFamily="34" charset="0"/>
              </a:rPr>
              <a:t>定稿 </a:t>
            </a:r>
            <a:r>
              <a:rPr lang="en-US" sz="1050" b="0" i="0" dirty="0">
                <a:solidFill>
                  <a:srgbClr val="000000"/>
                </a:solidFill>
                <a:ea typeface="Calibri" panose="020F0502020204030204" pitchFamily="34" charset="0"/>
                <a:cs typeface="Calibri" panose="020F0502020204030204" pitchFamily="34" charset="0"/>
              </a:rPr>
              <a:t>A1 </a:t>
            </a:r>
            <a:r>
              <a:rPr lang="zh-CN" altLang="en-US" sz="1050" b="0" i="0" dirty="0">
                <a:solidFill>
                  <a:srgbClr val="000000"/>
                </a:solidFill>
                <a:ea typeface="KaiTi" panose="02010609060101010101" pitchFamily="49" charset="-122"/>
                <a:cs typeface="Calibri" panose="020F0502020204030204" pitchFamily="34" charset="0"/>
              </a:rPr>
              <a:t>招股書及上市申請文件包</a:t>
            </a:r>
            <a:endParaRPr lang="en-US" altLang="zh-CN" sz="1050" b="0" i="0" dirty="0">
              <a:solidFill>
                <a:srgbClr val="000000"/>
              </a:solidFill>
              <a:ea typeface="Calibri" panose="020F0502020204030204" pitchFamily="34" charset="0"/>
              <a:cs typeface="Calibri" panose="020F0502020204030204" pitchFamily="34" charset="0"/>
            </a:endParaRPr>
          </a:p>
          <a:p>
            <a:pPr marL="332740" indent="-170180" algn="l" defTabSz="914303" eaLnBrk="1" fontAlgn="auto" hangingPunct="1">
              <a:spcBef>
                <a:spcPts val="0"/>
              </a:spcBef>
              <a:spcAft>
                <a:spcPts val="0"/>
              </a:spcAft>
              <a:buClr>
                <a:srgbClr val="96999B"/>
              </a:buClr>
              <a:buFont typeface="Symbol"/>
              <a:buChar char=""/>
              <a:tabLst>
                <a:tab pos="333375" algn="l"/>
              </a:tabLst>
              <a:defRPr/>
            </a:pPr>
            <a:r>
              <a:rPr lang="zh-TW" altLang="en-US" sz="1050" b="1" i="0" dirty="0">
                <a:solidFill>
                  <a:srgbClr val="C00000"/>
                </a:solidFill>
                <a:ea typeface="KaiTi" panose="02010609060101010101" pitchFamily="49" charset="-122"/>
                <a:cs typeface="Calibri" panose="020F0502020204030204" pitchFamily="34" charset="0"/>
              </a:rPr>
              <a:t>向聯交所遞交</a:t>
            </a:r>
            <a:r>
              <a:rPr lang="en-US" altLang="zh-TW" sz="1050" b="1" i="0" dirty="0">
                <a:solidFill>
                  <a:srgbClr val="C00000"/>
                </a:solidFill>
                <a:ea typeface="Calibri" panose="020F0502020204030204" pitchFamily="34" charset="0"/>
                <a:cs typeface="Calibri" panose="020F0502020204030204" pitchFamily="34" charset="0"/>
              </a:rPr>
              <a:t>A1</a:t>
            </a:r>
            <a:r>
              <a:rPr lang="zh-TW" altLang="en-US" sz="1050" b="1" i="0" dirty="0">
                <a:solidFill>
                  <a:srgbClr val="C00000"/>
                </a:solidFill>
                <a:ea typeface="KaiTi" panose="02010609060101010101" pitchFamily="49" charset="-122"/>
                <a:cs typeface="Calibri" panose="020F0502020204030204" pitchFamily="34" charset="0"/>
              </a:rPr>
              <a:t>上市申請</a:t>
            </a:r>
          </a:p>
        </p:txBody>
      </p:sp>
      <p:cxnSp>
        <p:nvCxnSpPr>
          <p:cNvPr id="75" name="Straight Connector 74">
            <a:extLst>
              <a:ext uri="{FF2B5EF4-FFF2-40B4-BE49-F238E27FC236}">
                <a16:creationId xmlns:a16="http://schemas.microsoft.com/office/drawing/2014/main" id="{3E1F471B-E023-7730-E36E-D65E19947440}"/>
              </a:ext>
            </a:extLst>
          </p:cNvPr>
          <p:cNvCxnSpPr>
            <a:cxnSpLocks/>
          </p:cNvCxnSpPr>
          <p:nvPr/>
        </p:nvCxnSpPr>
        <p:spPr bwMode="auto">
          <a:xfrm>
            <a:off x="7908056" y="1848081"/>
            <a:ext cx="482319" cy="0"/>
          </a:xfrm>
          <a:prstGeom prst="line">
            <a:avLst/>
          </a:prstGeom>
          <a:noFill/>
          <a:ln w="12700" cap="flat" cmpd="sng" algn="ctr">
            <a:solidFill>
              <a:srgbClr val="B2B2B2"/>
            </a:solidFill>
            <a:prstDash val="solid"/>
            <a:round/>
            <a:headEnd type="none" w="med" len="med"/>
            <a:tailEnd type="none" w="med" len="med"/>
          </a:ln>
          <a:effectLst/>
        </p:spPr>
      </p:cxnSp>
      <p:cxnSp>
        <p:nvCxnSpPr>
          <p:cNvPr id="76" name="Straight Connector 75">
            <a:extLst>
              <a:ext uri="{FF2B5EF4-FFF2-40B4-BE49-F238E27FC236}">
                <a16:creationId xmlns:a16="http://schemas.microsoft.com/office/drawing/2014/main" id="{9804604A-7C1D-4FF7-8478-3D6360F2B23A}"/>
              </a:ext>
            </a:extLst>
          </p:cNvPr>
          <p:cNvCxnSpPr>
            <a:cxnSpLocks/>
          </p:cNvCxnSpPr>
          <p:nvPr/>
        </p:nvCxnSpPr>
        <p:spPr bwMode="auto">
          <a:xfrm>
            <a:off x="7910102" y="2863572"/>
            <a:ext cx="482319" cy="0"/>
          </a:xfrm>
          <a:prstGeom prst="line">
            <a:avLst/>
          </a:prstGeom>
          <a:noFill/>
          <a:ln w="12700" cap="flat" cmpd="sng" algn="ctr">
            <a:solidFill>
              <a:srgbClr val="B2B2B2"/>
            </a:solidFill>
            <a:prstDash val="solid"/>
            <a:round/>
            <a:headEnd type="none" w="med" len="med"/>
            <a:tailEnd type="none" w="med" len="med"/>
          </a:ln>
          <a:effectLst/>
        </p:spPr>
      </p:cxnSp>
      <p:cxnSp>
        <p:nvCxnSpPr>
          <p:cNvPr id="77" name="Straight Arrow Connector 76">
            <a:extLst>
              <a:ext uri="{FF2B5EF4-FFF2-40B4-BE49-F238E27FC236}">
                <a16:creationId xmlns:a16="http://schemas.microsoft.com/office/drawing/2014/main" id="{6B4C5E34-EF77-BAB0-3844-E2D8B0E37C54}"/>
              </a:ext>
            </a:extLst>
          </p:cNvPr>
          <p:cNvCxnSpPr>
            <a:cxnSpLocks/>
          </p:cNvCxnSpPr>
          <p:nvPr/>
        </p:nvCxnSpPr>
        <p:spPr bwMode="auto">
          <a:xfrm flipV="1">
            <a:off x="8129943" y="1848081"/>
            <a:ext cx="0" cy="364879"/>
          </a:xfrm>
          <a:prstGeom prst="straightConnector1">
            <a:avLst/>
          </a:prstGeom>
          <a:noFill/>
          <a:ln w="12700" cap="flat" cmpd="sng" algn="ctr">
            <a:solidFill>
              <a:srgbClr val="B2B2B2"/>
            </a:solidFill>
            <a:prstDash val="lgDash"/>
            <a:round/>
            <a:headEnd type="none" w="med" len="med"/>
            <a:tailEnd type="triangle"/>
          </a:ln>
          <a:effectLst/>
        </p:spPr>
      </p:cxnSp>
      <p:cxnSp>
        <p:nvCxnSpPr>
          <p:cNvPr id="78" name="Straight Arrow Connector 77">
            <a:extLst>
              <a:ext uri="{FF2B5EF4-FFF2-40B4-BE49-F238E27FC236}">
                <a16:creationId xmlns:a16="http://schemas.microsoft.com/office/drawing/2014/main" id="{0553F076-B5F2-D3E1-F9E9-2EE058BF4BBA}"/>
              </a:ext>
            </a:extLst>
          </p:cNvPr>
          <p:cNvCxnSpPr>
            <a:cxnSpLocks/>
          </p:cNvCxnSpPr>
          <p:nvPr/>
        </p:nvCxnSpPr>
        <p:spPr bwMode="auto">
          <a:xfrm>
            <a:off x="8129943" y="2432504"/>
            <a:ext cx="0" cy="446039"/>
          </a:xfrm>
          <a:prstGeom prst="straightConnector1">
            <a:avLst/>
          </a:prstGeom>
          <a:noFill/>
          <a:ln w="12700" cap="flat" cmpd="sng" algn="ctr">
            <a:solidFill>
              <a:srgbClr val="B2B2B2"/>
            </a:solidFill>
            <a:prstDash val="lgDash"/>
            <a:round/>
            <a:headEnd type="none" w="med" len="med"/>
            <a:tailEnd type="triangle"/>
          </a:ln>
          <a:effectLst/>
        </p:spPr>
      </p:cxnSp>
      <p:sp>
        <p:nvSpPr>
          <p:cNvPr id="79" name="TextBox 78">
            <a:extLst>
              <a:ext uri="{FF2B5EF4-FFF2-40B4-BE49-F238E27FC236}">
                <a16:creationId xmlns:a16="http://schemas.microsoft.com/office/drawing/2014/main" id="{21AB8ED7-4130-FADD-7910-F9E0F84DAE67}"/>
              </a:ext>
            </a:extLst>
          </p:cNvPr>
          <p:cNvSpPr txBox="1"/>
          <p:nvPr/>
        </p:nvSpPr>
        <p:spPr>
          <a:xfrm>
            <a:off x="7704189" y="4247489"/>
            <a:ext cx="812976" cy="461665"/>
          </a:xfrm>
          <a:prstGeom prst="rect">
            <a:avLst/>
          </a:prstGeom>
          <a:solidFill>
            <a:srgbClr val="FFFFFF"/>
          </a:solidFill>
        </p:spPr>
        <p:txBody>
          <a:bodyPr wrap="square" rtlCol="0">
            <a:spAutoFit/>
          </a:bodyPr>
          <a:lstStyle/>
          <a:p>
            <a:pPr marL="0" marR="0" lvl="0" indent="0" defTabSz="914400" eaLnBrk="1" fontAlgn="auto" latinLnBrk="0" hangingPunct="1">
              <a:lnSpc>
                <a:spcPct val="100000"/>
              </a:lnSpc>
              <a:spcBef>
                <a:spcPct val="0"/>
              </a:spcBef>
              <a:spcAft>
                <a:spcPct val="200000"/>
              </a:spcAft>
              <a:buClr>
                <a:srgbClr val="BE050A"/>
              </a:buClr>
              <a:buSzTx/>
              <a:buFont typeface="Wingdings" pitchFamily="2" charset="2"/>
              <a:buNone/>
              <a:tabLst/>
              <a:defRPr/>
            </a:pPr>
            <a:r>
              <a:rPr kumimoji="0" lang="zh-CN" altLang="en-US" sz="1200" b="1" i="0" u="none" strike="noStrike" kern="0" cap="none" spc="0" normalizeH="0" baseline="0" noProof="0">
                <a:ln>
                  <a:noFill/>
                </a:ln>
                <a:solidFill>
                  <a:srgbClr val="C00000"/>
                </a:solidFill>
                <a:effectLst/>
                <a:uLnTx/>
                <a:uFillTx/>
                <a:ea typeface="KaiTi" panose="02010609060101010101" pitchFamily="49" charset="-122"/>
                <a:cs typeface="Calibri" panose="020F0502020204030204" pitchFamily="34" charset="0"/>
              </a:rPr>
              <a:t>上市申請文件準備</a:t>
            </a:r>
          </a:p>
        </p:txBody>
      </p:sp>
      <p:sp>
        <p:nvSpPr>
          <p:cNvPr id="80" name="TextBox 79">
            <a:extLst>
              <a:ext uri="{FF2B5EF4-FFF2-40B4-BE49-F238E27FC236}">
                <a16:creationId xmlns:a16="http://schemas.microsoft.com/office/drawing/2014/main" id="{7C175114-9698-9331-820A-31F16907F7AB}"/>
              </a:ext>
            </a:extLst>
          </p:cNvPr>
          <p:cNvSpPr txBox="1"/>
          <p:nvPr/>
        </p:nvSpPr>
        <p:spPr>
          <a:xfrm>
            <a:off x="7739892" y="1222788"/>
            <a:ext cx="800559" cy="461665"/>
          </a:xfrm>
          <a:prstGeom prst="rect">
            <a:avLst/>
          </a:prstGeom>
          <a:solidFill>
            <a:srgbClr val="FFFFFF"/>
          </a:solidFill>
        </p:spPr>
        <p:txBody>
          <a:bodyPr wrap="square" rtlCol="0">
            <a:spAutoFit/>
          </a:bodyPr>
          <a:lstStyle/>
          <a:p>
            <a:pPr marL="0" marR="0" lvl="0" indent="0" algn="ctr" defTabSz="914400" eaLnBrk="1" fontAlgn="auto" latinLnBrk="0" hangingPunct="1">
              <a:lnSpc>
                <a:spcPct val="100000"/>
              </a:lnSpc>
              <a:spcBef>
                <a:spcPct val="0"/>
              </a:spcBef>
              <a:spcAft>
                <a:spcPct val="200000"/>
              </a:spcAft>
              <a:buClr>
                <a:srgbClr val="BE050A"/>
              </a:buClr>
              <a:buSzTx/>
              <a:buFont typeface="Wingdings" pitchFamily="2" charset="2"/>
              <a:buNone/>
              <a:tabLst/>
              <a:defRPr/>
            </a:pPr>
            <a:r>
              <a:rPr kumimoji="0" lang="zh-CN" altLang="en-US" sz="1200" b="1" i="0" u="none" strike="noStrike" kern="0" cap="none" spc="0" normalizeH="0" baseline="0" noProof="0">
                <a:ln>
                  <a:noFill/>
                </a:ln>
                <a:solidFill>
                  <a:srgbClr val="C00000"/>
                </a:solidFill>
                <a:effectLst/>
                <a:uLnTx/>
                <a:uFillTx/>
                <a:ea typeface="KaiTi" panose="02010609060101010101" pitchFamily="49" charset="-122"/>
                <a:cs typeface="Calibri" panose="020F0502020204030204" pitchFamily="34" charset="0"/>
              </a:rPr>
              <a:t>市場推介及發售</a:t>
            </a:r>
          </a:p>
        </p:txBody>
      </p:sp>
      <p:sp>
        <p:nvSpPr>
          <p:cNvPr id="81" name="TextBox 80">
            <a:extLst>
              <a:ext uri="{FF2B5EF4-FFF2-40B4-BE49-F238E27FC236}">
                <a16:creationId xmlns:a16="http://schemas.microsoft.com/office/drawing/2014/main" id="{5745B6FD-802A-2414-3457-70B0C76FDB02}"/>
              </a:ext>
            </a:extLst>
          </p:cNvPr>
          <p:cNvSpPr txBox="1"/>
          <p:nvPr/>
        </p:nvSpPr>
        <p:spPr>
          <a:xfrm>
            <a:off x="7744631" y="2117967"/>
            <a:ext cx="812976" cy="461665"/>
          </a:xfrm>
          <a:prstGeom prst="rect">
            <a:avLst/>
          </a:prstGeom>
          <a:solidFill>
            <a:srgbClr val="FFFFFF"/>
          </a:solidFill>
        </p:spPr>
        <p:txBody>
          <a:bodyPr wrap="square" rtlCol="0">
            <a:spAutoFit/>
          </a:bodyPr>
          <a:lstStyle/>
          <a:p>
            <a:pPr marL="0" marR="0" lvl="0" indent="0" algn="ctr" defTabSz="914400" eaLnBrk="1" fontAlgn="auto" latinLnBrk="0" hangingPunct="1">
              <a:lnSpc>
                <a:spcPct val="100000"/>
              </a:lnSpc>
              <a:spcBef>
                <a:spcPct val="0"/>
              </a:spcBef>
              <a:spcAft>
                <a:spcPct val="200000"/>
              </a:spcAft>
              <a:buClr>
                <a:srgbClr val="BE050A"/>
              </a:buClr>
              <a:buSzTx/>
              <a:buFont typeface="Wingdings" pitchFamily="2" charset="2"/>
              <a:buNone/>
              <a:tabLst/>
              <a:defRPr/>
            </a:pPr>
            <a:r>
              <a:rPr kumimoji="0" lang="zh-CN" altLang="en-US" sz="1200" b="1" i="0" u="none" strike="noStrike" kern="0" cap="none" spc="0" normalizeH="0" baseline="0" noProof="0">
                <a:ln>
                  <a:noFill/>
                </a:ln>
                <a:solidFill>
                  <a:srgbClr val="C00000"/>
                </a:solidFill>
                <a:effectLst/>
                <a:uLnTx/>
                <a:uFillTx/>
                <a:ea typeface="KaiTi" panose="02010609060101010101" pitchFamily="49" charset="-122"/>
                <a:cs typeface="Calibri" panose="020F0502020204030204" pitchFamily="34" charset="0"/>
              </a:rPr>
              <a:t>監管機構審批</a:t>
            </a:r>
          </a:p>
        </p:txBody>
      </p:sp>
      <p:sp>
        <p:nvSpPr>
          <p:cNvPr id="82" name="TextBox 81">
            <a:extLst>
              <a:ext uri="{FF2B5EF4-FFF2-40B4-BE49-F238E27FC236}">
                <a16:creationId xmlns:a16="http://schemas.microsoft.com/office/drawing/2014/main" id="{EC2578FD-82BF-C1DE-A46D-69F6777B2D53}"/>
              </a:ext>
            </a:extLst>
          </p:cNvPr>
          <p:cNvSpPr txBox="1"/>
          <p:nvPr/>
        </p:nvSpPr>
        <p:spPr>
          <a:xfrm>
            <a:off x="661987" y="1087836"/>
            <a:ext cx="3560702" cy="1692771"/>
          </a:xfrm>
          <a:prstGeom prst="rect">
            <a:avLst/>
          </a:prstGeom>
          <a:noFill/>
        </p:spPr>
        <p:txBody>
          <a:bodyPr wrap="square" rtlCol="0">
            <a:spAutoFit/>
          </a:bodyPr>
          <a:lstStyle/>
          <a:p>
            <a:pPr algn="l">
              <a:spcBef>
                <a:spcPts val="0"/>
              </a:spcBef>
              <a:spcAft>
                <a:spcPts val="600"/>
              </a:spcAft>
            </a:pPr>
            <a:r>
              <a:rPr lang="zh-CN" altLang="en-US" b="0" i="0" dirty="0">
                <a:ea typeface="KaiTi" panose="02010609060101010101" pitchFamily="49" charset="-122"/>
                <a:cs typeface="Calibri" panose="020F0502020204030204" pitchFamily="34" charset="0"/>
              </a:rPr>
              <a:t>關鍵節點</a:t>
            </a:r>
            <a:r>
              <a:rPr lang="zh-CN" altLang="en-US" i="0" dirty="0">
                <a:ea typeface="KaiTi" panose="02010609060101010101" pitchFamily="49" charset="-122"/>
                <a:cs typeface="Calibri" panose="020F0502020204030204" pitchFamily="34" charset="0"/>
              </a:rPr>
              <a:t>（</a:t>
            </a:r>
            <a:r>
              <a:rPr lang="zh-CN" altLang="en-US" dirty="0">
                <a:ea typeface="KaiTi" panose="02010609060101010101" pitchFamily="49" charset="-122"/>
                <a:cs typeface="Calibri" panose="020F0502020204030204" pitchFamily="34" charset="0"/>
              </a:rPr>
              <a:t>公司財務年度截止日為</a:t>
            </a:r>
            <a:r>
              <a:rPr lang="en-US" altLang="zh-CN" dirty="0">
                <a:ea typeface="Calibri" panose="020F0502020204030204" pitchFamily="34" charset="0"/>
                <a:cs typeface="Calibri" panose="020F0502020204030204" pitchFamily="34" charset="0"/>
              </a:rPr>
              <a:t>3</a:t>
            </a:r>
            <a:r>
              <a:rPr lang="zh-CN" altLang="en-US" dirty="0">
                <a:ea typeface="KaiTi" panose="02010609060101010101" pitchFamily="49" charset="-122"/>
                <a:cs typeface="Calibri" panose="020F0502020204030204" pitchFamily="34" charset="0"/>
              </a:rPr>
              <a:t>月</a:t>
            </a:r>
            <a:r>
              <a:rPr lang="en-US" altLang="zh-CN" dirty="0">
                <a:ea typeface="Calibri" panose="020F0502020204030204" pitchFamily="34" charset="0"/>
                <a:cs typeface="Calibri" panose="020F0502020204030204" pitchFamily="34" charset="0"/>
              </a:rPr>
              <a:t>31</a:t>
            </a:r>
            <a:r>
              <a:rPr lang="zh-CN" altLang="en-US" dirty="0">
                <a:ea typeface="KaiTi" panose="02010609060101010101" pitchFamily="49" charset="-122"/>
                <a:cs typeface="Calibri" panose="020F0502020204030204" pitchFamily="34" charset="0"/>
              </a:rPr>
              <a:t>日</a:t>
            </a:r>
            <a:r>
              <a:rPr lang="zh-CN" altLang="en-US" i="0" dirty="0">
                <a:ea typeface="KaiTi" panose="02010609060101010101" pitchFamily="49" charset="-122"/>
                <a:cs typeface="Calibri" panose="020F0502020204030204" pitchFamily="34" charset="0"/>
              </a:rPr>
              <a:t>）</a:t>
            </a:r>
            <a:endParaRPr lang="en-US" altLang="zh-CN" b="0" i="0" dirty="0">
              <a:ea typeface="Calibri" panose="020F0502020204030204" pitchFamily="34" charset="0"/>
              <a:cs typeface="Calibri" panose="020F0502020204030204" pitchFamily="34" charset="0"/>
            </a:endParaRPr>
          </a:p>
          <a:p>
            <a:pPr marL="285750" indent="-285750" algn="l">
              <a:spcBef>
                <a:spcPts val="0"/>
              </a:spcBef>
              <a:spcAft>
                <a:spcPts val="600"/>
              </a:spcAft>
              <a:buFontTx/>
              <a:buChar char="-"/>
            </a:pPr>
            <a:r>
              <a:rPr lang="en-US" altLang="zh-CN" b="1" i="0" dirty="0">
                <a:ea typeface="Calibri" panose="020F0502020204030204" pitchFamily="34" charset="0"/>
                <a:cs typeface="Calibri" panose="020F0502020204030204" pitchFamily="34" charset="0"/>
              </a:rPr>
              <a:t>2025</a:t>
            </a:r>
            <a:r>
              <a:rPr lang="zh-CN" altLang="en-US" b="1" i="0" dirty="0">
                <a:ea typeface="KaiTi" panose="02010609060101010101" pitchFamily="49" charset="-122"/>
                <a:cs typeface="Calibri" panose="020F0502020204030204" pitchFamily="34" charset="0"/>
              </a:rPr>
              <a:t>年</a:t>
            </a:r>
            <a:r>
              <a:rPr lang="en-US" altLang="zh-CN" b="1" i="0" dirty="0">
                <a:ea typeface="Calibri" panose="020F0502020204030204" pitchFamily="34" charset="0"/>
                <a:cs typeface="Calibri" panose="020F0502020204030204" pitchFamily="34" charset="0"/>
              </a:rPr>
              <a:t>7</a:t>
            </a:r>
            <a:r>
              <a:rPr lang="zh-CN" altLang="en-US" b="1" i="0" dirty="0">
                <a:ea typeface="KaiTi" panose="02010609060101010101" pitchFamily="49" charset="-122"/>
                <a:cs typeface="Calibri" panose="020F0502020204030204" pitchFamily="34" charset="0"/>
              </a:rPr>
              <a:t>月</a:t>
            </a:r>
            <a:r>
              <a:rPr lang="zh-CN" altLang="en-US" b="0" i="0" dirty="0">
                <a:ea typeface="KaiTi" panose="02010609060101010101" pitchFamily="49" charset="-122"/>
                <a:cs typeface="Calibri" panose="020F0502020204030204" pitchFamily="34" charset="0"/>
              </a:rPr>
              <a:t>啟動</a:t>
            </a:r>
            <a:r>
              <a:rPr lang="zh-CN" altLang="en-US" i="0" dirty="0">
                <a:ea typeface="KaiTi" panose="02010609060101010101" pitchFamily="49" charset="-122"/>
                <a:cs typeface="Calibri" panose="020F0502020204030204" pitchFamily="34" charset="0"/>
              </a:rPr>
              <a:t>上市</a:t>
            </a:r>
            <a:r>
              <a:rPr lang="zh-TW" altLang="en-US" b="0" i="0" dirty="0">
                <a:ea typeface="KaiTi" panose="02010609060101010101" pitchFamily="49" charset="-122"/>
                <a:cs typeface="Calibri" panose="020F0502020204030204" pitchFamily="34" charset="0"/>
              </a:rPr>
              <a:t>項目</a:t>
            </a:r>
            <a:endParaRPr lang="en-US" altLang="zh-CN" b="0" i="0" dirty="0">
              <a:ea typeface="Calibri" panose="020F0502020204030204" pitchFamily="34" charset="0"/>
              <a:cs typeface="Calibri" panose="020F0502020204030204" pitchFamily="34" charset="0"/>
            </a:endParaRPr>
          </a:p>
          <a:p>
            <a:pPr marL="285750" indent="-285750" algn="l">
              <a:spcBef>
                <a:spcPts val="0"/>
              </a:spcBef>
              <a:spcAft>
                <a:spcPts val="600"/>
              </a:spcAft>
              <a:buFontTx/>
              <a:buChar char="-"/>
            </a:pPr>
            <a:r>
              <a:rPr lang="en-US" altLang="zh-CN" b="1" i="0" dirty="0">
                <a:ea typeface="Calibri" panose="020F0502020204030204" pitchFamily="34" charset="0"/>
                <a:cs typeface="Calibri" panose="020F0502020204030204" pitchFamily="34" charset="0"/>
              </a:rPr>
              <a:t>2025</a:t>
            </a:r>
            <a:r>
              <a:rPr lang="zh-CN" altLang="en-US" b="1" i="0" dirty="0">
                <a:ea typeface="KaiTi" panose="02010609060101010101" pitchFamily="49" charset="-122"/>
                <a:cs typeface="Calibri" panose="020F0502020204030204" pitchFamily="34" charset="0"/>
              </a:rPr>
              <a:t>年</a:t>
            </a:r>
            <a:r>
              <a:rPr lang="en-US" altLang="zh-CN" b="1" i="0" dirty="0">
                <a:ea typeface="Calibri" panose="020F0502020204030204" pitchFamily="34" charset="0"/>
                <a:cs typeface="Calibri" panose="020F0502020204030204" pitchFamily="34" charset="0"/>
              </a:rPr>
              <a:t>11</a:t>
            </a:r>
            <a:r>
              <a:rPr lang="zh-CN" altLang="en-US" b="1" i="0" dirty="0">
                <a:ea typeface="KaiTi" panose="02010609060101010101" pitchFamily="49" charset="-122"/>
                <a:cs typeface="Calibri" panose="020F0502020204030204" pitchFamily="34" charset="0"/>
              </a:rPr>
              <a:t>月</a:t>
            </a:r>
            <a:r>
              <a:rPr lang="zh-CN" altLang="en-US" b="0" i="0" dirty="0">
                <a:ea typeface="KaiTi" panose="02010609060101010101" pitchFamily="49" charset="-122"/>
                <a:cs typeface="Calibri" panose="020F0502020204030204" pitchFamily="34" charset="0"/>
              </a:rPr>
              <a:t>遞交</a:t>
            </a:r>
            <a:r>
              <a:rPr lang="en-US" altLang="zh-CN" b="0" i="0" dirty="0">
                <a:ea typeface="Calibri" panose="020F0502020204030204" pitchFamily="34" charset="0"/>
                <a:cs typeface="Calibri" panose="020F0502020204030204" pitchFamily="34" charset="0"/>
              </a:rPr>
              <a:t>A1</a:t>
            </a:r>
            <a:r>
              <a:rPr lang="zh-CN" altLang="en-US" b="0" i="0" dirty="0">
                <a:ea typeface="KaiTi" panose="02010609060101010101" pitchFamily="49" charset="-122"/>
                <a:cs typeface="Calibri" panose="020F0502020204030204" pitchFamily="34" charset="0"/>
              </a:rPr>
              <a:t>上市申請</a:t>
            </a:r>
            <a:r>
              <a:rPr lang="en-US" altLang="zh-CN" i="0" dirty="0">
                <a:ea typeface="Calibri" panose="020F0502020204030204" pitchFamily="34" charset="0"/>
                <a:cs typeface="Calibri" panose="020F0502020204030204" pitchFamily="34" charset="0"/>
              </a:rPr>
              <a:t> (</a:t>
            </a:r>
            <a:r>
              <a:rPr lang="zh-CN" altLang="en-US" i="0" dirty="0">
                <a:ea typeface="KaiTi" panose="02010609060101010101" pitchFamily="49" charset="-122"/>
                <a:cs typeface="Calibri" panose="020F0502020204030204" pitchFamily="34" charset="0"/>
              </a:rPr>
              <a:t>以</a:t>
            </a:r>
            <a:r>
              <a:rPr lang="en-US" altLang="zh-TW" i="0" dirty="0">
                <a:ea typeface="Calibri" panose="020F0502020204030204" pitchFamily="34" charset="0"/>
                <a:cs typeface="Calibri" panose="020F0502020204030204" pitchFamily="34" charset="0"/>
              </a:rPr>
              <a:t>2022/23</a:t>
            </a:r>
            <a:r>
              <a:rPr lang="zh-CN" altLang="en-US" i="0" dirty="0">
                <a:ea typeface="KaiTi" panose="02010609060101010101" pitchFamily="49" charset="-122"/>
                <a:cs typeface="Calibri" panose="020F0502020204030204" pitchFamily="34" charset="0"/>
              </a:rPr>
              <a:t>、</a:t>
            </a:r>
            <a:r>
              <a:rPr lang="en-US" altLang="zh-CN" i="0" dirty="0">
                <a:ea typeface="Calibri" panose="020F0502020204030204" pitchFamily="34" charset="0"/>
                <a:cs typeface="Calibri" panose="020F0502020204030204" pitchFamily="34" charset="0"/>
              </a:rPr>
              <a:t>2023/24</a:t>
            </a:r>
            <a:r>
              <a:rPr lang="zh-CN" altLang="en-US" i="0" dirty="0">
                <a:ea typeface="KaiTi" panose="02010609060101010101" pitchFamily="49" charset="-122"/>
                <a:cs typeface="Calibri" panose="020F0502020204030204" pitchFamily="34" charset="0"/>
              </a:rPr>
              <a:t>及</a:t>
            </a:r>
            <a:r>
              <a:rPr lang="en-US" altLang="zh-TW" i="0" dirty="0">
                <a:ea typeface="Calibri" panose="020F0502020204030204" pitchFamily="34" charset="0"/>
                <a:cs typeface="Calibri" panose="020F0502020204030204" pitchFamily="34" charset="0"/>
              </a:rPr>
              <a:t>2024/25</a:t>
            </a:r>
            <a:r>
              <a:rPr lang="zh-CN" altLang="en-US" i="0" dirty="0">
                <a:ea typeface="KaiTi" panose="02010609060101010101" pitchFamily="49" charset="-122"/>
                <a:cs typeface="Calibri" panose="020F0502020204030204" pitchFamily="34" charset="0"/>
              </a:rPr>
              <a:t>三個財政年度以</a:t>
            </a:r>
            <a:r>
              <a:rPr lang="zh-TW" altLang="en-US" i="0" dirty="0">
                <a:ea typeface="KaiTi" panose="02010609060101010101" pitchFamily="49" charset="-122"/>
                <a:cs typeface="Calibri" panose="020F0502020204030204" pitchFamily="34" charset="0"/>
              </a:rPr>
              <a:t>及</a:t>
            </a:r>
            <a:r>
              <a:rPr lang="en-US" altLang="zh-TW" i="0" dirty="0">
                <a:ea typeface="Calibri" panose="020F0502020204030204" pitchFamily="34" charset="0"/>
                <a:cs typeface="Calibri" panose="020F0502020204030204" pitchFamily="34" charset="0"/>
              </a:rPr>
              <a:t>2025/26</a:t>
            </a:r>
            <a:r>
              <a:rPr lang="zh-CN" altLang="en-US" i="0" dirty="0">
                <a:ea typeface="KaiTi" panose="02010609060101010101" pitchFamily="49" charset="-122"/>
                <a:cs typeface="Calibri" panose="020F0502020204030204" pitchFamily="34" charset="0"/>
              </a:rPr>
              <a:t>財政年度</a:t>
            </a:r>
            <a:r>
              <a:rPr lang="zh-TW" altLang="en-US" i="0" dirty="0">
                <a:ea typeface="KaiTi" panose="02010609060101010101" pitchFamily="49" charset="-122"/>
                <a:cs typeface="Calibri" panose="020F0502020204030204" pitchFamily="34" charset="0"/>
              </a:rPr>
              <a:t>首</a:t>
            </a:r>
            <a:r>
              <a:rPr lang="en-US" altLang="zh-TW" i="0" dirty="0">
                <a:ea typeface="Calibri" panose="020F0502020204030204" pitchFamily="34" charset="0"/>
                <a:cs typeface="Calibri" panose="020F0502020204030204" pitchFamily="34" charset="0"/>
              </a:rPr>
              <a:t>3</a:t>
            </a:r>
            <a:r>
              <a:rPr lang="zh-TW" altLang="en-US" i="0" dirty="0">
                <a:ea typeface="KaiTi" panose="02010609060101010101" pitchFamily="49" charset="-122"/>
                <a:cs typeface="Calibri" panose="020F0502020204030204" pitchFamily="34" charset="0"/>
              </a:rPr>
              <a:t>個月的</a:t>
            </a:r>
            <a:r>
              <a:rPr lang="zh-CN" altLang="en-US" i="0" dirty="0">
                <a:ea typeface="KaiTi" panose="02010609060101010101" pitchFamily="49" charset="-122"/>
                <a:cs typeface="Calibri" panose="020F0502020204030204" pitchFamily="34" charset="0"/>
              </a:rPr>
              <a:t>經審計</a:t>
            </a:r>
            <a:r>
              <a:rPr lang="zh-TW" altLang="en-US" i="0" dirty="0">
                <a:ea typeface="KaiTi" panose="02010609060101010101" pitchFamily="49" charset="-122"/>
                <a:cs typeface="Calibri" panose="020F0502020204030204" pitchFamily="34" charset="0"/>
              </a:rPr>
              <a:t>財務數據</a:t>
            </a:r>
            <a:r>
              <a:rPr lang="en-US" altLang="zh-CN" i="0" dirty="0">
                <a:ea typeface="Calibri" panose="020F0502020204030204" pitchFamily="34" charset="0"/>
                <a:cs typeface="Calibri" panose="020F0502020204030204" pitchFamily="34" charset="0"/>
              </a:rPr>
              <a:t>)</a:t>
            </a:r>
            <a:endParaRPr lang="en-US" altLang="zh-CN" b="0" i="0" dirty="0">
              <a:ea typeface="Calibri" panose="020F0502020204030204" pitchFamily="34" charset="0"/>
              <a:cs typeface="Calibri" panose="020F0502020204030204" pitchFamily="34" charset="0"/>
            </a:endParaRPr>
          </a:p>
          <a:p>
            <a:pPr marL="285750" indent="-285750" algn="l">
              <a:spcBef>
                <a:spcPts val="0"/>
              </a:spcBef>
              <a:spcAft>
                <a:spcPts val="600"/>
              </a:spcAft>
              <a:buFontTx/>
              <a:buChar char="-"/>
            </a:pPr>
            <a:r>
              <a:rPr lang="en-US" altLang="zh-CN" b="1" i="0" dirty="0">
                <a:ea typeface="Calibri" panose="020F0502020204030204" pitchFamily="34" charset="0"/>
                <a:cs typeface="Calibri" panose="020F0502020204030204" pitchFamily="34" charset="0"/>
              </a:rPr>
              <a:t>2026</a:t>
            </a:r>
            <a:r>
              <a:rPr lang="zh-CN" altLang="en-US" b="1" i="0" dirty="0">
                <a:ea typeface="KaiTi" panose="02010609060101010101" pitchFamily="49" charset="-122"/>
                <a:cs typeface="Calibri" panose="020F0502020204030204" pitchFamily="34" charset="0"/>
              </a:rPr>
              <a:t>年</a:t>
            </a:r>
            <a:r>
              <a:rPr lang="en-US" altLang="zh-CN" b="1" i="0" dirty="0">
                <a:ea typeface="Calibri" panose="020F0502020204030204" pitchFamily="34" charset="0"/>
                <a:cs typeface="Calibri" panose="020F0502020204030204" pitchFamily="34" charset="0"/>
              </a:rPr>
              <a:t>4</a:t>
            </a:r>
            <a:r>
              <a:rPr lang="zh-CN" altLang="en-US" b="1" i="0" dirty="0">
                <a:ea typeface="KaiTi" panose="02010609060101010101" pitchFamily="49" charset="-122"/>
                <a:cs typeface="Calibri" panose="020F0502020204030204" pitchFamily="34" charset="0"/>
              </a:rPr>
              <a:t>月</a:t>
            </a:r>
            <a:r>
              <a:rPr lang="zh-CN" altLang="en-US" b="0" i="0" dirty="0">
                <a:ea typeface="KaiTi" panose="02010609060101010101" pitchFamily="49" charset="-122"/>
                <a:cs typeface="Calibri" panose="020F0502020204030204" pitchFamily="34" charset="0"/>
              </a:rPr>
              <a:t>通過上市聆訊</a:t>
            </a:r>
            <a:endParaRPr lang="en-US" altLang="zh-CN" b="0" i="0" dirty="0">
              <a:ea typeface="Calibri" panose="020F0502020204030204" pitchFamily="34" charset="0"/>
              <a:cs typeface="Calibri" panose="020F0502020204030204" pitchFamily="34" charset="0"/>
            </a:endParaRPr>
          </a:p>
          <a:p>
            <a:pPr marL="285750" indent="-285750" algn="l">
              <a:spcBef>
                <a:spcPts val="0"/>
              </a:spcBef>
              <a:spcAft>
                <a:spcPts val="600"/>
              </a:spcAft>
              <a:buFontTx/>
              <a:buChar char="-"/>
            </a:pPr>
            <a:r>
              <a:rPr lang="en-US" altLang="zh-CN" b="1" i="0" dirty="0">
                <a:ea typeface="Calibri" panose="020F0502020204030204" pitchFamily="34" charset="0"/>
                <a:cs typeface="Calibri" panose="020F0502020204030204" pitchFamily="34" charset="0"/>
              </a:rPr>
              <a:t>2026</a:t>
            </a:r>
            <a:r>
              <a:rPr lang="zh-CN" altLang="en-US" b="1" i="0" dirty="0">
                <a:ea typeface="KaiTi" panose="02010609060101010101" pitchFamily="49" charset="-122"/>
                <a:cs typeface="Calibri" panose="020F0502020204030204" pitchFamily="34" charset="0"/>
              </a:rPr>
              <a:t>年</a:t>
            </a:r>
            <a:r>
              <a:rPr lang="en-US" altLang="zh-CN" b="1" i="0" dirty="0">
                <a:ea typeface="Calibri" panose="020F0502020204030204" pitchFamily="34" charset="0"/>
                <a:cs typeface="Calibri" panose="020F0502020204030204" pitchFamily="34" charset="0"/>
              </a:rPr>
              <a:t>5</a:t>
            </a:r>
            <a:r>
              <a:rPr lang="zh-CN" altLang="en-US" b="1" i="0" dirty="0">
                <a:ea typeface="KaiTi" panose="02010609060101010101" pitchFamily="49" charset="-122"/>
                <a:cs typeface="Calibri" panose="020F0502020204030204" pitchFamily="34" charset="0"/>
              </a:rPr>
              <a:t>月</a:t>
            </a:r>
            <a:r>
              <a:rPr lang="zh-CN" altLang="en-US" b="0" i="0" dirty="0">
                <a:ea typeface="KaiTi" panose="02010609060101010101" pitchFamily="49" charset="-122"/>
                <a:cs typeface="Calibri" panose="020F0502020204030204" pitchFamily="34" charset="0"/>
              </a:rPr>
              <a:t>完成上市</a:t>
            </a:r>
            <a:endParaRPr lang="en-US" b="0" i="0" dirty="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FF93B29A-FFD7-CEF9-D3CE-ABDED13F30F4}"/>
              </a:ext>
            </a:extLst>
          </p:cNvPr>
          <p:cNvSpPr txBox="1"/>
          <p:nvPr/>
        </p:nvSpPr>
        <p:spPr>
          <a:xfrm>
            <a:off x="1744284" y="5041933"/>
            <a:ext cx="1075692" cy="276999"/>
          </a:xfrm>
          <a:prstGeom prst="rect">
            <a:avLst/>
          </a:prstGeom>
          <a:solidFill>
            <a:srgbClr val="E59B9D">
              <a:lumMod val="20000"/>
              <a:lumOff val="80000"/>
            </a:srgbClr>
          </a:solidFill>
        </p:spPr>
        <p:txBody>
          <a:bodyPr wrap="square" rtlCol="0">
            <a:spAutoFit/>
          </a:bodyPr>
          <a:lstStyle/>
          <a:p>
            <a:pPr marL="0" marR="0" lvl="0" indent="0" defTabSz="914400" eaLnBrk="1" fontAlgn="auto" latinLnBrk="0" hangingPunct="1">
              <a:lnSpc>
                <a:spcPct val="100000"/>
              </a:lnSpc>
              <a:spcBef>
                <a:spcPct val="0"/>
              </a:spcBef>
              <a:spcAft>
                <a:spcPct val="200000"/>
              </a:spcAft>
              <a:buClr>
                <a:srgbClr val="BE050A"/>
              </a:buClr>
              <a:buSzTx/>
              <a:buFont typeface="Wingdings" pitchFamily="2" charset="2"/>
              <a:buNone/>
              <a:tabLst/>
              <a:defRPr/>
            </a:pPr>
            <a:r>
              <a:rPr kumimoji="0" lang="en-US" altLang="zh-TW" sz="1200" b="1" i="0" u="none" strike="noStrike" kern="0" cap="none" spc="-20" normalizeH="0" baseline="0" noProof="0" dirty="0">
                <a:ln>
                  <a:noFill/>
                </a:ln>
                <a:solidFill>
                  <a:srgbClr val="000000"/>
                </a:solidFill>
                <a:effectLst/>
                <a:uLnTx/>
                <a:uFillTx/>
                <a:ea typeface="Calibri" panose="020F0502020204030204" pitchFamily="34" charset="0"/>
                <a:cs typeface="Calibri" panose="020F0502020204030204" pitchFamily="34" charset="0"/>
              </a:rPr>
              <a:t>2025</a:t>
            </a:r>
            <a:r>
              <a:rPr kumimoji="0" lang="zh-CN" altLang="en-US" sz="1200" b="1" i="0" u="none" strike="noStrike" kern="0" cap="none" spc="-20" normalizeH="0" baseline="0" noProof="0" dirty="0">
                <a:ln>
                  <a:noFill/>
                </a:ln>
                <a:solidFill>
                  <a:srgbClr val="000000"/>
                </a:solidFill>
                <a:effectLst/>
                <a:uLnTx/>
                <a:uFillTx/>
                <a:ea typeface="KaiTi" panose="02010609060101010101" pitchFamily="49" charset="-122"/>
                <a:cs typeface="Calibri" panose="020F0502020204030204" pitchFamily="34" charset="0"/>
              </a:rPr>
              <a:t>年</a:t>
            </a:r>
            <a:r>
              <a:rPr kumimoji="0" lang="en-US" altLang="zh-TW" sz="1200" b="1" i="0" u="none" strike="noStrike" kern="0" cap="none" spc="-20" normalizeH="0" baseline="0" noProof="0" dirty="0">
                <a:ln>
                  <a:noFill/>
                </a:ln>
                <a:solidFill>
                  <a:srgbClr val="000000"/>
                </a:solidFill>
                <a:effectLst/>
                <a:uLnTx/>
                <a:uFillTx/>
                <a:ea typeface="Calibri" panose="020F0502020204030204" pitchFamily="34" charset="0"/>
                <a:cs typeface="Calibri" panose="020F0502020204030204" pitchFamily="34" charset="0"/>
              </a:rPr>
              <a:t>8-9</a:t>
            </a:r>
            <a:r>
              <a:rPr kumimoji="0" lang="zh-CN" altLang="en-US" sz="1200" b="1" i="0" u="none" strike="noStrike" kern="0" cap="none" spc="-20" normalizeH="0" baseline="0" noProof="0" dirty="0">
                <a:ln>
                  <a:noFill/>
                </a:ln>
                <a:solidFill>
                  <a:srgbClr val="000000"/>
                </a:solidFill>
                <a:effectLst/>
                <a:uLnTx/>
                <a:uFillTx/>
                <a:ea typeface="KaiTi" panose="02010609060101010101" pitchFamily="49" charset="-122"/>
                <a:cs typeface="Calibri" panose="020F0502020204030204" pitchFamily="34" charset="0"/>
              </a:rPr>
              <a:t>月</a:t>
            </a:r>
            <a:endParaRPr kumimoji="0" lang="en-US" sz="1200" b="1" i="0" u="none" strike="noStrike" kern="0" cap="none" spc="-20" normalizeH="0" baseline="0" noProof="0" dirty="0">
              <a:ln>
                <a:noFill/>
              </a:ln>
              <a:solidFill>
                <a:srgbClr val="000000"/>
              </a:solidFill>
              <a:effectLst/>
              <a:uLnTx/>
              <a:uFillTx/>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AFC5122-40ED-EF96-8D0E-EB9189A26DAB}"/>
              </a:ext>
            </a:extLst>
          </p:cNvPr>
          <p:cNvSpPr txBox="1"/>
          <p:nvPr/>
        </p:nvSpPr>
        <p:spPr>
          <a:xfrm>
            <a:off x="2947703" y="4757204"/>
            <a:ext cx="5053687" cy="900246"/>
          </a:xfrm>
          <a:prstGeom prst="rect">
            <a:avLst/>
          </a:prstGeom>
          <a:noFill/>
        </p:spPr>
        <p:txBody>
          <a:bodyPr wrap="square" rtlCol="0">
            <a:spAutoFit/>
          </a:bodyPr>
          <a:lstStyle/>
          <a:p>
            <a:pPr marL="332740" indent="-170180" defTabSz="914303" eaLnBrk="1" fontAlgn="auto" hangingPunct="1">
              <a:spcBef>
                <a:spcPts val="0"/>
              </a:spcBef>
              <a:spcAft>
                <a:spcPts val="0"/>
              </a:spcAft>
              <a:buClr>
                <a:srgbClr val="96999B"/>
              </a:buClr>
              <a:buFont typeface="Symbol"/>
              <a:buChar char=""/>
              <a:tabLst>
                <a:tab pos="333375" algn="l"/>
              </a:tabLst>
              <a:defRPr/>
            </a:pPr>
            <a:r>
              <a:rPr lang="zh-TW" altLang="en-US" sz="1050" b="0" i="0" dirty="0">
                <a:solidFill>
                  <a:srgbClr val="000000"/>
                </a:solidFill>
                <a:ea typeface="KaiTi" panose="02010609060101010101" pitchFamily="49" charset="-122"/>
                <a:cs typeface="Calibri" panose="020F0502020204030204" pitchFamily="34" charset="0"/>
              </a:rPr>
              <a:t>展開業務、法律、財務、資產、</a:t>
            </a:r>
            <a:r>
              <a:rPr lang="zh-CN" altLang="en-US" sz="1050" b="0" i="0" dirty="0">
                <a:solidFill>
                  <a:srgbClr val="000000"/>
                </a:solidFill>
                <a:ea typeface="KaiTi" panose="02010609060101010101" pitchFamily="49" charset="-122"/>
                <a:cs typeface="Calibri" panose="020F0502020204030204" pitchFamily="34" charset="0"/>
              </a:rPr>
              <a:t>關連</a:t>
            </a:r>
            <a:r>
              <a:rPr lang="zh-TW" altLang="en-US" sz="1050" b="0" i="0" dirty="0">
                <a:solidFill>
                  <a:srgbClr val="000000"/>
                </a:solidFill>
                <a:ea typeface="KaiTi" panose="02010609060101010101" pitchFamily="49" charset="-122"/>
                <a:cs typeface="Calibri" panose="020F0502020204030204" pitchFamily="34" charset="0"/>
              </a:rPr>
              <a:t>交易等盡調（包括實地考察</a:t>
            </a:r>
            <a:r>
              <a:rPr lang="en-US" altLang="zh-TW" sz="1050" b="0" i="0" dirty="0">
                <a:solidFill>
                  <a:srgbClr val="000000"/>
                </a:solidFill>
                <a:ea typeface="Calibri" panose="020F0502020204030204" pitchFamily="34" charset="0"/>
                <a:cs typeface="Calibri" panose="020F0502020204030204" pitchFamily="34" charset="0"/>
              </a:rPr>
              <a:t>)</a:t>
            </a:r>
          </a:p>
          <a:p>
            <a:pPr marL="332740" indent="-170180" defTabSz="914303" eaLnBrk="1" fontAlgn="auto" hangingPunct="1">
              <a:spcBef>
                <a:spcPts val="0"/>
              </a:spcBef>
              <a:spcAft>
                <a:spcPts val="0"/>
              </a:spcAft>
              <a:buClr>
                <a:srgbClr val="96999B"/>
              </a:buClr>
              <a:buFont typeface="Symbol"/>
              <a:buChar char=""/>
              <a:tabLst>
                <a:tab pos="333375" algn="l"/>
              </a:tabLst>
              <a:defRPr/>
            </a:pPr>
            <a:r>
              <a:rPr lang="zh-TW" altLang="en-US" sz="1050" b="0" i="0" dirty="0">
                <a:solidFill>
                  <a:srgbClr val="000000"/>
                </a:solidFill>
                <a:ea typeface="KaiTi" panose="02010609060101010101" pitchFamily="49" charset="-122"/>
                <a:cs typeface="Calibri" panose="020F0502020204030204" pitchFamily="34" charset="0"/>
              </a:rPr>
              <a:t>展開第三方盡調工作</a:t>
            </a:r>
            <a:endParaRPr lang="en-US" altLang="zh-TW" sz="1050" b="0" i="0" dirty="0">
              <a:solidFill>
                <a:srgbClr val="000000"/>
              </a:solidFill>
              <a:ea typeface="Calibri" panose="020F0502020204030204" pitchFamily="34" charset="0"/>
              <a:cs typeface="Calibri" panose="020F0502020204030204" pitchFamily="34" charset="0"/>
            </a:endParaRPr>
          </a:p>
          <a:p>
            <a:pPr marL="332740" indent="-170180" defTabSz="914303" eaLnBrk="1" fontAlgn="auto" hangingPunct="1">
              <a:spcBef>
                <a:spcPts val="0"/>
              </a:spcBef>
              <a:spcAft>
                <a:spcPts val="0"/>
              </a:spcAft>
              <a:buClr>
                <a:srgbClr val="96999B"/>
              </a:buClr>
              <a:buFont typeface="Symbol"/>
              <a:buChar char=""/>
              <a:tabLst>
                <a:tab pos="333375" algn="l"/>
              </a:tabLst>
              <a:defRPr/>
            </a:pPr>
            <a:r>
              <a:rPr lang="zh-CN" altLang="en-US" sz="1050" i="0" dirty="0">
                <a:solidFill>
                  <a:srgbClr val="000000"/>
                </a:solidFill>
                <a:ea typeface="KaiTi" panose="02010609060101010101" pitchFamily="49" charset="-122"/>
                <a:cs typeface="Calibri" panose="020F0502020204030204" pitchFamily="34" charset="0"/>
              </a:rPr>
              <a:t>展開</a:t>
            </a:r>
            <a:r>
              <a:rPr lang="zh-TW" altLang="en-US" sz="1050" b="0" i="0" dirty="0">
                <a:solidFill>
                  <a:srgbClr val="000000"/>
                </a:solidFill>
                <a:ea typeface="KaiTi" panose="02010609060101010101" pitchFamily="49" charset="-122"/>
                <a:cs typeface="Calibri" panose="020F0502020204030204" pitchFamily="34" charset="0"/>
              </a:rPr>
              <a:t>背景調查、內控工作</a:t>
            </a:r>
            <a:r>
              <a:rPr lang="zh-CN" altLang="en-US" sz="1050" b="0" i="0" dirty="0">
                <a:solidFill>
                  <a:srgbClr val="000000"/>
                </a:solidFill>
                <a:ea typeface="KaiTi" panose="02010609060101010101" pitchFamily="49" charset="-122"/>
                <a:cs typeface="Calibri" panose="020F0502020204030204" pitchFamily="34" charset="0"/>
              </a:rPr>
              <a:t>及</a:t>
            </a:r>
            <a:r>
              <a:rPr lang="zh-TW" altLang="en-US" sz="1050" b="0" i="0" dirty="0">
                <a:solidFill>
                  <a:srgbClr val="000000"/>
                </a:solidFill>
                <a:ea typeface="KaiTi" panose="02010609060101010101" pitchFamily="49" charset="-122"/>
                <a:cs typeface="Calibri" panose="020F0502020204030204" pitchFamily="34" charset="0"/>
              </a:rPr>
              <a:t>行業報告</a:t>
            </a:r>
            <a:r>
              <a:rPr lang="zh-CN" altLang="en-US" sz="1050" b="0" i="0" dirty="0">
                <a:solidFill>
                  <a:srgbClr val="000000"/>
                </a:solidFill>
                <a:ea typeface="KaiTi" panose="02010609060101010101" pitchFamily="49" charset="-122"/>
                <a:cs typeface="Calibri" panose="020F0502020204030204" pitchFamily="34" charset="0"/>
              </a:rPr>
              <a:t>撰寫</a:t>
            </a:r>
            <a:endParaRPr lang="en-US" altLang="zh-TW" sz="1050" b="0" i="0" dirty="0">
              <a:solidFill>
                <a:srgbClr val="000000"/>
              </a:solidFill>
              <a:ea typeface="Calibri" panose="020F0502020204030204" pitchFamily="34" charset="0"/>
              <a:cs typeface="Calibri" panose="020F0502020204030204" pitchFamily="34" charset="0"/>
            </a:endParaRPr>
          </a:p>
          <a:p>
            <a:pPr marL="332740" indent="-170180" algn="l" defTabSz="914303" eaLnBrk="1" fontAlgn="auto" hangingPunct="1">
              <a:spcBef>
                <a:spcPts val="0"/>
              </a:spcBef>
              <a:spcAft>
                <a:spcPts val="0"/>
              </a:spcAft>
              <a:buClr>
                <a:srgbClr val="96999B"/>
              </a:buClr>
              <a:buFont typeface="Symbol"/>
              <a:buChar char=""/>
              <a:tabLst>
                <a:tab pos="333375" algn="l"/>
              </a:tabLst>
              <a:defRPr/>
            </a:pPr>
            <a:r>
              <a:rPr lang="zh-TW" altLang="en-US" sz="1050" b="0" i="0" dirty="0">
                <a:solidFill>
                  <a:srgbClr val="000000"/>
                </a:solidFill>
                <a:ea typeface="KaiTi" panose="02010609060101010101" pitchFamily="49" charset="-122"/>
                <a:cs typeface="Calibri" panose="020F0502020204030204" pitchFamily="34" charset="0"/>
              </a:rPr>
              <a:t>開始準備盈利和現金流預測及財務模型</a:t>
            </a:r>
            <a:endParaRPr lang="en-US" altLang="zh-TW" sz="1050" b="0" i="0" dirty="0">
              <a:solidFill>
                <a:srgbClr val="000000"/>
              </a:solidFill>
              <a:ea typeface="Calibri" panose="020F0502020204030204" pitchFamily="34" charset="0"/>
              <a:cs typeface="Calibri" panose="020F0502020204030204" pitchFamily="34" charset="0"/>
            </a:endParaRPr>
          </a:p>
          <a:p>
            <a:pPr marL="332740" indent="-170180" algn="l" defTabSz="914303" eaLnBrk="1" fontAlgn="auto" hangingPunct="1">
              <a:spcBef>
                <a:spcPts val="0"/>
              </a:spcBef>
              <a:spcAft>
                <a:spcPts val="0"/>
              </a:spcAft>
              <a:buClr>
                <a:srgbClr val="96999B"/>
              </a:buClr>
              <a:buFont typeface="Symbol"/>
              <a:buChar char=""/>
              <a:tabLst>
                <a:tab pos="333375" algn="l"/>
              </a:tabLst>
              <a:defRPr/>
            </a:pPr>
            <a:r>
              <a:rPr lang="zh-TW" altLang="en-US" sz="1050" b="0" i="0" dirty="0">
                <a:solidFill>
                  <a:srgbClr val="000000"/>
                </a:solidFill>
                <a:ea typeface="KaiTi" panose="02010609060101010101" pitchFamily="49" charset="-122"/>
                <a:cs typeface="Calibri" panose="020F0502020204030204" pitchFamily="34" charset="0"/>
              </a:rPr>
              <a:t>開始起草招股書</a:t>
            </a:r>
            <a:endParaRPr lang="en-US" altLang="zh-TW" sz="1050" b="0" i="0" dirty="0">
              <a:solidFill>
                <a:srgbClr val="000000"/>
              </a:solidFill>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5B99434D-B9D5-D9F4-8B4E-7A59DCDE5DBC}"/>
              </a:ext>
            </a:extLst>
          </p:cNvPr>
          <p:cNvSpPr txBox="1"/>
          <p:nvPr/>
        </p:nvSpPr>
        <p:spPr>
          <a:xfrm>
            <a:off x="3463505" y="2610086"/>
            <a:ext cx="1057860" cy="276999"/>
          </a:xfrm>
          <a:prstGeom prst="rect">
            <a:avLst/>
          </a:prstGeom>
          <a:solidFill>
            <a:srgbClr val="E59B9D">
              <a:lumMod val="20000"/>
              <a:lumOff val="80000"/>
            </a:srgbClr>
          </a:solidFill>
        </p:spPr>
        <p:txBody>
          <a:bodyPr wrap="square" rtlCol="0">
            <a:spAutoFit/>
          </a:bodyPr>
          <a:lstStyle/>
          <a:p>
            <a:pPr marL="0" marR="0" lvl="0" indent="0" defTabSz="914400" eaLnBrk="1" fontAlgn="auto" latinLnBrk="0" hangingPunct="1">
              <a:lnSpc>
                <a:spcPct val="100000"/>
              </a:lnSpc>
              <a:spcBef>
                <a:spcPct val="0"/>
              </a:spcBef>
              <a:spcAft>
                <a:spcPct val="200000"/>
              </a:spcAft>
              <a:buClr>
                <a:srgbClr val="BE050A"/>
              </a:buClr>
              <a:buSzTx/>
              <a:buFont typeface="Wingdings" pitchFamily="2" charset="2"/>
              <a:buNone/>
              <a:tabLst/>
              <a:defRPr/>
            </a:pPr>
            <a:r>
              <a:rPr kumimoji="0" lang="en-US" altLang="zh-TW" sz="1200" b="1" i="0" u="none" strike="noStrike" kern="0" cap="none" spc="-20" normalizeH="0" baseline="0" noProof="0" dirty="0">
                <a:ln>
                  <a:noFill/>
                </a:ln>
                <a:solidFill>
                  <a:srgbClr val="000000"/>
                </a:solidFill>
                <a:effectLst/>
                <a:uLnTx/>
                <a:uFillTx/>
                <a:ea typeface="Calibri" panose="020F0502020204030204" pitchFamily="34" charset="0"/>
                <a:cs typeface="Calibri" panose="020F0502020204030204" pitchFamily="34" charset="0"/>
              </a:rPr>
              <a:t>2026</a:t>
            </a:r>
            <a:r>
              <a:rPr kumimoji="0" lang="zh-CN" altLang="en-US" sz="1200" b="1" i="0" u="none" strike="noStrike" kern="0" cap="none" spc="-20" normalizeH="0" baseline="0" noProof="0" dirty="0">
                <a:ln>
                  <a:noFill/>
                </a:ln>
                <a:solidFill>
                  <a:srgbClr val="000000"/>
                </a:solidFill>
                <a:effectLst/>
                <a:uLnTx/>
                <a:uFillTx/>
                <a:ea typeface="KaiTi" panose="02010609060101010101" pitchFamily="49" charset="-122"/>
                <a:cs typeface="Calibri" panose="020F0502020204030204" pitchFamily="34" charset="0"/>
              </a:rPr>
              <a:t>年</a:t>
            </a:r>
            <a:r>
              <a:rPr kumimoji="0" lang="en-US" altLang="zh-CN" sz="1200" b="1" i="0" u="none" strike="noStrike" kern="0" cap="none" spc="-20" normalizeH="0" baseline="0" noProof="0" dirty="0">
                <a:ln>
                  <a:noFill/>
                </a:ln>
                <a:solidFill>
                  <a:srgbClr val="000000"/>
                </a:solidFill>
                <a:effectLst/>
                <a:uLnTx/>
                <a:uFillTx/>
                <a:ea typeface="Calibri" panose="020F0502020204030204" pitchFamily="34" charset="0"/>
                <a:cs typeface="Calibri" panose="020F0502020204030204" pitchFamily="34" charset="0"/>
              </a:rPr>
              <a:t>2</a:t>
            </a:r>
            <a:r>
              <a:rPr kumimoji="0" lang="zh-CN" altLang="en-US" sz="1200" b="1" i="0" u="none" strike="noStrike" kern="0" cap="none" spc="-20" normalizeH="0" baseline="0" noProof="0" dirty="0">
                <a:ln>
                  <a:noFill/>
                </a:ln>
                <a:solidFill>
                  <a:srgbClr val="000000"/>
                </a:solidFill>
                <a:effectLst/>
                <a:uLnTx/>
                <a:uFillTx/>
                <a:ea typeface="KaiTi" panose="02010609060101010101" pitchFamily="49" charset="-122"/>
                <a:cs typeface="Calibri" panose="020F0502020204030204" pitchFamily="34" charset="0"/>
              </a:rPr>
              <a:t>月</a:t>
            </a:r>
            <a:endParaRPr kumimoji="0" lang="en-US" sz="1200" b="1" i="0" u="none" strike="noStrike" kern="0" cap="none" spc="-20" normalizeH="0" baseline="0" noProof="0" dirty="0">
              <a:ln>
                <a:noFill/>
              </a:ln>
              <a:solidFill>
                <a:srgbClr val="000000"/>
              </a:solidFill>
              <a:effectLst/>
              <a:uLnTx/>
              <a:uFillTx/>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CF9BED9E-C6DD-8999-138F-73FA8B874CEA}"/>
              </a:ext>
            </a:extLst>
          </p:cNvPr>
          <p:cNvSpPr txBox="1"/>
          <p:nvPr/>
        </p:nvSpPr>
        <p:spPr>
          <a:xfrm>
            <a:off x="4333800" y="2469117"/>
            <a:ext cx="3721380" cy="577081"/>
          </a:xfrm>
          <a:prstGeom prst="rect">
            <a:avLst/>
          </a:prstGeom>
          <a:noFill/>
        </p:spPr>
        <p:txBody>
          <a:bodyPr wrap="square" rtlCol="0">
            <a:spAutoFit/>
          </a:bodyPr>
          <a:lstStyle/>
          <a:p>
            <a:pPr marL="332740" indent="-170180" algn="l" defTabSz="914303" eaLnBrk="1" fontAlgn="auto" hangingPunct="1">
              <a:spcBef>
                <a:spcPts val="0"/>
              </a:spcBef>
              <a:spcAft>
                <a:spcPts val="0"/>
              </a:spcAft>
              <a:buClr>
                <a:srgbClr val="96999B"/>
              </a:buClr>
              <a:buFont typeface="Symbol"/>
              <a:buChar char=""/>
              <a:tabLst>
                <a:tab pos="333375" algn="l"/>
              </a:tabLst>
              <a:defRPr/>
            </a:pPr>
            <a:r>
              <a:rPr lang="zh-TW" altLang="en-US" sz="1050" b="0" i="0" dirty="0">
                <a:solidFill>
                  <a:srgbClr val="000000"/>
                </a:solidFill>
                <a:ea typeface="KaiTi" panose="02010609060101010101" pitchFamily="49" charset="-122"/>
                <a:cs typeface="Calibri" panose="020F0502020204030204" pitchFamily="34" charset="0"/>
              </a:rPr>
              <a:t>遞交</a:t>
            </a:r>
            <a:r>
              <a:rPr lang="en-US" altLang="zh-TW" sz="1050" b="0" i="0" dirty="0">
                <a:solidFill>
                  <a:srgbClr val="000000"/>
                </a:solidFill>
                <a:ea typeface="Calibri" panose="020F0502020204030204" pitchFamily="34" charset="0"/>
                <a:cs typeface="Calibri" panose="020F0502020204030204" pitchFamily="34" charset="0"/>
              </a:rPr>
              <a:t>2025/26</a:t>
            </a:r>
            <a:r>
              <a:rPr lang="zh-CN" altLang="en-US" sz="1050" b="0" i="0" dirty="0">
                <a:solidFill>
                  <a:srgbClr val="000000"/>
                </a:solidFill>
                <a:ea typeface="KaiTi" panose="02010609060101010101" pitchFamily="49" charset="-122"/>
                <a:cs typeface="Calibri" panose="020F0502020204030204" pitchFamily="34" charset="0"/>
              </a:rPr>
              <a:t>財</a:t>
            </a:r>
            <a:r>
              <a:rPr lang="zh-TW" altLang="en-US" sz="1050" b="0" i="0" dirty="0">
                <a:solidFill>
                  <a:srgbClr val="000000"/>
                </a:solidFill>
                <a:ea typeface="KaiTi" panose="02010609060101010101" pitchFamily="49" charset="-122"/>
                <a:cs typeface="Calibri" panose="020F0502020204030204" pitchFamily="34" charset="0"/>
              </a:rPr>
              <a:t>年</a:t>
            </a:r>
            <a:r>
              <a:rPr lang="zh-CN" altLang="en-US" sz="1050" i="0" dirty="0">
                <a:solidFill>
                  <a:srgbClr val="000000"/>
                </a:solidFill>
                <a:ea typeface="KaiTi" panose="02010609060101010101" pitchFamily="49" charset="-122"/>
                <a:cs typeface="Calibri" panose="020F0502020204030204" pitchFamily="34" charset="0"/>
              </a:rPr>
              <a:t>首</a:t>
            </a:r>
            <a:r>
              <a:rPr lang="en-US" altLang="zh-CN" sz="1050" i="0" dirty="0">
                <a:solidFill>
                  <a:srgbClr val="000000"/>
                </a:solidFill>
                <a:ea typeface="Calibri" panose="020F0502020204030204" pitchFamily="34" charset="0"/>
                <a:cs typeface="Calibri" panose="020F0502020204030204" pitchFamily="34" charset="0"/>
              </a:rPr>
              <a:t>6</a:t>
            </a:r>
            <a:r>
              <a:rPr lang="zh-CN" altLang="en-US" sz="1050" i="0" dirty="0">
                <a:solidFill>
                  <a:srgbClr val="000000"/>
                </a:solidFill>
                <a:ea typeface="KaiTi" panose="02010609060101010101" pitchFamily="49" charset="-122"/>
                <a:cs typeface="Calibri" panose="020F0502020204030204" pitchFamily="34" charset="0"/>
              </a:rPr>
              <a:t>個月補充</a:t>
            </a:r>
            <a:r>
              <a:rPr lang="zh-TW" altLang="en-US" sz="1050" b="0" i="0" dirty="0">
                <a:solidFill>
                  <a:srgbClr val="000000"/>
                </a:solidFill>
                <a:ea typeface="KaiTi" panose="02010609060101010101" pitchFamily="49" charset="-122"/>
                <a:cs typeface="Calibri" panose="020F0502020204030204" pitchFamily="34" charset="0"/>
              </a:rPr>
              <a:t>財務</a:t>
            </a:r>
            <a:r>
              <a:rPr lang="zh-CN" altLang="en-US" sz="1050" i="0" dirty="0">
                <a:solidFill>
                  <a:srgbClr val="000000"/>
                </a:solidFill>
                <a:ea typeface="KaiTi" panose="02010609060101010101" pitchFamily="49" charset="-122"/>
                <a:cs typeface="Calibri" panose="020F0502020204030204" pitchFamily="34" charset="0"/>
              </a:rPr>
              <a:t>數據及更新版招股書及更新版</a:t>
            </a:r>
            <a:r>
              <a:rPr lang="en-US" altLang="zh-CN" sz="1050" i="0" dirty="0">
                <a:solidFill>
                  <a:srgbClr val="000000"/>
                </a:solidFill>
                <a:ea typeface="KaiTi" panose="02010609060101010101" pitchFamily="49" charset="-122"/>
                <a:cs typeface="Calibri" panose="020F0502020204030204" pitchFamily="34" charset="0"/>
              </a:rPr>
              <a:t>A1</a:t>
            </a:r>
            <a:r>
              <a:rPr lang="zh-CN" altLang="en-US" sz="1050" i="0" dirty="0">
                <a:solidFill>
                  <a:srgbClr val="000000"/>
                </a:solidFill>
                <a:ea typeface="KaiTi" panose="02010609060101010101" pitchFamily="49" charset="-122"/>
                <a:cs typeface="Calibri" panose="020F0502020204030204" pitchFamily="34" charset="0"/>
              </a:rPr>
              <a:t>文件</a:t>
            </a:r>
            <a:endParaRPr lang="en-US" altLang="zh-CN" sz="1050" i="0" dirty="0">
              <a:solidFill>
                <a:srgbClr val="000000"/>
              </a:solidFill>
              <a:ea typeface="Calibri" panose="020F0502020204030204" pitchFamily="34" charset="0"/>
              <a:cs typeface="Calibri" panose="020F0502020204030204" pitchFamily="34" charset="0"/>
            </a:endParaRPr>
          </a:p>
          <a:p>
            <a:pPr marL="332740" indent="-170180" defTabSz="914303" eaLnBrk="1" fontAlgn="auto" hangingPunct="1">
              <a:spcBef>
                <a:spcPts val="0"/>
              </a:spcBef>
              <a:spcAft>
                <a:spcPts val="0"/>
              </a:spcAft>
              <a:buClr>
                <a:srgbClr val="96999B"/>
              </a:buClr>
              <a:buFont typeface="Symbol"/>
              <a:buChar char=""/>
              <a:tabLst>
                <a:tab pos="333375" algn="l"/>
              </a:tabLst>
              <a:defRPr/>
            </a:pPr>
            <a:r>
              <a:rPr lang="zh-CN" altLang="en-US" sz="1050" b="0" i="0" dirty="0">
                <a:solidFill>
                  <a:srgbClr val="000000"/>
                </a:solidFill>
                <a:ea typeface="KaiTi" panose="02010609060101010101" pitchFamily="49" charset="-122"/>
                <a:cs typeface="Calibri" panose="020F0502020204030204" pitchFamily="34" charset="0"/>
              </a:rPr>
              <a:t>持續回答</a:t>
            </a:r>
            <a:r>
              <a:rPr lang="zh-TW" altLang="en-US" sz="1050" b="0" i="0" dirty="0">
                <a:solidFill>
                  <a:srgbClr val="000000"/>
                </a:solidFill>
                <a:ea typeface="KaiTi" panose="02010609060101010101" pitchFamily="49" charset="-122"/>
                <a:cs typeface="Calibri" panose="020F0502020204030204" pitchFamily="34" charset="0"/>
              </a:rPr>
              <a:t>監管機構</a:t>
            </a:r>
            <a:r>
              <a:rPr lang="zh-CN" altLang="en-US" sz="1050" b="0" i="0" dirty="0">
                <a:solidFill>
                  <a:srgbClr val="000000"/>
                </a:solidFill>
                <a:ea typeface="KaiTi" panose="02010609060101010101" pitchFamily="49" charset="-122"/>
                <a:cs typeface="Calibri" panose="020F0502020204030204" pitchFamily="34" charset="0"/>
              </a:rPr>
              <a:t>問題</a:t>
            </a:r>
            <a:endParaRPr lang="en-US" altLang="zh-CN" sz="1050" b="0" i="0" dirty="0">
              <a:solidFill>
                <a:srgbClr val="000000"/>
              </a:solidFill>
              <a:ea typeface="Calibri" panose="020F0502020204030204" pitchFamily="34" charset="0"/>
              <a:cs typeface="Calibri" panose="020F0502020204030204" pitchFamily="34" charset="0"/>
            </a:endParaRPr>
          </a:p>
        </p:txBody>
      </p:sp>
      <p:sp>
        <p:nvSpPr>
          <p:cNvPr id="9" name="Slide Number Placeholder 2">
            <a:extLst>
              <a:ext uri="{FF2B5EF4-FFF2-40B4-BE49-F238E27FC236}">
                <a16:creationId xmlns:a16="http://schemas.microsoft.com/office/drawing/2014/main" id="{59414B59-0458-FEDE-9ADD-2552992C9653}"/>
              </a:ext>
            </a:extLst>
          </p:cNvPr>
          <p:cNvSpPr txBox="1">
            <a:spLocks/>
          </p:cNvSpPr>
          <p:nvPr/>
        </p:nvSpPr>
        <p:spPr>
          <a:xfrm>
            <a:off x="7897813" y="6398780"/>
            <a:ext cx="1066800" cy="217937"/>
          </a:xfrm>
          <a:prstGeom prst="rect">
            <a:avLst/>
          </a:prstGeom>
        </p:spPr>
        <p:txBody>
          <a:bodyPr/>
          <a:lstStyle>
            <a:defPPr>
              <a:defRPr lang="en-US"/>
            </a:defPPr>
            <a:lvl1pPr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1pPr>
            <a:lvl2pPr marL="457152"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2pPr>
            <a:lvl3pPr marL="914303"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3pPr>
            <a:lvl4pPr marL="1371455"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4pPr>
            <a:lvl5pPr marL="1828606"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5pPr>
            <a:lvl6pPr marL="2285758"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6pPr>
            <a:lvl7pPr marL="2742909"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7pPr>
            <a:lvl8pPr marL="3200061"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8pPr>
            <a:lvl9pPr marL="3657212"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9pPr>
          </a:lstStyle>
          <a:p>
            <a:pPr algn="r">
              <a:defRPr/>
            </a:pPr>
            <a:fld id="{17AE90FD-2A67-4F1C-8A5E-6FE36A4F61F0}" type="slidenum">
              <a:rPr lang="en-US" altLang="en-US" sz="800" smtClean="0">
                <a:cs typeface="Calibri" panose="020F0502020204030204" pitchFamily="34" charset="0"/>
              </a:rPr>
              <a:pPr algn="r">
                <a:defRPr/>
              </a:pPr>
              <a:t>11</a:t>
            </a:fld>
            <a:endParaRPr lang="en-US" altLang="en-US" sz="800" dirty="0">
              <a:cs typeface="Calibri" panose="020F0502020204030204" pitchFamily="34" charset="0"/>
            </a:endParaRPr>
          </a:p>
        </p:txBody>
      </p:sp>
    </p:spTree>
    <p:extLst>
      <p:ext uri="{BB962C8B-B14F-4D97-AF65-F5344CB8AC3E}">
        <p14:creationId xmlns:p14="http://schemas.microsoft.com/office/powerpoint/2010/main" val="2308597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9" name="Rectangle 2"/>
          <p:cNvSpPr>
            <a:spLocks noGrp="1" noChangeArrowheads="1"/>
          </p:cNvSpPr>
          <p:nvPr>
            <p:ph type="title"/>
          </p:nvPr>
        </p:nvSpPr>
        <p:spPr>
          <a:xfrm>
            <a:off x="663575" y="489692"/>
            <a:ext cx="7845552" cy="469159"/>
          </a:xfrm>
        </p:spPr>
        <p:txBody>
          <a:bodyPr/>
          <a:lstStyle/>
          <a:p>
            <a:r>
              <a:rPr lang="en-US" altLang="zh-CN" dirty="0">
                <a:latin typeface="Calibri" panose="020F0502020204030204" pitchFamily="34" charset="0"/>
                <a:ea typeface="KaiTi" panose="02010609060101010101" pitchFamily="49" charset="-122"/>
                <a:cs typeface="Calibri" panose="020F0502020204030204" pitchFamily="34" charset="0"/>
              </a:rPr>
              <a:t>4.2 </a:t>
            </a:r>
            <a:r>
              <a:rPr lang="zh-CN" altLang="en-US" dirty="0">
                <a:latin typeface="KaiTi" panose="02010609060101010101" pitchFamily="49" charset="-122"/>
                <a:ea typeface="KaiTi" panose="02010609060101010101" pitchFamily="49" charset="-122"/>
                <a:cs typeface="Calibri" panose="020F0502020204030204" pitchFamily="34" charset="0"/>
              </a:rPr>
              <a:t>詳細時間表</a:t>
            </a:r>
          </a:p>
        </p:txBody>
      </p:sp>
      <p:sp>
        <p:nvSpPr>
          <p:cNvPr id="3" name="Slide Number Placeholder 2">
            <a:extLst>
              <a:ext uri="{FF2B5EF4-FFF2-40B4-BE49-F238E27FC236}">
                <a16:creationId xmlns:a16="http://schemas.microsoft.com/office/drawing/2014/main" id="{D2D69C45-4B89-4E7E-9F68-147BA17A180D}"/>
              </a:ext>
            </a:extLst>
          </p:cNvPr>
          <p:cNvSpPr>
            <a:spLocks noGrp="1"/>
          </p:cNvSpPr>
          <p:nvPr>
            <p:ph type="sldNum" sz="quarter" idx="10"/>
          </p:nvPr>
        </p:nvSpPr>
        <p:spPr/>
        <p:txBody>
          <a:bodyPr/>
          <a:lstStyle/>
          <a:p>
            <a:pPr>
              <a:defRPr/>
            </a:pPr>
            <a:fld id="{17AE90FD-2A67-4F1C-8A5E-6FE36A4F61F0}" type="slidenum">
              <a:rPr lang="en-US" altLang="en-US" smtClean="0">
                <a:latin typeface="Calibri" panose="020F0502020204030204" pitchFamily="34" charset="0"/>
                <a:cs typeface="Calibri" panose="020F0502020204030204" pitchFamily="34" charset="0"/>
              </a:rPr>
              <a:pPr>
                <a:defRPr/>
              </a:pPr>
              <a:t>12</a:t>
            </a:fld>
            <a:endParaRPr lang="en-US" altLang="en-US" dirty="0">
              <a:latin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E244F3F2-7B79-4167-8988-FDE4935724FB}"/>
              </a:ext>
            </a:extLst>
          </p:cNvPr>
          <p:cNvGraphicFramePr>
            <a:graphicFrameLocks noGrp="1"/>
          </p:cNvGraphicFramePr>
          <p:nvPr>
            <p:extLst>
              <p:ext uri="{D42A27DB-BD31-4B8C-83A1-F6EECF244321}">
                <p14:modId xmlns:p14="http://schemas.microsoft.com/office/powerpoint/2010/main" val="1072234461"/>
              </p:ext>
            </p:extLst>
          </p:nvPr>
        </p:nvGraphicFramePr>
        <p:xfrm>
          <a:off x="661691" y="1051330"/>
          <a:ext cx="7845552" cy="1455648"/>
        </p:xfrm>
        <a:graphic>
          <a:graphicData uri="http://schemas.openxmlformats.org/drawingml/2006/table">
            <a:tbl>
              <a:tblPr/>
              <a:tblGrid>
                <a:gridCol w="179355">
                  <a:extLst>
                    <a:ext uri="{9D8B030D-6E8A-4147-A177-3AD203B41FA5}">
                      <a16:colId xmlns:a16="http://schemas.microsoft.com/office/drawing/2014/main" val="632863646"/>
                    </a:ext>
                  </a:extLst>
                </a:gridCol>
                <a:gridCol w="179355">
                  <a:extLst>
                    <a:ext uri="{9D8B030D-6E8A-4147-A177-3AD203B41FA5}">
                      <a16:colId xmlns:a16="http://schemas.microsoft.com/office/drawing/2014/main" val="4260500397"/>
                    </a:ext>
                  </a:extLst>
                </a:gridCol>
                <a:gridCol w="179355">
                  <a:extLst>
                    <a:ext uri="{9D8B030D-6E8A-4147-A177-3AD203B41FA5}">
                      <a16:colId xmlns:a16="http://schemas.microsoft.com/office/drawing/2014/main" val="3714215512"/>
                    </a:ext>
                  </a:extLst>
                </a:gridCol>
                <a:gridCol w="179355">
                  <a:extLst>
                    <a:ext uri="{9D8B030D-6E8A-4147-A177-3AD203B41FA5}">
                      <a16:colId xmlns:a16="http://schemas.microsoft.com/office/drawing/2014/main" val="1252371493"/>
                    </a:ext>
                  </a:extLst>
                </a:gridCol>
                <a:gridCol w="179355">
                  <a:extLst>
                    <a:ext uri="{9D8B030D-6E8A-4147-A177-3AD203B41FA5}">
                      <a16:colId xmlns:a16="http://schemas.microsoft.com/office/drawing/2014/main" val="258922648"/>
                    </a:ext>
                  </a:extLst>
                </a:gridCol>
                <a:gridCol w="179355">
                  <a:extLst>
                    <a:ext uri="{9D8B030D-6E8A-4147-A177-3AD203B41FA5}">
                      <a16:colId xmlns:a16="http://schemas.microsoft.com/office/drawing/2014/main" val="2212696656"/>
                    </a:ext>
                  </a:extLst>
                </a:gridCol>
                <a:gridCol w="179355">
                  <a:extLst>
                    <a:ext uri="{9D8B030D-6E8A-4147-A177-3AD203B41FA5}">
                      <a16:colId xmlns:a16="http://schemas.microsoft.com/office/drawing/2014/main" val="2203261074"/>
                    </a:ext>
                  </a:extLst>
                </a:gridCol>
                <a:gridCol w="73885">
                  <a:extLst>
                    <a:ext uri="{9D8B030D-6E8A-4147-A177-3AD203B41FA5}">
                      <a16:colId xmlns:a16="http://schemas.microsoft.com/office/drawing/2014/main" val="3466189971"/>
                    </a:ext>
                  </a:extLst>
                </a:gridCol>
                <a:gridCol w="177327">
                  <a:extLst>
                    <a:ext uri="{9D8B030D-6E8A-4147-A177-3AD203B41FA5}">
                      <a16:colId xmlns:a16="http://schemas.microsoft.com/office/drawing/2014/main" val="3276882706"/>
                    </a:ext>
                  </a:extLst>
                </a:gridCol>
                <a:gridCol w="179355">
                  <a:extLst>
                    <a:ext uri="{9D8B030D-6E8A-4147-A177-3AD203B41FA5}">
                      <a16:colId xmlns:a16="http://schemas.microsoft.com/office/drawing/2014/main" val="703712399"/>
                    </a:ext>
                  </a:extLst>
                </a:gridCol>
                <a:gridCol w="179355">
                  <a:extLst>
                    <a:ext uri="{9D8B030D-6E8A-4147-A177-3AD203B41FA5}">
                      <a16:colId xmlns:a16="http://schemas.microsoft.com/office/drawing/2014/main" val="3928445052"/>
                    </a:ext>
                  </a:extLst>
                </a:gridCol>
                <a:gridCol w="177328">
                  <a:extLst>
                    <a:ext uri="{9D8B030D-6E8A-4147-A177-3AD203B41FA5}">
                      <a16:colId xmlns:a16="http://schemas.microsoft.com/office/drawing/2014/main" val="2193126482"/>
                    </a:ext>
                  </a:extLst>
                </a:gridCol>
                <a:gridCol w="177327">
                  <a:extLst>
                    <a:ext uri="{9D8B030D-6E8A-4147-A177-3AD203B41FA5}">
                      <a16:colId xmlns:a16="http://schemas.microsoft.com/office/drawing/2014/main" val="439283271"/>
                    </a:ext>
                  </a:extLst>
                </a:gridCol>
                <a:gridCol w="179355">
                  <a:extLst>
                    <a:ext uri="{9D8B030D-6E8A-4147-A177-3AD203B41FA5}">
                      <a16:colId xmlns:a16="http://schemas.microsoft.com/office/drawing/2014/main" val="1967768558"/>
                    </a:ext>
                  </a:extLst>
                </a:gridCol>
                <a:gridCol w="177327">
                  <a:extLst>
                    <a:ext uri="{9D8B030D-6E8A-4147-A177-3AD203B41FA5}">
                      <a16:colId xmlns:a16="http://schemas.microsoft.com/office/drawing/2014/main" val="2896965937"/>
                    </a:ext>
                  </a:extLst>
                </a:gridCol>
                <a:gridCol w="73885">
                  <a:extLst>
                    <a:ext uri="{9D8B030D-6E8A-4147-A177-3AD203B41FA5}">
                      <a16:colId xmlns:a16="http://schemas.microsoft.com/office/drawing/2014/main" val="2556315855"/>
                    </a:ext>
                  </a:extLst>
                </a:gridCol>
                <a:gridCol w="177327">
                  <a:extLst>
                    <a:ext uri="{9D8B030D-6E8A-4147-A177-3AD203B41FA5}">
                      <a16:colId xmlns:a16="http://schemas.microsoft.com/office/drawing/2014/main" val="2851345119"/>
                    </a:ext>
                  </a:extLst>
                </a:gridCol>
                <a:gridCol w="177327">
                  <a:extLst>
                    <a:ext uri="{9D8B030D-6E8A-4147-A177-3AD203B41FA5}">
                      <a16:colId xmlns:a16="http://schemas.microsoft.com/office/drawing/2014/main" val="4169969330"/>
                    </a:ext>
                  </a:extLst>
                </a:gridCol>
                <a:gridCol w="177327">
                  <a:extLst>
                    <a:ext uri="{9D8B030D-6E8A-4147-A177-3AD203B41FA5}">
                      <a16:colId xmlns:a16="http://schemas.microsoft.com/office/drawing/2014/main" val="4133801659"/>
                    </a:ext>
                  </a:extLst>
                </a:gridCol>
                <a:gridCol w="177327">
                  <a:extLst>
                    <a:ext uri="{9D8B030D-6E8A-4147-A177-3AD203B41FA5}">
                      <a16:colId xmlns:a16="http://schemas.microsoft.com/office/drawing/2014/main" val="2484976351"/>
                    </a:ext>
                  </a:extLst>
                </a:gridCol>
                <a:gridCol w="177327">
                  <a:extLst>
                    <a:ext uri="{9D8B030D-6E8A-4147-A177-3AD203B41FA5}">
                      <a16:colId xmlns:a16="http://schemas.microsoft.com/office/drawing/2014/main" val="2188070336"/>
                    </a:ext>
                  </a:extLst>
                </a:gridCol>
                <a:gridCol w="177327">
                  <a:extLst>
                    <a:ext uri="{9D8B030D-6E8A-4147-A177-3AD203B41FA5}">
                      <a16:colId xmlns:a16="http://schemas.microsoft.com/office/drawing/2014/main" val="1632072575"/>
                    </a:ext>
                  </a:extLst>
                </a:gridCol>
                <a:gridCol w="177327">
                  <a:extLst>
                    <a:ext uri="{9D8B030D-6E8A-4147-A177-3AD203B41FA5}">
                      <a16:colId xmlns:a16="http://schemas.microsoft.com/office/drawing/2014/main" val="624347247"/>
                    </a:ext>
                  </a:extLst>
                </a:gridCol>
                <a:gridCol w="73885">
                  <a:extLst>
                    <a:ext uri="{9D8B030D-6E8A-4147-A177-3AD203B41FA5}">
                      <a16:colId xmlns:a16="http://schemas.microsoft.com/office/drawing/2014/main" val="1593100744"/>
                    </a:ext>
                  </a:extLst>
                </a:gridCol>
                <a:gridCol w="177327">
                  <a:extLst>
                    <a:ext uri="{9D8B030D-6E8A-4147-A177-3AD203B41FA5}">
                      <a16:colId xmlns:a16="http://schemas.microsoft.com/office/drawing/2014/main" val="37193534"/>
                    </a:ext>
                  </a:extLst>
                </a:gridCol>
                <a:gridCol w="177327">
                  <a:extLst>
                    <a:ext uri="{9D8B030D-6E8A-4147-A177-3AD203B41FA5}">
                      <a16:colId xmlns:a16="http://schemas.microsoft.com/office/drawing/2014/main" val="2912563522"/>
                    </a:ext>
                  </a:extLst>
                </a:gridCol>
                <a:gridCol w="177327">
                  <a:extLst>
                    <a:ext uri="{9D8B030D-6E8A-4147-A177-3AD203B41FA5}">
                      <a16:colId xmlns:a16="http://schemas.microsoft.com/office/drawing/2014/main" val="954881887"/>
                    </a:ext>
                  </a:extLst>
                </a:gridCol>
                <a:gridCol w="177327">
                  <a:extLst>
                    <a:ext uri="{9D8B030D-6E8A-4147-A177-3AD203B41FA5}">
                      <a16:colId xmlns:a16="http://schemas.microsoft.com/office/drawing/2014/main" val="689814166"/>
                    </a:ext>
                  </a:extLst>
                </a:gridCol>
                <a:gridCol w="177327">
                  <a:extLst>
                    <a:ext uri="{9D8B030D-6E8A-4147-A177-3AD203B41FA5}">
                      <a16:colId xmlns:a16="http://schemas.microsoft.com/office/drawing/2014/main" val="928905181"/>
                    </a:ext>
                  </a:extLst>
                </a:gridCol>
                <a:gridCol w="177327">
                  <a:extLst>
                    <a:ext uri="{9D8B030D-6E8A-4147-A177-3AD203B41FA5}">
                      <a16:colId xmlns:a16="http://schemas.microsoft.com/office/drawing/2014/main" val="2690568607"/>
                    </a:ext>
                  </a:extLst>
                </a:gridCol>
                <a:gridCol w="177327">
                  <a:extLst>
                    <a:ext uri="{9D8B030D-6E8A-4147-A177-3AD203B41FA5}">
                      <a16:colId xmlns:a16="http://schemas.microsoft.com/office/drawing/2014/main" val="1150948352"/>
                    </a:ext>
                  </a:extLst>
                </a:gridCol>
                <a:gridCol w="73885">
                  <a:extLst>
                    <a:ext uri="{9D8B030D-6E8A-4147-A177-3AD203B41FA5}">
                      <a16:colId xmlns:a16="http://schemas.microsoft.com/office/drawing/2014/main" val="2770791567"/>
                    </a:ext>
                  </a:extLst>
                </a:gridCol>
                <a:gridCol w="179355">
                  <a:extLst>
                    <a:ext uri="{9D8B030D-6E8A-4147-A177-3AD203B41FA5}">
                      <a16:colId xmlns:a16="http://schemas.microsoft.com/office/drawing/2014/main" val="400803536"/>
                    </a:ext>
                  </a:extLst>
                </a:gridCol>
                <a:gridCol w="177327">
                  <a:extLst>
                    <a:ext uri="{9D8B030D-6E8A-4147-A177-3AD203B41FA5}">
                      <a16:colId xmlns:a16="http://schemas.microsoft.com/office/drawing/2014/main" val="324400351"/>
                    </a:ext>
                  </a:extLst>
                </a:gridCol>
                <a:gridCol w="179355">
                  <a:extLst>
                    <a:ext uri="{9D8B030D-6E8A-4147-A177-3AD203B41FA5}">
                      <a16:colId xmlns:a16="http://schemas.microsoft.com/office/drawing/2014/main" val="3414373981"/>
                    </a:ext>
                  </a:extLst>
                </a:gridCol>
                <a:gridCol w="177327">
                  <a:extLst>
                    <a:ext uri="{9D8B030D-6E8A-4147-A177-3AD203B41FA5}">
                      <a16:colId xmlns:a16="http://schemas.microsoft.com/office/drawing/2014/main" val="2840464089"/>
                    </a:ext>
                  </a:extLst>
                </a:gridCol>
                <a:gridCol w="177327">
                  <a:extLst>
                    <a:ext uri="{9D8B030D-6E8A-4147-A177-3AD203B41FA5}">
                      <a16:colId xmlns:a16="http://schemas.microsoft.com/office/drawing/2014/main" val="2436347823"/>
                    </a:ext>
                  </a:extLst>
                </a:gridCol>
                <a:gridCol w="177327">
                  <a:extLst>
                    <a:ext uri="{9D8B030D-6E8A-4147-A177-3AD203B41FA5}">
                      <a16:colId xmlns:a16="http://schemas.microsoft.com/office/drawing/2014/main" val="121630100"/>
                    </a:ext>
                  </a:extLst>
                </a:gridCol>
                <a:gridCol w="177327">
                  <a:extLst>
                    <a:ext uri="{9D8B030D-6E8A-4147-A177-3AD203B41FA5}">
                      <a16:colId xmlns:a16="http://schemas.microsoft.com/office/drawing/2014/main" val="145758586"/>
                    </a:ext>
                  </a:extLst>
                </a:gridCol>
                <a:gridCol w="73885">
                  <a:extLst>
                    <a:ext uri="{9D8B030D-6E8A-4147-A177-3AD203B41FA5}">
                      <a16:colId xmlns:a16="http://schemas.microsoft.com/office/drawing/2014/main" val="2497428264"/>
                    </a:ext>
                  </a:extLst>
                </a:gridCol>
                <a:gridCol w="177327">
                  <a:extLst>
                    <a:ext uri="{9D8B030D-6E8A-4147-A177-3AD203B41FA5}">
                      <a16:colId xmlns:a16="http://schemas.microsoft.com/office/drawing/2014/main" val="208355606"/>
                    </a:ext>
                  </a:extLst>
                </a:gridCol>
                <a:gridCol w="177327">
                  <a:extLst>
                    <a:ext uri="{9D8B030D-6E8A-4147-A177-3AD203B41FA5}">
                      <a16:colId xmlns:a16="http://schemas.microsoft.com/office/drawing/2014/main" val="42835667"/>
                    </a:ext>
                  </a:extLst>
                </a:gridCol>
                <a:gridCol w="179355">
                  <a:extLst>
                    <a:ext uri="{9D8B030D-6E8A-4147-A177-3AD203B41FA5}">
                      <a16:colId xmlns:a16="http://schemas.microsoft.com/office/drawing/2014/main" val="3095660120"/>
                    </a:ext>
                  </a:extLst>
                </a:gridCol>
                <a:gridCol w="177327">
                  <a:extLst>
                    <a:ext uri="{9D8B030D-6E8A-4147-A177-3AD203B41FA5}">
                      <a16:colId xmlns:a16="http://schemas.microsoft.com/office/drawing/2014/main" val="1582095268"/>
                    </a:ext>
                  </a:extLst>
                </a:gridCol>
                <a:gridCol w="177327">
                  <a:extLst>
                    <a:ext uri="{9D8B030D-6E8A-4147-A177-3AD203B41FA5}">
                      <a16:colId xmlns:a16="http://schemas.microsoft.com/office/drawing/2014/main" val="1003476852"/>
                    </a:ext>
                  </a:extLst>
                </a:gridCol>
                <a:gridCol w="177327">
                  <a:extLst>
                    <a:ext uri="{9D8B030D-6E8A-4147-A177-3AD203B41FA5}">
                      <a16:colId xmlns:a16="http://schemas.microsoft.com/office/drawing/2014/main" val="2914094909"/>
                    </a:ext>
                  </a:extLst>
                </a:gridCol>
                <a:gridCol w="179355">
                  <a:extLst>
                    <a:ext uri="{9D8B030D-6E8A-4147-A177-3AD203B41FA5}">
                      <a16:colId xmlns:a16="http://schemas.microsoft.com/office/drawing/2014/main" val="3126486074"/>
                    </a:ext>
                  </a:extLst>
                </a:gridCol>
              </a:tblGrid>
              <a:tr h="166898">
                <a:tc gridSpan="47">
                  <a:txBody>
                    <a:bodyPr/>
                    <a:lstStyle/>
                    <a:p>
                      <a:pPr marL="0" marR="0" lvl="0" indent="0" algn="ctr" defTabSz="914303" rtl="0" eaLnBrk="1" fontAlgn="b" latinLnBrk="0" hangingPunct="1">
                        <a:lnSpc>
                          <a:spcPct val="100000"/>
                        </a:lnSpc>
                        <a:spcBef>
                          <a:spcPts val="0"/>
                        </a:spcBef>
                        <a:spcAft>
                          <a:spcPts val="0"/>
                        </a:spcAft>
                        <a:buClrTx/>
                        <a:buSzTx/>
                        <a:buFontTx/>
                        <a:buNone/>
                        <a:tabLst/>
                        <a:defRPr/>
                      </a:pPr>
                      <a:r>
                        <a:rPr lang="en-US" altLang="zh-CN" sz="1000" b="1" i="0" u="none" strike="noStrike">
                          <a:solidFill>
                            <a:schemeClr val="bg1"/>
                          </a:solidFill>
                          <a:effectLst/>
                          <a:latin typeface="Calibri"/>
                          <a:ea typeface="KaiTi"/>
                          <a:cs typeface="Calibri"/>
                        </a:rPr>
                        <a:t>2025</a:t>
                      </a:r>
                      <a:r>
                        <a:rPr lang="zh-TW" altLang="en-US" sz="1000" b="1" i="0" u="none" strike="noStrike">
                          <a:solidFill>
                            <a:schemeClr val="bg1"/>
                          </a:solidFill>
                          <a:effectLst/>
                          <a:latin typeface="Calibri"/>
                          <a:ea typeface="KaiTi"/>
                          <a:cs typeface="Calibri"/>
                        </a:rPr>
                        <a:t>年</a:t>
                      </a:r>
                      <a:endParaRPr lang="zh-CN" altLang="en-US" sz="1000" b="1" i="0" u="none" strike="noStrike">
                        <a:solidFill>
                          <a:schemeClr val="bg1"/>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10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654876597"/>
                  </a:ext>
                </a:extLst>
              </a:tr>
              <a:tr h="0">
                <a:tc gridSpan="7">
                  <a:txBody>
                    <a:bodyPr/>
                    <a:lstStyle/>
                    <a:p>
                      <a:pPr algn="ctr" fontAlgn="b"/>
                      <a:r>
                        <a:rPr lang="zh-CN" altLang="en-US" sz="900" b="1" i="0" u="none" strike="noStrike">
                          <a:solidFill>
                            <a:schemeClr val="tx1"/>
                          </a:solidFill>
                          <a:effectLst/>
                          <a:latin typeface="Calibri"/>
                          <a:ea typeface="KaiTi"/>
                          <a:cs typeface="Calibri"/>
                        </a:rPr>
                        <a:t>七月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八月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九月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十一月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十二月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363705868"/>
                  </a:ext>
                </a:extLst>
              </a:tr>
              <a:tr h="56606">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65871770"/>
                  </a:ext>
                </a:extLst>
              </a:tr>
              <a:tr h="56606">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rPr>
                        <a:t>1</a:t>
                      </a:r>
                      <a:endParaRPr lang="en-US" sz="800" b="0" i="0" u="none" strike="noStrike">
                        <a:solidFill>
                          <a:schemeClr val="accent3"/>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chemeClr val="tx1"/>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0755468"/>
                  </a:ext>
                </a:extLst>
              </a:tr>
              <a:tr h="56606">
                <a:tc>
                  <a:txBody>
                    <a:bodyPr/>
                    <a:lstStyle/>
                    <a:p>
                      <a:pPr algn="ctr" fontAlgn="b"/>
                      <a:r>
                        <a:rPr lang="en-US" sz="800" b="0" i="0" u="none" strike="noStrike">
                          <a:solidFill>
                            <a:srgbClr val="C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2"/>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7850027"/>
                  </a:ext>
                </a:extLst>
              </a:tr>
              <a:tr h="75284">
                <a:tc>
                  <a:txBody>
                    <a:bodyPr/>
                    <a:lstStyle/>
                    <a:p>
                      <a:pPr algn="ctr" fontAlgn="b"/>
                      <a:r>
                        <a:rPr lang="en-US" sz="800" b="0" i="0" u="none" strike="noStrike">
                          <a:solidFill>
                            <a:srgbClr val="C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6722627"/>
                  </a:ext>
                </a:extLst>
              </a:tr>
              <a:tr h="56606">
                <a:tc>
                  <a:txBody>
                    <a:bodyPr/>
                    <a:lstStyle/>
                    <a:p>
                      <a:pPr algn="ctr" fontAlgn="b"/>
                      <a:r>
                        <a:rPr lang="en-US" sz="800" b="0" i="0" u="none" strike="noStrike">
                          <a:solidFill>
                            <a:srgbClr val="C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accent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accent1"/>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7577297"/>
                  </a:ext>
                </a:extLst>
              </a:tr>
              <a:tr h="103918">
                <a:tc>
                  <a:txBody>
                    <a:bodyPr/>
                    <a:lstStyle/>
                    <a:p>
                      <a:pPr algn="ctr" fontAlgn="b"/>
                      <a:r>
                        <a:rPr lang="en-US" sz="800" b="0" i="0" u="none" strike="noStrike">
                          <a:solidFill>
                            <a:srgbClr val="C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0248100"/>
                  </a:ext>
                </a:extLst>
              </a:tr>
              <a:tr h="56606">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5904094"/>
                  </a:ext>
                </a:extLst>
              </a:tr>
              <a:tr h="56606">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8002859"/>
                  </a:ext>
                </a:extLst>
              </a:tr>
              <a:tr h="56606">
                <a:tc gridSpan="6">
                  <a:txBody>
                    <a:bodyPr/>
                    <a:lstStyle/>
                    <a:p>
                      <a:pPr algn="l" fontAlgn="b"/>
                      <a:r>
                        <a:rPr lang="zh-TW"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香港公眾假期</a:t>
                      </a:r>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93343203"/>
                  </a:ext>
                </a:extLst>
              </a:tr>
            </a:tbl>
          </a:graphicData>
        </a:graphic>
      </p:graphicFrame>
      <p:graphicFrame>
        <p:nvGraphicFramePr>
          <p:cNvPr id="7" name="object 28">
            <a:extLst>
              <a:ext uri="{FF2B5EF4-FFF2-40B4-BE49-F238E27FC236}">
                <a16:creationId xmlns:a16="http://schemas.microsoft.com/office/drawing/2014/main" id="{90B85D19-D6FB-4A3A-9A02-691B0E9D75BA}"/>
              </a:ext>
            </a:extLst>
          </p:cNvPr>
          <p:cNvGraphicFramePr>
            <a:graphicFrameLocks noGrp="1"/>
          </p:cNvGraphicFramePr>
          <p:nvPr>
            <p:extLst>
              <p:ext uri="{D42A27DB-BD31-4B8C-83A1-F6EECF244321}">
                <p14:modId xmlns:p14="http://schemas.microsoft.com/office/powerpoint/2010/main" val="3087023335"/>
              </p:ext>
            </p:extLst>
          </p:nvPr>
        </p:nvGraphicFramePr>
        <p:xfrm>
          <a:off x="271934" y="2671518"/>
          <a:ext cx="8628833" cy="3000835"/>
        </p:xfrm>
        <a:graphic>
          <a:graphicData uri="http://schemas.openxmlformats.org/drawingml/2006/table">
            <a:tbl>
              <a:tblPr firstRow="1" bandRow="1">
                <a:tableStyleId>{2D5ABB26-0587-4C30-8999-92F81FD0307C}</a:tableStyleId>
              </a:tblPr>
              <a:tblGrid>
                <a:gridCol w="1156272">
                  <a:extLst>
                    <a:ext uri="{9D8B030D-6E8A-4147-A177-3AD203B41FA5}">
                      <a16:colId xmlns:a16="http://schemas.microsoft.com/office/drawing/2014/main" val="20000"/>
                    </a:ext>
                  </a:extLst>
                </a:gridCol>
                <a:gridCol w="4831583">
                  <a:extLst>
                    <a:ext uri="{9D8B030D-6E8A-4147-A177-3AD203B41FA5}">
                      <a16:colId xmlns:a16="http://schemas.microsoft.com/office/drawing/2014/main" val="20001"/>
                    </a:ext>
                  </a:extLst>
                </a:gridCol>
                <a:gridCol w="2640978">
                  <a:extLst>
                    <a:ext uri="{9D8B030D-6E8A-4147-A177-3AD203B41FA5}">
                      <a16:colId xmlns:a16="http://schemas.microsoft.com/office/drawing/2014/main" val="20002"/>
                    </a:ext>
                  </a:extLst>
                </a:gridCol>
              </a:tblGrid>
              <a:tr h="185281">
                <a:tc>
                  <a:txBody>
                    <a:bodyPr/>
                    <a:lstStyle/>
                    <a:p>
                      <a:pPr marL="85725" algn="l">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日期</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w="12700">
                      <a:noFill/>
                      <a:prstDash val="solid"/>
                    </a:lnL>
                    <a:lnR>
                      <a:noFill/>
                    </a:lnR>
                    <a:lnT w="12700">
                      <a:noFill/>
                      <a:prstDash val="solid"/>
                    </a:lnT>
                    <a:lnB w="6350">
                      <a:noFill/>
                      <a:prstDash val="solid"/>
                    </a:lnB>
                    <a:lnTlToBr w="12700" cmpd="sng">
                      <a:noFill/>
                      <a:prstDash val="solid"/>
                    </a:lnTlToBr>
                    <a:lnBlToTr w="12700" cmpd="sng">
                      <a:noFill/>
                      <a:prstDash val="solid"/>
                    </a:lnBlToTr>
                    <a:solidFill>
                      <a:srgbClr val="C00000"/>
                    </a:solidFill>
                  </a:tcPr>
                </a:tc>
                <a:tc>
                  <a:txBody>
                    <a:bodyPr/>
                    <a:lstStyle/>
                    <a:p>
                      <a:pPr marL="93345" algn="ctr">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主要事項</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a:noFill/>
                    </a:lnL>
                    <a:lnR>
                      <a:noFill/>
                    </a:lnR>
                    <a:lnT w="12700">
                      <a:noFill/>
                      <a:prstDash val="solid"/>
                    </a:lnT>
                    <a:lnB w="6350">
                      <a:noFill/>
                      <a:prstDash val="solid"/>
                    </a:lnB>
                    <a:lnTlToBr w="12700" cmpd="sng">
                      <a:noFill/>
                      <a:prstDash val="solid"/>
                    </a:lnTlToBr>
                    <a:lnBlToTr w="12700" cmpd="sng">
                      <a:noFill/>
                      <a:prstDash val="solid"/>
                    </a:lnBlToTr>
                    <a:solidFill>
                      <a:srgbClr val="C00000"/>
                    </a:solidFill>
                  </a:tcPr>
                </a:tc>
                <a:tc>
                  <a:txBody>
                    <a:bodyPr/>
                    <a:lstStyle/>
                    <a:p>
                      <a:pPr marL="95250" algn="ctr">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主要負責方</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a:noFill/>
                    </a:lnL>
                    <a:lnR w="12700">
                      <a:noFill/>
                      <a:prstDash val="solid"/>
                    </a:lnR>
                    <a:lnT w="12700">
                      <a:noFill/>
                      <a:prstDash val="solid"/>
                    </a:lnT>
                    <a:lnB w="6350">
                      <a:noFill/>
                      <a:prstDash val="soli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0000"/>
                  </a:ext>
                </a:extLst>
              </a:tr>
              <a:tr h="185894">
                <a:tc gridSpan="3">
                  <a:txBody>
                    <a:bodyPr/>
                    <a:lstStyle/>
                    <a:p>
                      <a:pPr marL="85725">
                        <a:lnSpc>
                          <a:spcPct val="100000"/>
                        </a:lnSpc>
                        <a:spcBef>
                          <a:spcPts val="315"/>
                        </a:spcBef>
                      </a:pPr>
                      <a:r>
                        <a:rPr lang="en-US" altLang="zh-CN" sz="1000" b="1" u="none" dirty="0">
                          <a:solidFill>
                            <a:schemeClr val="tx1"/>
                          </a:solidFill>
                          <a:latin typeface="Calibri" panose="020F0502020204030204" pitchFamily="34" charset="0"/>
                          <a:ea typeface="KaiTi" panose="02010609060101010101" pitchFamily="49" charset="-122"/>
                          <a:cs typeface="Calibri" panose="020F0502020204030204" pitchFamily="34" charset="0"/>
                        </a:rPr>
                        <a:t>2025</a:t>
                      </a:r>
                      <a:r>
                        <a:rPr lang="zh-CN" altLang="en-US" sz="1000" b="1" u="none" dirty="0">
                          <a:solidFill>
                            <a:schemeClr val="tx1"/>
                          </a:solidFill>
                          <a:latin typeface="Calibri" panose="020F0502020204030204" pitchFamily="34" charset="0"/>
                          <a:ea typeface="KaiTi" panose="02010609060101010101" pitchFamily="49" charset="-122"/>
                          <a:cs typeface="Calibri" panose="020F0502020204030204" pitchFamily="34" charset="0"/>
                        </a:rPr>
                        <a:t>年</a:t>
                      </a:r>
                      <a:endParaRPr sz="1000" b="1" u="none"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marL="0" marR="0" marT="40005" marB="0">
                    <a:lnL>
                      <a:noFill/>
                    </a:lnL>
                    <a:lnR>
                      <a:noFill/>
                    </a:lnR>
                    <a:lnT w="6350">
                      <a:noFill/>
                      <a:prstDash val="soli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332740" indent="-170180">
                        <a:lnSpc>
                          <a:spcPct val="100000"/>
                        </a:lnSpc>
                        <a:spcBef>
                          <a:spcPts val="315"/>
                        </a:spcBef>
                        <a:buClr>
                          <a:srgbClr val="96999B"/>
                        </a:buClr>
                        <a:buFont typeface="Symbol"/>
                        <a:buChar char=""/>
                        <a:tabLst>
                          <a:tab pos="333375" algn="l"/>
                        </a:tabLst>
                      </a:pPr>
                      <a:endParaRPr lang="zh-CN" altLang="en-US" sz="850">
                        <a:solidFill>
                          <a:srgbClr val="52555A"/>
                        </a:solidFill>
                        <a:latin typeface="Calibri" panose="020F0502020204030204" pitchFamily="34" charset="0"/>
                        <a:cs typeface="Calibri" panose="020F0502020204030204" pitchFamily="34" charset="0"/>
                      </a:endParaRPr>
                    </a:p>
                  </a:txBody>
                  <a:tcPr marL="0" marR="0" marT="40005" marB="0">
                    <a:lnL w="6350" cap="flat" cmpd="sng" algn="ctr">
                      <a:solidFill>
                        <a:srgbClr val="52555A"/>
                      </a:solidFill>
                      <a:prstDash val="solid"/>
                      <a:round/>
                      <a:headEnd type="none" w="med" len="med"/>
                      <a:tailEnd type="none" w="med" len="med"/>
                    </a:lnL>
                    <a:lnR w="9525" cap="flat" cmpd="sng" algn="ctr">
                      <a:solidFill>
                        <a:srgbClr val="52555A"/>
                      </a:solidFill>
                      <a:prstDash val="solid"/>
                      <a:round/>
                      <a:headEnd type="none" w="med" len="med"/>
                      <a:tailEnd type="none" w="med" len="med"/>
                    </a:lnR>
                    <a:lnT w="6350">
                      <a:solidFill>
                        <a:srgbClr val="52555A"/>
                      </a:solidFill>
                      <a:prstDash val="solid"/>
                    </a:lnT>
                    <a:lnB w="6350" cap="flat" cmpd="sng" algn="ctr">
                      <a:solidFill>
                        <a:srgbClr val="52555A"/>
                      </a:solidFill>
                      <a:prstDash val="solid"/>
                      <a:round/>
                      <a:headEnd type="none" w="med" len="med"/>
                      <a:tailEnd type="none" w="med" len="med"/>
                    </a:lnB>
                  </a:tcPr>
                </a:tc>
                <a:tc hMerge="1">
                  <a:txBody>
                    <a:bodyPr/>
                    <a:lstStyle/>
                    <a:p>
                      <a:pPr marL="334645" indent="-170180">
                        <a:lnSpc>
                          <a:spcPct val="100000"/>
                        </a:lnSpc>
                        <a:spcBef>
                          <a:spcPts val="315"/>
                        </a:spcBef>
                        <a:buClr>
                          <a:srgbClr val="96999B"/>
                        </a:buClr>
                        <a:buFont typeface="Symbol"/>
                        <a:buChar char=""/>
                        <a:tabLst>
                          <a:tab pos="335280" algn="l"/>
                        </a:tabLst>
                      </a:pPr>
                      <a:endParaRPr sz="850">
                        <a:latin typeface="Calibri" panose="020F0502020204030204" pitchFamily="34" charset="0"/>
                        <a:cs typeface="Calibri" panose="020F0502020204030204" pitchFamily="34" charset="0"/>
                      </a:endParaRPr>
                    </a:p>
                  </a:txBody>
                  <a:tcPr marL="0" marR="0" marT="40005" marB="0">
                    <a:lnL w="9525" cap="flat" cmpd="sng" algn="ctr">
                      <a:solidFill>
                        <a:srgbClr val="52555A"/>
                      </a:solidFill>
                      <a:prstDash val="solid"/>
                      <a:round/>
                      <a:headEnd type="none" w="med" len="med"/>
                      <a:tailEnd type="none" w="med" len="med"/>
                    </a:lnL>
                    <a:lnT w="6350">
                      <a:solidFill>
                        <a:srgbClr val="52555A"/>
                      </a:solidFill>
                      <a:prstDash val="solid"/>
                    </a:lnT>
                    <a:lnB w="6350" cap="flat" cmpd="sng" algn="ctr">
                      <a:solidFill>
                        <a:srgbClr val="52555A"/>
                      </a:solidFill>
                      <a:prstDash val="solid"/>
                      <a:round/>
                      <a:headEnd type="none" w="med" len="med"/>
                      <a:tailEnd type="none" w="med" len="med"/>
                    </a:lnB>
                  </a:tcPr>
                </a:tc>
                <a:extLst>
                  <a:ext uri="{0D108BD9-81ED-4DB2-BD59-A6C34878D82A}">
                    <a16:rowId xmlns:a16="http://schemas.microsoft.com/office/drawing/2014/main" val="32136630"/>
                  </a:ext>
                </a:extLst>
              </a:tr>
              <a:tr h="1308330">
                <a:tc>
                  <a:txBody>
                    <a:bodyPr/>
                    <a:lstStyle/>
                    <a:p>
                      <a:pPr marL="82296" marR="0" indent="0" algn="l" defTabSz="914303" rtl="0" eaLnBrk="1" latinLnBrk="0" hangingPunct="1">
                        <a:lnSpc>
                          <a:spcPct val="100000"/>
                        </a:lnSpc>
                        <a:spcBef>
                          <a:spcPts val="0"/>
                        </a:spcBef>
                        <a:spcAft>
                          <a:spcPts val="0"/>
                        </a:spcAft>
                      </a:pPr>
                      <a:r>
                        <a:rPr lang="en-US" altLang="zh-TW" sz="900" kern="1200" spc="-20" dirty="0">
                          <a:solidFill>
                            <a:schemeClr val="tx1"/>
                          </a:solidFill>
                          <a:latin typeface="Calibri" panose="020F0502020204030204" pitchFamily="34" charset="0"/>
                          <a:ea typeface="KaiTi" panose="02010609060101010101" pitchFamily="49" charset="-122"/>
                          <a:cs typeface="Calibri" panose="020F0502020204030204" pitchFamily="34" charset="0"/>
                        </a:rPr>
                        <a:t>07</a:t>
                      </a:r>
                      <a:r>
                        <a:rPr lang="zh-CN" altLang="en-US" sz="900" kern="1200" spc="-20" dirty="0">
                          <a:solidFill>
                            <a:schemeClr val="tx1"/>
                          </a:solidFill>
                          <a:latin typeface="Calibri" panose="020F0502020204030204" pitchFamily="34" charset="0"/>
                          <a:ea typeface="KaiTi" panose="02010609060101010101" pitchFamily="49" charset="-122"/>
                          <a:cs typeface="Calibri" panose="020F0502020204030204" pitchFamily="34" charset="0"/>
                        </a:rPr>
                        <a:t>月</a:t>
                      </a:r>
                      <a:r>
                        <a:rPr lang="en-US" altLang="zh-CN" sz="900" kern="1200" spc="-20" dirty="0">
                          <a:solidFill>
                            <a:schemeClr val="tx1"/>
                          </a:solidFill>
                          <a:latin typeface="Calibri" panose="020F0502020204030204" pitchFamily="34" charset="0"/>
                          <a:ea typeface="KaiTi" panose="02010609060101010101" pitchFamily="49" charset="-122"/>
                          <a:cs typeface="Calibri" panose="020F0502020204030204" pitchFamily="34" charset="0"/>
                        </a:rPr>
                        <a:t>21</a:t>
                      </a:r>
                      <a:r>
                        <a:rPr lang="zh-CN" altLang="en-US" sz="900" kern="1200" spc="-20" dirty="0">
                          <a:solidFill>
                            <a:schemeClr val="tx1"/>
                          </a:solidFill>
                          <a:latin typeface="Calibri" panose="020F0502020204030204" pitchFamily="34" charset="0"/>
                          <a:ea typeface="KaiTi" panose="02010609060101010101" pitchFamily="49" charset="-122"/>
                          <a:cs typeface="Calibri" panose="020F0502020204030204" pitchFamily="34" charset="0"/>
                        </a:rPr>
                        <a:t>日一周</a:t>
                      </a:r>
                      <a:endParaRPr lang="en-US" altLang="zh-CN" sz="900" kern="1200" spc="-2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82296" marR="0" indent="0" algn="l" defTabSz="914303" rtl="0" eaLnBrk="1" latinLnBrk="0" hangingPunct="1">
                        <a:lnSpc>
                          <a:spcPct val="100000"/>
                        </a:lnSpc>
                        <a:spcBef>
                          <a:spcPts val="0"/>
                        </a:spcBef>
                        <a:spcAft>
                          <a:spcPts val="0"/>
                        </a:spcAft>
                      </a:pPr>
                      <a:endParaRPr lang="en-US" sz="900" kern="1200" spc="-2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82296" marR="0" indent="0" algn="l" defTabSz="914303" rtl="0" eaLnBrk="1" latinLnBrk="0" hangingPunct="1">
                        <a:lnSpc>
                          <a:spcPct val="100000"/>
                        </a:lnSpc>
                        <a:spcBef>
                          <a:spcPts val="0"/>
                        </a:spcBef>
                        <a:spcAft>
                          <a:spcPts val="0"/>
                        </a:spcAft>
                      </a:pPr>
                      <a:endParaRPr lang="en-US" sz="900" kern="1200" spc="-2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82296" marR="0" indent="0" algn="l" defTabSz="914303" rtl="0" eaLnBrk="1" latinLnBrk="0" hangingPunct="1">
                        <a:lnSpc>
                          <a:spcPct val="100000"/>
                        </a:lnSpc>
                        <a:spcBef>
                          <a:spcPts val="0"/>
                        </a:spcBef>
                        <a:spcAft>
                          <a:spcPts val="0"/>
                        </a:spcAft>
                      </a:pPr>
                      <a:endParaRPr lang="en-US" sz="900" kern="1200" spc="-2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82296" marR="0" indent="0" algn="l" defTabSz="914303" rtl="0" eaLnBrk="1" latinLnBrk="0" hangingPunct="1">
                        <a:lnSpc>
                          <a:spcPct val="100000"/>
                        </a:lnSpc>
                        <a:spcBef>
                          <a:spcPts val="0"/>
                        </a:spcBef>
                        <a:spcAft>
                          <a:spcPts val="0"/>
                        </a:spcAft>
                      </a:pPr>
                      <a:endParaRPr lang="en-US" sz="900" kern="1200" spc="-2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82296" marR="0" indent="0" algn="l" defTabSz="914303" rtl="0" eaLnBrk="1" latinLnBrk="0" hangingPunct="1">
                        <a:lnSpc>
                          <a:spcPct val="100000"/>
                        </a:lnSpc>
                        <a:spcBef>
                          <a:spcPts val="0"/>
                        </a:spcBef>
                        <a:spcAft>
                          <a:spcPts val="0"/>
                        </a:spcAft>
                      </a:pPr>
                      <a:endParaRPr lang="en-US" sz="900" kern="1200" spc="-2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82296" marR="0" indent="0" algn="l" defTabSz="914303" rtl="0" eaLnBrk="1" latinLnBrk="0" hangingPunct="1">
                        <a:lnSpc>
                          <a:spcPct val="100000"/>
                        </a:lnSpc>
                        <a:spcBef>
                          <a:spcPts val="0"/>
                        </a:spcBef>
                        <a:spcAft>
                          <a:spcPts val="0"/>
                        </a:spcAft>
                      </a:pPr>
                      <a:endParaRPr lang="en-US" sz="900" kern="1200" spc="-2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82296" marR="0" lvl="0" indent="0" algn="l" defTabSz="914303" rtl="0" eaLnBrk="1" fontAlgn="auto" latinLnBrk="0" hangingPunct="1">
                        <a:lnSpc>
                          <a:spcPct val="100000"/>
                        </a:lnSpc>
                        <a:spcBef>
                          <a:spcPts val="0"/>
                        </a:spcBef>
                        <a:spcAft>
                          <a:spcPts val="0"/>
                        </a:spcAft>
                        <a:buClrTx/>
                        <a:buSzTx/>
                        <a:buFontTx/>
                        <a:buNone/>
                        <a:tabLst/>
                        <a:defRPr/>
                      </a:pPr>
                      <a:endParaRPr lang="en-US" altLang="zh-CN" sz="900" kern="1200" spc="-2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82296" marR="0" indent="0" algn="l" defTabSz="914303" rtl="0" eaLnBrk="1" latinLnBrk="0" hangingPunct="1">
                        <a:lnSpc>
                          <a:spcPct val="100000"/>
                        </a:lnSpc>
                        <a:spcBef>
                          <a:spcPts val="0"/>
                        </a:spcBef>
                        <a:spcAft>
                          <a:spcPts val="0"/>
                        </a:spcAft>
                      </a:pPr>
                      <a:endParaRPr lang="en-US" sz="900" kern="1200" spc="-2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marL="0" marR="0" marT="40005" marB="0">
                    <a:lnL>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auto" latinLnBrk="0" hangingPunct="1">
                        <a:lnSpc>
                          <a:spcPct val="100000"/>
                        </a:lnSpc>
                        <a:spcBef>
                          <a:spcPts val="0"/>
                        </a:spcBef>
                        <a:spcAft>
                          <a:spcPts val="0"/>
                        </a:spcAft>
                        <a:buClr>
                          <a:srgbClr val="96999B"/>
                        </a:buClr>
                        <a:buSzTx/>
                        <a:buFont typeface="Symbol"/>
                        <a:buChar char=""/>
                        <a:tabLst>
                          <a:tab pos="333375" algn="l"/>
                        </a:tabLst>
                        <a:defRPr/>
                      </a:pPr>
                      <a:r>
                        <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大致完成各主要</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中</a:t>
                      </a:r>
                      <a:r>
                        <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介機構的遴選工作</a:t>
                      </a:r>
                      <a:endParaRPr lang="en-US" altLang="zh-TW"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latinLnBrk="0" hangingPunct="1">
                        <a:lnSpc>
                          <a:spcPct val="100000"/>
                        </a:lnSpc>
                        <a:spcBef>
                          <a:spcPts val="0"/>
                        </a:spcBef>
                        <a:spcAft>
                          <a:spcPts val="0"/>
                        </a:spcAft>
                        <a:buClr>
                          <a:srgbClr val="96999B"/>
                        </a:buClr>
                        <a:buFont typeface="Symbol"/>
                        <a:buChar char=""/>
                        <a:tabLst>
                          <a:tab pos="333375" algn="l"/>
                        </a:tabLst>
                      </a:pPr>
                      <a:r>
                        <a:rPr lang="zh-TW" altLang="en-US" sz="900" b="1" kern="1200" dirty="0">
                          <a:solidFill>
                            <a:srgbClr val="FF0000"/>
                          </a:solidFill>
                          <a:latin typeface="Calibri" panose="020F0502020204030204" pitchFamily="34" charset="0"/>
                          <a:ea typeface="KaiTi" panose="02010609060101010101" pitchFamily="49" charset="-122"/>
                          <a:cs typeface="Calibri" panose="020F0502020204030204" pitchFamily="34" charset="0"/>
                        </a:rPr>
                        <a:t>項目啟動大會</a:t>
                      </a:r>
                      <a:endParaRPr lang="en-US" altLang="zh-TW" sz="900" b="1" kern="1200" dirty="0">
                        <a:solidFill>
                          <a:srgbClr val="FF0000"/>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auto" latinLnBrk="0" hangingPunct="1">
                        <a:lnSpc>
                          <a:spcPct val="100000"/>
                        </a:lnSpc>
                        <a:spcBef>
                          <a:spcPts val="0"/>
                        </a:spcBef>
                        <a:spcAft>
                          <a:spcPts val="0"/>
                        </a:spcAft>
                        <a:buClr>
                          <a:srgbClr val="96999B"/>
                        </a:buClr>
                        <a:buSzTx/>
                        <a:buFont typeface="Symbol"/>
                        <a:buChar char=""/>
                        <a:tabLst>
                          <a:tab pos="333375" algn="l"/>
                        </a:tabLst>
                        <a:defRPr/>
                      </a:pPr>
                      <a:r>
                        <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傳閱宣傳備忘錄</a:t>
                      </a:r>
                      <a:endParaRPr lang="en-US" altLang="zh-TW"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auto"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審計師進場，啓動</a:t>
                      </a:r>
                      <a:r>
                        <a:rPr lang="en-GB"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2022/23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2023/24</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2024/25</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財年及</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2025/26</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財年首</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個月財務數據的</a:t>
                      </a:r>
                      <a:r>
                        <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審計工作</a:t>
                      </a:r>
                      <a:endParaRPr lang="en-US" altLang="zh-TW"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auto"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開始準備全套盡調文件需求清單及問卷</a:t>
                      </a:r>
                      <a:r>
                        <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（包括資產、業務、法律、財務、</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董事高管</a:t>
                      </a:r>
                      <a:r>
                        <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、關連交易、同業競爭等）​</a:t>
                      </a:r>
                      <a:endParaRPr lang="en-US" altLang="zh-TW"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marL="0" marR="0" marT="40005" marB="0">
                    <a:lnL w="635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4645" marR="0" lvl="0" indent="-170180" algn="l" defTabSz="914303" rtl="0" eaLnBrk="1" fontAlgn="auto" latinLnBrk="0" hangingPunct="1">
                        <a:lnSpc>
                          <a:spcPct val="100000"/>
                        </a:lnSpc>
                        <a:spcBef>
                          <a:spcPts val="0"/>
                        </a:spcBef>
                        <a:spcAft>
                          <a:spcPts val="0"/>
                        </a:spcAft>
                        <a:buClr>
                          <a:srgbClr val="96999B"/>
                        </a:buClr>
                        <a:buSzTx/>
                        <a:buFont typeface="Symbol"/>
                        <a:buChar char=""/>
                        <a:tabLst>
                          <a:tab pos="335280"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4645" marR="0" lvl="0" indent="-170180" algn="l" defTabSz="914303" rtl="0" eaLnBrk="1" fontAlgn="auto" latinLnBrk="0" hangingPunct="1">
                        <a:lnSpc>
                          <a:spcPct val="100000"/>
                        </a:lnSpc>
                        <a:spcBef>
                          <a:spcPts val="0"/>
                        </a:spcBef>
                        <a:spcAft>
                          <a:spcPts val="0"/>
                        </a:spcAft>
                        <a:buClr>
                          <a:srgbClr val="96999B"/>
                        </a:buClr>
                        <a:buSzTx/>
                        <a:buFont typeface="Symbol"/>
                        <a:buChar char=""/>
                        <a:tabLst>
                          <a:tab pos="335280" algn="l"/>
                        </a:tabLst>
                        <a:defRPr/>
                      </a:pPr>
                      <a:r>
                        <a:rPr lang="zh-CN" altLang="en-US" sz="900" b="1" kern="1200" dirty="0">
                          <a:solidFill>
                            <a:srgbClr val="FF0000"/>
                          </a:solidFill>
                          <a:latin typeface="Calibri" panose="020F0502020204030204" pitchFamily="34" charset="0"/>
                          <a:ea typeface="KaiTi" panose="02010609060101010101" pitchFamily="49" charset="-122"/>
                          <a:cs typeface="Calibri" panose="020F0502020204030204" pitchFamily="34" charset="0"/>
                        </a:rPr>
                        <a:t>全體</a:t>
                      </a:r>
                      <a:endParaRPr lang="en-US" altLang="zh-CN" sz="900" b="1" kern="1200" dirty="0">
                        <a:solidFill>
                          <a:srgbClr val="FF0000"/>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auto" latinLnBrk="0" hangingPunct="1">
                        <a:lnSpc>
                          <a:spcPct val="100000"/>
                        </a:lnSpc>
                        <a:spcBef>
                          <a:spcPts val="0"/>
                        </a:spcBef>
                        <a:spcAft>
                          <a:spcPts val="0"/>
                        </a:spcAft>
                        <a:buClr>
                          <a:srgbClr val="96999B"/>
                        </a:buClr>
                        <a:buSzTx/>
                        <a:buFont typeface="Symbol"/>
                        <a:buChar char=""/>
                        <a:tabLst>
                          <a:tab pos="333375" algn="l"/>
                        </a:tabLst>
                        <a:defRPr/>
                      </a:pPr>
                      <a:r>
                        <a:rPr kumimoji="0" lang="zh-TW" altLang="en-US" sz="900" b="0" i="0" u="none" strike="noStrike" kern="1200" cap="none" spc="0" normalizeH="0" baseline="0" noProof="0" dirty="0">
                          <a:ln>
                            <a:noFill/>
                          </a:ln>
                          <a:solidFill>
                            <a:schemeClr val="tx1"/>
                          </a:solidFill>
                          <a:effectLst/>
                          <a:uLnTx/>
                          <a:uFillTx/>
                          <a:latin typeface="Calibri" panose="020F0502020204030204" pitchFamily="34" charset="0"/>
                          <a:ea typeface="KaiTi" panose="02010609060101010101" pitchFamily="49" charset="-122"/>
                          <a:cs typeface="Calibri" panose="020F0502020204030204" pitchFamily="34" charset="0"/>
                        </a:rPr>
                        <a:t>公司香港</a:t>
                      </a:r>
                      <a:r>
                        <a:rPr kumimoji="0" lang="zh-CN" altLang="en-US" sz="900" b="0" i="0" u="none" strike="noStrike" kern="1200" cap="none" spc="0" normalizeH="0" baseline="0" noProof="0" dirty="0">
                          <a:ln>
                            <a:noFill/>
                          </a:ln>
                          <a:solidFill>
                            <a:schemeClr val="tx1"/>
                          </a:solidFill>
                          <a:effectLst/>
                          <a:uLnTx/>
                          <a:uFillTx/>
                          <a:latin typeface="Calibri" panose="020F0502020204030204" pitchFamily="34" charset="0"/>
                          <a:ea typeface="KaiTi" panose="02010609060101010101" pitchFamily="49" charset="-122"/>
                          <a:cs typeface="Calibri" panose="020F0502020204030204" pitchFamily="34" charset="0"/>
                        </a:rPr>
                        <a:t>律師</a:t>
                      </a:r>
                      <a:endParaRPr kumimoji="0" lang="en-US" altLang="zh-CN" sz="900" b="0" i="0" u="none" strike="noStrike" kern="1200" cap="none" spc="0" normalizeH="0" baseline="0" noProof="0" dirty="0">
                        <a:ln>
                          <a:noFill/>
                        </a:ln>
                        <a:solidFill>
                          <a:schemeClr val="tx1"/>
                        </a:solidFill>
                        <a:effectLst/>
                        <a:uLnTx/>
                        <a:uFillTx/>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auto" latinLnBrk="0" hangingPunct="1">
                        <a:lnSpc>
                          <a:spcPct val="100000"/>
                        </a:lnSpc>
                        <a:spcBef>
                          <a:spcPts val="0"/>
                        </a:spcBef>
                        <a:spcAft>
                          <a:spcPts val="0"/>
                        </a:spcAft>
                        <a:buClr>
                          <a:srgbClr val="96999B"/>
                        </a:buClr>
                        <a:buSzTx/>
                        <a:buFont typeface="Symbol"/>
                        <a:buChar char=""/>
                        <a:tabLst>
                          <a:tab pos="333375" algn="l"/>
                        </a:tabLst>
                        <a:defRPr/>
                      </a:pPr>
                      <a:r>
                        <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審計師</a:t>
                      </a:r>
                      <a:endParaRPr lang="en-US" altLang="zh-TW"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auto" latinLnBrk="0" hangingPunct="1">
                        <a:lnSpc>
                          <a:spcPct val="100000"/>
                        </a:lnSpc>
                        <a:spcBef>
                          <a:spcPts val="0"/>
                        </a:spcBef>
                        <a:spcAft>
                          <a:spcPts val="0"/>
                        </a:spcAft>
                        <a:buClr>
                          <a:srgbClr val="96999B"/>
                        </a:buClr>
                        <a:buSzTx/>
                        <a:buFont typeface="Symbol"/>
                        <a:buChar char=""/>
                        <a:tabLst>
                          <a:tab pos="333375" algn="l"/>
                        </a:tabLst>
                        <a:defRPr/>
                      </a:pPr>
                      <a:endParaRPr lang="en-US" altLang="zh-TW"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auto"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公司香港律師、保薦人香港律師</a:t>
                      </a:r>
                      <a:endParaRPr lang="en-US" altLang="zh-TW"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auto" latinLnBrk="0" hangingPunct="1">
                        <a:lnSpc>
                          <a:spcPct val="100000"/>
                        </a:lnSpc>
                        <a:spcBef>
                          <a:spcPts val="0"/>
                        </a:spcBef>
                        <a:spcAft>
                          <a:spcPts val="0"/>
                        </a:spcAft>
                        <a:buClr>
                          <a:srgbClr val="96999B"/>
                        </a:buClr>
                        <a:buSzTx/>
                        <a:buFont typeface="Symbol"/>
                        <a:buChar char=""/>
                        <a:tabLst>
                          <a:tab pos="333375" algn="l"/>
                        </a:tabLst>
                        <a:defRPr/>
                      </a:pPr>
                      <a:endParaRPr lang="en-US" altLang="zh-TW"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auto" latinLnBrk="0" hangingPunct="1">
                        <a:lnSpc>
                          <a:spcPct val="100000"/>
                        </a:lnSpc>
                        <a:spcBef>
                          <a:spcPts val="0"/>
                        </a:spcBef>
                        <a:spcAft>
                          <a:spcPts val="0"/>
                        </a:spcAft>
                        <a:buClr>
                          <a:srgbClr val="96999B"/>
                        </a:buClr>
                        <a:buSzTx/>
                        <a:buFont typeface="Symbol"/>
                        <a:buChar char=""/>
                        <a:tabLst>
                          <a:tab pos="333375" algn="l"/>
                        </a:tabLst>
                        <a:defRPr/>
                      </a:pPr>
                      <a:endParaRPr lang="en-US" altLang="zh-TW"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marL="0" marR="0" marT="40005" marB="0">
                    <a:lnL w="9525" cap="flat" cmpd="sng" algn="ctr">
                      <a:no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74600245"/>
                  </a:ext>
                </a:extLst>
              </a:tr>
              <a:tr h="1308330">
                <a:tc>
                  <a:txBody>
                    <a:bodyPr/>
                    <a:lstStyle/>
                    <a:p>
                      <a:pPr algn="l" rtl="0" fontAlgn="base"/>
                      <a:r>
                        <a:rPr lang="en-US" altLang="zh-TW" sz="900" b="0" i="0" dirty="0">
                          <a:solidFill>
                            <a:srgbClr val="000000"/>
                          </a:solidFill>
                          <a:effectLst/>
                          <a:latin typeface="KaiTi" panose="02010609060101010101" pitchFamily="49" charset="-122"/>
                          <a:ea typeface="KaiTi" panose="02010609060101010101" pitchFamily="49" charset="-122"/>
                        </a:rPr>
                        <a:t>07</a:t>
                      </a:r>
                      <a:r>
                        <a:rPr lang="zh-TW" altLang="en-US" sz="900" b="0" i="0" dirty="0">
                          <a:solidFill>
                            <a:srgbClr val="000000"/>
                          </a:solidFill>
                          <a:effectLst/>
                          <a:latin typeface="KaiTi" panose="02010609060101010101" pitchFamily="49" charset="-122"/>
                          <a:ea typeface="KaiTi" panose="02010609060101010101" pitchFamily="49" charset="-122"/>
                        </a:rPr>
                        <a:t>月</a:t>
                      </a:r>
                      <a:r>
                        <a:rPr lang="en-US" altLang="zh-TW" sz="900" b="0" i="0" dirty="0">
                          <a:solidFill>
                            <a:srgbClr val="000000"/>
                          </a:solidFill>
                          <a:effectLst/>
                          <a:latin typeface="KaiTi" panose="02010609060101010101" pitchFamily="49" charset="-122"/>
                          <a:ea typeface="KaiTi" panose="02010609060101010101" pitchFamily="49" charset="-122"/>
                        </a:rPr>
                        <a:t>28</a:t>
                      </a:r>
                      <a:r>
                        <a:rPr lang="zh-TW" altLang="en-US" sz="900" b="0" i="0" dirty="0">
                          <a:solidFill>
                            <a:srgbClr val="000000"/>
                          </a:solidFill>
                          <a:effectLst/>
                          <a:latin typeface="KaiTi" panose="02010609060101010101" pitchFamily="49" charset="-122"/>
                          <a:ea typeface="KaiTi" panose="02010609060101010101" pitchFamily="49" charset="-122"/>
                        </a:rPr>
                        <a:t>日一周​</a:t>
                      </a:r>
                      <a:endParaRPr lang="zh-TW" altLang="en-US" b="0" i="0" dirty="0">
                        <a:solidFill>
                          <a:srgbClr val="000000"/>
                        </a:solidFill>
                        <a:effectLst/>
                        <a:latin typeface="KaiTi" panose="02010609060101010101" pitchFamily="49" charset="-122"/>
                        <a:ea typeface="KaiTi" panose="02010609060101010101" pitchFamily="49" charset="-122"/>
                      </a:endParaRPr>
                    </a:p>
                    <a:p>
                      <a:pPr algn="l" rtl="0" fontAlgn="base"/>
                      <a:r>
                        <a:rPr lang="zh-TW" altLang="en-US" sz="900" b="0" i="0" dirty="0">
                          <a:solidFill>
                            <a:srgbClr val="000000"/>
                          </a:solidFill>
                          <a:effectLst/>
                          <a:latin typeface="KaiTi" panose="02010609060101010101" pitchFamily="49" charset="-122"/>
                          <a:ea typeface="KaiTi" panose="02010609060101010101" pitchFamily="49" charset="-122"/>
                        </a:rPr>
                        <a:t>​</a:t>
                      </a:r>
                      <a:endParaRPr lang="zh-TW" altLang="en-US" b="0" i="0" dirty="0">
                        <a:solidFill>
                          <a:srgbClr val="000000"/>
                        </a:solidFill>
                        <a:effectLst/>
                        <a:latin typeface="KaiTi" panose="02010609060101010101" pitchFamily="49" charset="-122"/>
                        <a:ea typeface="KaiTi" panose="02010609060101010101" pitchFamily="49" charset="-122"/>
                      </a:endParaRPr>
                    </a:p>
                  </a:txBody>
                  <a:tcPr>
                    <a:lnL>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繼續進行中介機構選聘工作，包括內控顧問、行業顧問、公司秘書，持續商議相關委任協議</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設立網上資料庫並開始梳理項目盡調文件</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開始準備管理層訪談問卷</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傳閲業務資訊需求清單（主要包括公司所有門店核心業務資訊需求）</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討論並</a:t>
                      </a:r>
                      <a:r>
                        <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確定上市主體架構及展開重組工作​</a:t>
                      </a:r>
                      <a:endParaRPr lang="en-US" altLang="zh-TW"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algn="l" rtl="0" fontAlgn="base">
                        <a:buFont typeface="Arial" panose="020B0604020202020204" pitchFamily="34" charset="0"/>
                        <a:buNone/>
                      </a:pPr>
                      <a:endParaRPr lang="zh-TW" altLang="en-US" b="0" i="0" dirty="0">
                        <a:solidFill>
                          <a:srgbClr val="000000"/>
                        </a:solidFill>
                        <a:effectLst/>
                        <a:latin typeface="KaiTi" panose="02010609060101010101" pitchFamily="49" charset="-122"/>
                        <a:ea typeface="KaiTi" panose="02010609060101010101" pitchFamily="49" charset="-122"/>
                      </a:endParaRPr>
                    </a:p>
                  </a:txBody>
                  <a:tcPr>
                    <a:lnL w="635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公司、保薦人、公司香港律師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保薦人香港律師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保薦人香港律師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公司、公司香港律師、保薦人、保薦人香港律師、審計師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9525" cap="flat" cmpd="sng" algn="ctr">
                      <a:no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1399501"/>
                  </a:ext>
                </a:extLst>
              </a:tr>
            </a:tbl>
          </a:graphicData>
        </a:graphic>
      </p:graphicFrame>
      <p:sp>
        <p:nvSpPr>
          <p:cNvPr id="9" name="object 29">
            <a:extLst>
              <a:ext uri="{FF2B5EF4-FFF2-40B4-BE49-F238E27FC236}">
                <a16:creationId xmlns:a16="http://schemas.microsoft.com/office/drawing/2014/main" id="{4C3FA053-95C7-4144-87FB-0CE5B8454618}"/>
              </a:ext>
            </a:extLst>
          </p:cNvPr>
          <p:cNvSpPr txBox="1">
            <a:spLocks/>
          </p:cNvSpPr>
          <p:nvPr/>
        </p:nvSpPr>
        <p:spPr>
          <a:xfrm>
            <a:off x="581296" y="6175879"/>
            <a:ext cx="7221583" cy="120546"/>
          </a:xfrm>
          <a:prstGeom prst="rect">
            <a:avLst/>
          </a:prstGeom>
        </p:spPr>
        <p:txBody>
          <a:bodyPr vert="horz" wrap="square" lIns="0" tIns="12700" rIns="0" bIns="0" rtlCol="0">
            <a:spAutoFit/>
          </a:bodyPr>
          <a:lstStyle>
            <a:defPPr>
              <a:defRPr lang="en-US"/>
            </a:defPPr>
            <a:lvl1pPr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1pPr>
            <a:lvl2pPr marL="457152"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2pPr>
            <a:lvl3pPr marL="914303"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3pPr>
            <a:lvl4pPr marL="1371455"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4pPr>
            <a:lvl5pPr marL="1828606"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5pPr>
            <a:lvl6pPr marL="2285758"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6pPr>
            <a:lvl7pPr marL="2742909"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7pPr>
            <a:lvl8pPr marL="3200061"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8pPr>
            <a:lvl9pPr marL="3657212"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9pPr>
          </a:lstStyle>
          <a:p>
            <a:pPr marL="57150">
              <a:spcBef>
                <a:spcPts val="100"/>
              </a:spcBef>
            </a:pPr>
            <a:r>
              <a:rPr lang="zh-TW" altLang="en-US" sz="700" spc="10">
                <a:latin typeface="KaiTi" panose="02010609060101010101" pitchFamily="49" charset="-122"/>
                <a:ea typeface="KaiTi" panose="02010609060101010101" pitchFamily="49" charset="-122"/>
              </a:rPr>
              <a:t>注：最終上市時間表將取決於監管部門審批速度、資本市場條件等各方面因素影響</a:t>
            </a:r>
            <a:endParaRPr lang="zh-CN" altLang="en-US" sz="700">
              <a:latin typeface="KaiTi" panose="02010609060101010101" pitchFamily="49" charset="-122"/>
              <a:ea typeface="KaiTi" panose="02010609060101010101" pitchFamily="49" charset="-122"/>
              <a:cs typeface="Arial"/>
            </a:endParaRPr>
          </a:p>
        </p:txBody>
      </p:sp>
    </p:spTree>
    <p:extLst>
      <p:ext uri="{BB962C8B-B14F-4D97-AF65-F5344CB8AC3E}">
        <p14:creationId xmlns:p14="http://schemas.microsoft.com/office/powerpoint/2010/main" val="38665022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9" name="Rectangle 2"/>
          <p:cNvSpPr>
            <a:spLocks noGrp="1" noChangeArrowheads="1"/>
          </p:cNvSpPr>
          <p:nvPr>
            <p:ph type="title"/>
          </p:nvPr>
        </p:nvSpPr>
        <p:spPr>
          <a:xfrm>
            <a:off x="663575" y="489692"/>
            <a:ext cx="7845552" cy="469159"/>
          </a:xfrm>
        </p:spPr>
        <p:txBody>
          <a:bodyPr/>
          <a:lstStyle/>
          <a:p>
            <a:r>
              <a:rPr lang="en-US" altLang="zh-CN" dirty="0">
                <a:latin typeface="Calibri" panose="020F0502020204030204" pitchFamily="34" charset="0"/>
                <a:ea typeface="KaiTi" panose="02010609060101010101" pitchFamily="49" charset="-122"/>
                <a:cs typeface="Calibri" panose="020F0502020204030204" pitchFamily="34" charset="0"/>
              </a:rPr>
              <a:t>4.2 </a:t>
            </a:r>
            <a:r>
              <a:rPr lang="zh-CN" altLang="en-US" dirty="0">
                <a:latin typeface="KaiTi" panose="02010609060101010101" pitchFamily="49" charset="-122"/>
                <a:ea typeface="KaiTi" panose="02010609060101010101" pitchFamily="49" charset="-122"/>
                <a:cs typeface="Calibri" panose="020F0502020204030204" pitchFamily="34" charset="0"/>
              </a:rPr>
              <a:t>詳細時間表</a:t>
            </a:r>
            <a:r>
              <a:rPr lang="en-US" altLang="zh-CN" dirty="0">
                <a:latin typeface="KaiTi" panose="02010609060101010101" pitchFamily="49" charset="-122"/>
                <a:ea typeface="KaiTi" panose="02010609060101010101" pitchFamily="49" charset="-122"/>
                <a:cs typeface="Calibri" panose="020F0502020204030204" pitchFamily="34" charset="0"/>
              </a:rPr>
              <a:t>(</a:t>
            </a:r>
            <a:r>
              <a:rPr lang="zh-CN" altLang="en-US" dirty="0">
                <a:latin typeface="KaiTi" panose="02010609060101010101" pitchFamily="49" charset="-122"/>
                <a:ea typeface="KaiTi" panose="02010609060101010101" pitchFamily="49" charset="-122"/>
                <a:cs typeface="Calibri" panose="020F0502020204030204" pitchFamily="34" charset="0"/>
              </a:rPr>
              <a:t>續</a:t>
            </a:r>
            <a:r>
              <a:rPr lang="en-US" altLang="zh-CN" dirty="0">
                <a:latin typeface="KaiTi" panose="02010609060101010101" pitchFamily="49" charset="-122"/>
                <a:ea typeface="KaiTi" panose="02010609060101010101" pitchFamily="49" charset="-122"/>
                <a:cs typeface="Calibri" panose="020F0502020204030204" pitchFamily="34" charset="0"/>
              </a:rPr>
              <a:t>)</a:t>
            </a:r>
            <a:endParaRPr lang="zh-CN" altLang="en-US" dirty="0">
              <a:latin typeface="KaiTi" panose="02010609060101010101" pitchFamily="49" charset="-122"/>
              <a:ea typeface="KaiTi" panose="02010609060101010101" pitchFamily="49" charset="-122"/>
              <a:cs typeface="Calibri" panose="020F0502020204030204" pitchFamily="34" charset="0"/>
            </a:endParaRPr>
          </a:p>
        </p:txBody>
      </p:sp>
      <p:sp>
        <p:nvSpPr>
          <p:cNvPr id="3" name="Slide Number Placeholder 2">
            <a:extLst>
              <a:ext uri="{FF2B5EF4-FFF2-40B4-BE49-F238E27FC236}">
                <a16:creationId xmlns:a16="http://schemas.microsoft.com/office/drawing/2014/main" id="{D2D69C45-4B89-4E7E-9F68-147BA17A180D}"/>
              </a:ext>
            </a:extLst>
          </p:cNvPr>
          <p:cNvSpPr>
            <a:spLocks noGrp="1"/>
          </p:cNvSpPr>
          <p:nvPr>
            <p:ph type="sldNum" sz="quarter" idx="10"/>
          </p:nvPr>
        </p:nvSpPr>
        <p:spPr/>
        <p:txBody>
          <a:bodyPr/>
          <a:lstStyle/>
          <a:p>
            <a:pPr>
              <a:defRPr/>
            </a:pPr>
            <a:fld id="{17AE90FD-2A67-4F1C-8A5E-6FE36A4F61F0}" type="slidenum">
              <a:rPr lang="en-US" altLang="en-US" smtClean="0">
                <a:latin typeface="Calibri" panose="020F0502020204030204" pitchFamily="34" charset="0"/>
                <a:cs typeface="Calibri" panose="020F0502020204030204" pitchFamily="34" charset="0"/>
              </a:rPr>
              <a:pPr>
                <a:defRPr/>
              </a:pPr>
              <a:t>13</a:t>
            </a:fld>
            <a:endParaRPr lang="en-US" altLang="en-US">
              <a:latin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E244F3F2-7B79-4167-8988-FDE4935724FB}"/>
              </a:ext>
            </a:extLst>
          </p:cNvPr>
          <p:cNvGraphicFramePr>
            <a:graphicFrameLocks noGrp="1"/>
          </p:cNvGraphicFramePr>
          <p:nvPr/>
        </p:nvGraphicFramePr>
        <p:xfrm>
          <a:off x="661691" y="1051330"/>
          <a:ext cx="7845552" cy="1455648"/>
        </p:xfrm>
        <a:graphic>
          <a:graphicData uri="http://schemas.openxmlformats.org/drawingml/2006/table">
            <a:tbl>
              <a:tblPr/>
              <a:tblGrid>
                <a:gridCol w="179355">
                  <a:extLst>
                    <a:ext uri="{9D8B030D-6E8A-4147-A177-3AD203B41FA5}">
                      <a16:colId xmlns:a16="http://schemas.microsoft.com/office/drawing/2014/main" val="632863646"/>
                    </a:ext>
                  </a:extLst>
                </a:gridCol>
                <a:gridCol w="179355">
                  <a:extLst>
                    <a:ext uri="{9D8B030D-6E8A-4147-A177-3AD203B41FA5}">
                      <a16:colId xmlns:a16="http://schemas.microsoft.com/office/drawing/2014/main" val="4260500397"/>
                    </a:ext>
                  </a:extLst>
                </a:gridCol>
                <a:gridCol w="179355">
                  <a:extLst>
                    <a:ext uri="{9D8B030D-6E8A-4147-A177-3AD203B41FA5}">
                      <a16:colId xmlns:a16="http://schemas.microsoft.com/office/drawing/2014/main" val="3714215512"/>
                    </a:ext>
                  </a:extLst>
                </a:gridCol>
                <a:gridCol w="179355">
                  <a:extLst>
                    <a:ext uri="{9D8B030D-6E8A-4147-A177-3AD203B41FA5}">
                      <a16:colId xmlns:a16="http://schemas.microsoft.com/office/drawing/2014/main" val="1252371493"/>
                    </a:ext>
                  </a:extLst>
                </a:gridCol>
                <a:gridCol w="179355">
                  <a:extLst>
                    <a:ext uri="{9D8B030D-6E8A-4147-A177-3AD203B41FA5}">
                      <a16:colId xmlns:a16="http://schemas.microsoft.com/office/drawing/2014/main" val="258922648"/>
                    </a:ext>
                  </a:extLst>
                </a:gridCol>
                <a:gridCol w="179355">
                  <a:extLst>
                    <a:ext uri="{9D8B030D-6E8A-4147-A177-3AD203B41FA5}">
                      <a16:colId xmlns:a16="http://schemas.microsoft.com/office/drawing/2014/main" val="2212696656"/>
                    </a:ext>
                  </a:extLst>
                </a:gridCol>
                <a:gridCol w="179355">
                  <a:extLst>
                    <a:ext uri="{9D8B030D-6E8A-4147-A177-3AD203B41FA5}">
                      <a16:colId xmlns:a16="http://schemas.microsoft.com/office/drawing/2014/main" val="2203261074"/>
                    </a:ext>
                  </a:extLst>
                </a:gridCol>
                <a:gridCol w="73885">
                  <a:extLst>
                    <a:ext uri="{9D8B030D-6E8A-4147-A177-3AD203B41FA5}">
                      <a16:colId xmlns:a16="http://schemas.microsoft.com/office/drawing/2014/main" val="3466189971"/>
                    </a:ext>
                  </a:extLst>
                </a:gridCol>
                <a:gridCol w="177327">
                  <a:extLst>
                    <a:ext uri="{9D8B030D-6E8A-4147-A177-3AD203B41FA5}">
                      <a16:colId xmlns:a16="http://schemas.microsoft.com/office/drawing/2014/main" val="3276882706"/>
                    </a:ext>
                  </a:extLst>
                </a:gridCol>
                <a:gridCol w="179355">
                  <a:extLst>
                    <a:ext uri="{9D8B030D-6E8A-4147-A177-3AD203B41FA5}">
                      <a16:colId xmlns:a16="http://schemas.microsoft.com/office/drawing/2014/main" val="703712399"/>
                    </a:ext>
                  </a:extLst>
                </a:gridCol>
                <a:gridCol w="179355">
                  <a:extLst>
                    <a:ext uri="{9D8B030D-6E8A-4147-A177-3AD203B41FA5}">
                      <a16:colId xmlns:a16="http://schemas.microsoft.com/office/drawing/2014/main" val="3928445052"/>
                    </a:ext>
                  </a:extLst>
                </a:gridCol>
                <a:gridCol w="177328">
                  <a:extLst>
                    <a:ext uri="{9D8B030D-6E8A-4147-A177-3AD203B41FA5}">
                      <a16:colId xmlns:a16="http://schemas.microsoft.com/office/drawing/2014/main" val="2193126482"/>
                    </a:ext>
                  </a:extLst>
                </a:gridCol>
                <a:gridCol w="177327">
                  <a:extLst>
                    <a:ext uri="{9D8B030D-6E8A-4147-A177-3AD203B41FA5}">
                      <a16:colId xmlns:a16="http://schemas.microsoft.com/office/drawing/2014/main" val="439283271"/>
                    </a:ext>
                  </a:extLst>
                </a:gridCol>
                <a:gridCol w="179355">
                  <a:extLst>
                    <a:ext uri="{9D8B030D-6E8A-4147-A177-3AD203B41FA5}">
                      <a16:colId xmlns:a16="http://schemas.microsoft.com/office/drawing/2014/main" val="1967768558"/>
                    </a:ext>
                  </a:extLst>
                </a:gridCol>
                <a:gridCol w="177327">
                  <a:extLst>
                    <a:ext uri="{9D8B030D-6E8A-4147-A177-3AD203B41FA5}">
                      <a16:colId xmlns:a16="http://schemas.microsoft.com/office/drawing/2014/main" val="2896965937"/>
                    </a:ext>
                  </a:extLst>
                </a:gridCol>
                <a:gridCol w="73885">
                  <a:extLst>
                    <a:ext uri="{9D8B030D-6E8A-4147-A177-3AD203B41FA5}">
                      <a16:colId xmlns:a16="http://schemas.microsoft.com/office/drawing/2014/main" val="2556315855"/>
                    </a:ext>
                  </a:extLst>
                </a:gridCol>
                <a:gridCol w="177327">
                  <a:extLst>
                    <a:ext uri="{9D8B030D-6E8A-4147-A177-3AD203B41FA5}">
                      <a16:colId xmlns:a16="http://schemas.microsoft.com/office/drawing/2014/main" val="2851345119"/>
                    </a:ext>
                  </a:extLst>
                </a:gridCol>
                <a:gridCol w="177327">
                  <a:extLst>
                    <a:ext uri="{9D8B030D-6E8A-4147-A177-3AD203B41FA5}">
                      <a16:colId xmlns:a16="http://schemas.microsoft.com/office/drawing/2014/main" val="4169969330"/>
                    </a:ext>
                  </a:extLst>
                </a:gridCol>
                <a:gridCol w="177327">
                  <a:extLst>
                    <a:ext uri="{9D8B030D-6E8A-4147-A177-3AD203B41FA5}">
                      <a16:colId xmlns:a16="http://schemas.microsoft.com/office/drawing/2014/main" val="4133801659"/>
                    </a:ext>
                  </a:extLst>
                </a:gridCol>
                <a:gridCol w="177327">
                  <a:extLst>
                    <a:ext uri="{9D8B030D-6E8A-4147-A177-3AD203B41FA5}">
                      <a16:colId xmlns:a16="http://schemas.microsoft.com/office/drawing/2014/main" val="2484976351"/>
                    </a:ext>
                  </a:extLst>
                </a:gridCol>
                <a:gridCol w="177327">
                  <a:extLst>
                    <a:ext uri="{9D8B030D-6E8A-4147-A177-3AD203B41FA5}">
                      <a16:colId xmlns:a16="http://schemas.microsoft.com/office/drawing/2014/main" val="2188070336"/>
                    </a:ext>
                  </a:extLst>
                </a:gridCol>
                <a:gridCol w="177327">
                  <a:extLst>
                    <a:ext uri="{9D8B030D-6E8A-4147-A177-3AD203B41FA5}">
                      <a16:colId xmlns:a16="http://schemas.microsoft.com/office/drawing/2014/main" val="1632072575"/>
                    </a:ext>
                  </a:extLst>
                </a:gridCol>
                <a:gridCol w="177327">
                  <a:extLst>
                    <a:ext uri="{9D8B030D-6E8A-4147-A177-3AD203B41FA5}">
                      <a16:colId xmlns:a16="http://schemas.microsoft.com/office/drawing/2014/main" val="624347247"/>
                    </a:ext>
                  </a:extLst>
                </a:gridCol>
                <a:gridCol w="73885">
                  <a:extLst>
                    <a:ext uri="{9D8B030D-6E8A-4147-A177-3AD203B41FA5}">
                      <a16:colId xmlns:a16="http://schemas.microsoft.com/office/drawing/2014/main" val="1593100744"/>
                    </a:ext>
                  </a:extLst>
                </a:gridCol>
                <a:gridCol w="177327">
                  <a:extLst>
                    <a:ext uri="{9D8B030D-6E8A-4147-A177-3AD203B41FA5}">
                      <a16:colId xmlns:a16="http://schemas.microsoft.com/office/drawing/2014/main" val="37193534"/>
                    </a:ext>
                  </a:extLst>
                </a:gridCol>
                <a:gridCol w="177327">
                  <a:extLst>
                    <a:ext uri="{9D8B030D-6E8A-4147-A177-3AD203B41FA5}">
                      <a16:colId xmlns:a16="http://schemas.microsoft.com/office/drawing/2014/main" val="2912563522"/>
                    </a:ext>
                  </a:extLst>
                </a:gridCol>
                <a:gridCol w="177327">
                  <a:extLst>
                    <a:ext uri="{9D8B030D-6E8A-4147-A177-3AD203B41FA5}">
                      <a16:colId xmlns:a16="http://schemas.microsoft.com/office/drawing/2014/main" val="954881887"/>
                    </a:ext>
                  </a:extLst>
                </a:gridCol>
                <a:gridCol w="177327">
                  <a:extLst>
                    <a:ext uri="{9D8B030D-6E8A-4147-A177-3AD203B41FA5}">
                      <a16:colId xmlns:a16="http://schemas.microsoft.com/office/drawing/2014/main" val="689814166"/>
                    </a:ext>
                  </a:extLst>
                </a:gridCol>
                <a:gridCol w="177327">
                  <a:extLst>
                    <a:ext uri="{9D8B030D-6E8A-4147-A177-3AD203B41FA5}">
                      <a16:colId xmlns:a16="http://schemas.microsoft.com/office/drawing/2014/main" val="928905181"/>
                    </a:ext>
                  </a:extLst>
                </a:gridCol>
                <a:gridCol w="177327">
                  <a:extLst>
                    <a:ext uri="{9D8B030D-6E8A-4147-A177-3AD203B41FA5}">
                      <a16:colId xmlns:a16="http://schemas.microsoft.com/office/drawing/2014/main" val="2690568607"/>
                    </a:ext>
                  </a:extLst>
                </a:gridCol>
                <a:gridCol w="177327">
                  <a:extLst>
                    <a:ext uri="{9D8B030D-6E8A-4147-A177-3AD203B41FA5}">
                      <a16:colId xmlns:a16="http://schemas.microsoft.com/office/drawing/2014/main" val="1150948352"/>
                    </a:ext>
                  </a:extLst>
                </a:gridCol>
                <a:gridCol w="73885">
                  <a:extLst>
                    <a:ext uri="{9D8B030D-6E8A-4147-A177-3AD203B41FA5}">
                      <a16:colId xmlns:a16="http://schemas.microsoft.com/office/drawing/2014/main" val="2770791567"/>
                    </a:ext>
                  </a:extLst>
                </a:gridCol>
                <a:gridCol w="179355">
                  <a:extLst>
                    <a:ext uri="{9D8B030D-6E8A-4147-A177-3AD203B41FA5}">
                      <a16:colId xmlns:a16="http://schemas.microsoft.com/office/drawing/2014/main" val="400803536"/>
                    </a:ext>
                  </a:extLst>
                </a:gridCol>
                <a:gridCol w="177327">
                  <a:extLst>
                    <a:ext uri="{9D8B030D-6E8A-4147-A177-3AD203B41FA5}">
                      <a16:colId xmlns:a16="http://schemas.microsoft.com/office/drawing/2014/main" val="324400351"/>
                    </a:ext>
                  </a:extLst>
                </a:gridCol>
                <a:gridCol w="179355">
                  <a:extLst>
                    <a:ext uri="{9D8B030D-6E8A-4147-A177-3AD203B41FA5}">
                      <a16:colId xmlns:a16="http://schemas.microsoft.com/office/drawing/2014/main" val="3414373981"/>
                    </a:ext>
                  </a:extLst>
                </a:gridCol>
                <a:gridCol w="177327">
                  <a:extLst>
                    <a:ext uri="{9D8B030D-6E8A-4147-A177-3AD203B41FA5}">
                      <a16:colId xmlns:a16="http://schemas.microsoft.com/office/drawing/2014/main" val="2840464089"/>
                    </a:ext>
                  </a:extLst>
                </a:gridCol>
                <a:gridCol w="177327">
                  <a:extLst>
                    <a:ext uri="{9D8B030D-6E8A-4147-A177-3AD203B41FA5}">
                      <a16:colId xmlns:a16="http://schemas.microsoft.com/office/drawing/2014/main" val="2436347823"/>
                    </a:ext>
                  </a:extLst>
                </a:gridCol>
                <a:gridCol w="177327">
                  <a:extLst>
                    <a:ext uri="{9D8B030D-6E8A-4147-A177-3AD203B41FA5}">
                      <a16:colId xmlns:a16="http://schemas.microsoft.com/office/drawing/2014/main" val="121630100"/>
                    </a:ext>
                  </a:extLst>
                </a:gridCol>
                <a:gridCol w="177327">
                  <a:extLst>
                    <a:ext uri="{9D8B030D-6E8A-4147-A177-3AD203B41FA5}">
                      <a16:colId xmlns:a16="http://schemas.microsoft.com/office/drawing/2014/main" val="145758586"/>
                    </a:ext>
                  </a:extLst>
                </a:gridCol>
                <a:gridCol w="73885">
                  <a:extLst>
                    <a:ext uri="{9D8B030D-6E8A-4147-A177-3AD203B41FA5}">
                      <a16:colId xmlns:a16="http://schemas.microsoft.com/office/drawing/2014/main" val="2497428264"/>
                    </a:ext>
                  </a:extLst>
                </a:gridCol>
                <a:gridCol w="177327">
                  <a:extLst>
                    <a:ext uri="{9D8B030D-6E8A-4147-A177-3AD203B41FA5}">
                      <a16:colId xmlns:a16="http://schemas.microsoft.com/office/drawing/2014/main" val="208355606"/>
                    </a:ext>
                  </a:extLst>
                </a:gridCol>
                <a:gridCol w="177327">
                  <a:extLst>
                    <a:ext uri="{9D8B030D-6E8A-4147-A177-3AD203B41FA5}">
                      <a16:colId xmlns:a16="http://schemas.microsoft.com/office/drawing/2014/main" val="42835667"/>
                    </a:ext>
                  </a:extLst>
                </a:gridCol>
                <a:gridCol w="179355">
                  <a:extLst>
                    <a:ext uri="{9D8B030D-6E8A-4147-A177-3AD203B41FA5}">
                      <a16:colId xmlns:a16="http://schemas.microsoft.com/office/drawing/2014/main" val="3095660120"/>
                    </a:ext>
                  </a:extLst>
                </a:gridCol>
                <a:gridCol w="177327">
                  <a:extLst>
                    <a:ext uri="{9D8B030D-6E8A-4147-A177-3AD203B41FA5}">
                      <a16:colId xmlns:a16="http://schemas.microsoft.com/office/drawing/2014/main" val="1582095268"/>
                    </a:ext>
                  </a:extLst>
                </a:gridCol>
                <a:gridCol w="177327">
                  <a:extLst>
                    <a:ext uri="{9D8B030D-6E8A-4147-A177-3AD203B41FA5}">
                      <a16:colId xmlns:a16="http://schemas.microsoft.com/office/drawing/2014/main" val="1003476852"/>
                    </a:ext>
                  </a:extLst>
                </a:gridCol>
                <a:gridCol w="177327">
                  <a:extLst>
                    <a:ext uri="{9D8B030D-6E8A-4147-A177-3AD203B41FA5}">
                      <a16:colId xmlns:a16="http://schemas.microsoft.com/office/drawing/2014/main" val="2914094909"/>
                    </a:ext>
                  </a:extLst>
                </a:gridCol>
                <a:gridCol w="179355">
                  <a:extLst>
                    <a:ext uri="{9D8B030D-6E8A-4147-A177-3AD203B41FA5}">
                      <a16:colId xmlns:a16="http://schemas.microsoft.com/office/drawing/2014/main" val="3126486074"/>
                    </a:ext>
                  </a:extLst>
                </a:gridCol>
              </a:tblGrid>
              <a:tr h="166898">
                <a:tc gridSpan="47">
                  <a:txBody>
                    <a:bodyPr/>
                    <a:lstStyle/>
                    <a:p>
                      <a:pPr marL="0" marR="0" lvl="0" indent="0" algn="ctr" defTabSz="914303" rtl="0" eaLnBrk="1" fontAlgn="b" latinLnBrk="0" hangingPunct="1">
                        <a:lnSpc>
                          <a:spcPct val="100000"/>
                        </a:lnSpc>
                        <a:spcBef>
                          <a:spcPts val="0"/>
                        </a:spcBef>
                        <a:spcAft>
                          <a:spcPts val="0"/>
                        </a:spcAft>
                        <a:buClrTx/>
                        <a:buSzTx/>
                        <a:buFontTx/>
                        <a:buNone/>
                        <a:tabLst/>
                        <a:defRPr/>
                      </a:pPr>
                      <a:r>
                        <a:rPr lang="en-US" altLang="zh-CN" sz="1000" b="1" i="0" u="none" strike="noStrike">
                          <a:solidFill>
                            <a:schemeClr val="bg1"/>
                          </a:solidFill>
                          <a:effectLst/>
                          <a:latin typeface="Calibri"/>
                          <a:ea typeface="KaiTi"/>
                          <a:cs typeface="Calibri"/>
                        </a:rPr>
                        <a:t>2025</a:t>
                      </a:r>
                      <a:r>
                        <a:rPr lang="zh-TW" altLang="en-US" sz="1000" b="1" i="0" u="none" strike="noStrike">
                          <a:solidFill>
                            <a:schemeClr val="bg1"/>
                          </a:solidFill>
                          <a:effectLst/>
                          <a:latin typeface="Calibri"/>
                          <a:ea typeface="KaiTi"/>
                          <a:cs typeface="Calibri"/>
                        </a:rPr>
                        <a:t>年</a:t>
                      </a:r>
                      <a:endParaRPr lang="zh-CN" altLang="en-US" sz="1000" b="1" i="0" u="none" strike="noStrike">
                        <a:solidFill>
                          <a:schemeClr val="bg1"/>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10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654876597"/>
                  </a:ext>
                </a:extLst>
              </a:tr>
              <a:tr h="0">
                <a:tc gridSpan="7">
                  <a:txBody>
                    <a:bodyPr/>
                    <a:lstStyle/>
                    <a:p>
                      <a:pPr algn="ctr" fontAlgn="b"/>
                      <a:r>
                        <a:rPr lang="zh-CN" altLang="en-US" sz="900" b="1" i="0" u="none" strike="noStrike">
                          <a:solidFill>
                            <a:schemeClr val="tx1"/>
                          </a:solidFill>
                          <a:effectLst/>
                          <a:latin typeface="Calibri"/>
                          <a:ea typeface="KaiTi"/>
                          <a:cs typeface="Calibri"/>
                        </a:rPr>
                        <a:t>七月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八月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九月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十一月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十二月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363705868"/>
                  </a:ext>
                </a:extLst>
              </a:tr>
              <a:tr h="56606">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65871770"/>
                  </a:ext>
                </a:extLst>
              </a:tr>
              <a:tr h="56606">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rPr>
                        <a:t>1</a:t>
                      </a:r>
                      <a:endParaRPr lang="en-US" sz="800" b="0" i="0" u="none" strike="noStrike">
                        <a:solidFill>
                          <a:schemeClr val="accent3"/>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chemeClr val="tx1"/>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0755468"/>
                  </a:ext>
                </a:extLst>
              </a:tr>
              <a:tr h="56606">
                <a:tc>
                  <a:txBody>
                    <a:bodyPr/>
                    <a:lstStyle/>
                    <a:p>
                      <a:pPr algn="ctr" fontAlgn="b"/>
                      <a:r>
                        <a:rPr lang="en-US" sz="800" b="0" i="0" u="none" strike="noStrike">
                          <a:solidFill>
                            <a:srgbClr val="C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2"/>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7850027"/>
                  </a:ext>
                </a:extLst>
              </a:tr>
              <a:tr h="75284">
                <a:tc>
                  <a:txBody>
                    <a:bodyPr/>
                    <a:lstStyle/>
                    <a:p>
                      <a:pPr algn="ctr" fontAlgn="b"/>
                      <a:r>
                        <a:rPr lang="en-US" sz="800" b="0" i="0" u="none" strike="noStrike">
                          <a:solidFill>
                            <a:srgbClr val="C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6722627"/>
                  </a:ext>
                </a:extLst>
              </a:tr>
              <a:tr h="56606">
                <a:tc>
                  <a:txBody>
                    <a:bodyPr/>
                    <a:lstStyle/>
                    <a:p>
                      <a:pPr algn="ctr" fontAlgn="b"/>
                      <a:r>
                        <a:rPr lang="en-US" sz="800" b="0" i="0" u="none" strike="noStrike">
                          <a:solidFill>
                            <a:srgbClr val="C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accent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accent1"/>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7577297"/>
                  </a:ext>
                </a:extLst>
              </a:tr>
              <a:tr h="103918">
                <a:tc>
                  <a:txBody>
                    <a:bodyPr/>
                    <a:lstStyle/>
                    <a:p>
                      <a:pPr algn="ctr" fontAlgn="b"/>
                      <a:r>
                        <a:rPr lang="en-US" sz="800" b="0" i="0" u="none" strike="noStrike">
                          <a:solidFill>
                            <a:srgbClr val="C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0248100"/>
                  </a:ext>
                </a:extLst>
              </a:tr>
              <a:tr h="56606">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5904094"/>
                  </a:ext>
                </a:extLst>
              </a:tr>
              <a:tr h="56606">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8002859"/>
                  </a:ext>
                </a:extLst>
              </a:tr>
              <a:tr h="56606">
                <a:tc gridSpan="6">
                  <a:txBody>
                    <a:bodyPr/>
                    <a:lstStyle/>
                    <a:p>
                      <a:pPr algn="l" fontAlgn="b"/>
                      <a:r>
                        <a:rPr lang="zh-TW"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香港公眾假期</a:t>
                      </a:r>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93343203"/>
                  </a:ext>
                </a:extLst>
              </a:tr>
            </a:tbl>
          </a:graphicData>
        </a:graphic>
      </p:graphicFrame>
      <p:graphicFrame>
        <p:nvGraphicFramePr>
          <p:cNvPr id="7" name="object 28">
            <a:extLst>
              <a:ext uri="{FF2B5EF4-FFF2-40B4-BE49-F238E27FC236}">
                <a16:creationId xmlns:a16="http://schemas.microsoft.com/office/drawing/2014/main" id="{90B85D19-D6FB-4A3A-9A02-691B0E9D75BA}"/>
              </a:ext>
            </a:extLst>
          </p:cNvPr>
          <p:cNvGraphicFramePr>
            <a:graphicFrameLocks noGrp="1"/>
          </p:cNvGraphicFramePr>
          <p:nvPr>
            <p:extLst>
              <p:ext uri="{D42A27DB-BD31-4B8C-83A1-F6EECF244321}">
                <p14:modId xmlns:p14="http://schemas.microsoft.com/office/powerpoint/2010/main" val="1535915554"/>
              </p:ext>
            </p:extLst>
          </p:nvPr>
        </p:nvGraphicFramePr>
        <p:xfrm>
          <a:off x="271934" y="2671518"/>
          <a:ext cx="8628833" cy="3241603"/>
        </p:xfrm>
        <a:graphic>
          <a:graphicData uri="http://schemas.openxmlformats.org/drawingml/2006/table">
            <a:tbl>
              <a:tblPr firstRow="1" bandRow="1">
                <a:tableStyleId>{2D5ABB26-0587-4C30-8999-92F81FD0307C}</a:tableStyleId>
              </a:tblPr>
              <a:tblGrid>
                <a:gridCol w="1156272">
                  <a:extLst>
                    <a:ext uri="{9D8B030D-6E8A-4147-A177-3AD203B41FA5}">
                      <a16:colId xmlns:a16="http://schemas.microsoft.com/office/drawing/2014/main" val="20000"/>
                    </a:ext>
                  </a:extLst>
                </a:gridCol>
                <a:gridCol w="4831583">
                  <a:extLst>
                    <a:ext uri="{9D8B030D-6E8A-4147-A177-3AD203B41FA5}">
                      <a16:colId xmlns:a16="http://schemas.microsoft.com/office/drawing/2014/main" val="20001"/>
                    </a:ext>
                  </a:extLst>
                </a:gridCol>
                <a:gridCol w="2640978">
                  <a:extLst>
                    <a:ext uri="{9D8B030D-6E8A-4147-A177-3AD203B41FA5}">
                      <a16:colId xmlns:a16="http://schemas.microsoft.com/office/drawing/2014/main" val="20002"/>
                    </a:ext>
                  </a:extLst>
                </a:gridCol>
              </a:tblGrid>
              <a:tr h="163899">
                <a:tc>
                  <a:txBody>
                    <a:bodyPr/>
                    <a:lstStyle/>
                    <a:p>
                      <a:pPr marL="85725" algn="l">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日期</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w="12700">
                      <a:noFill/>
                      <a:prstDash val="solid"/>
                    </a:lnL>
                    <a:lnR>
                      <a:noFill/>
                    </a:lnR>
                    <a:lnT w="12700">
                      <a:noFill/>
                      <a:prstDash val="solid"/>
                    </a:lnT>
                    <a:lnB w="6350">
                      <a:noFill/>
                      <a:prstDash val="solid"/>
                    </a:lnB>
                    <a:lnTlToBr w="12700" cmpd="sng">
                      <a:noFill/>
                      <a:prstDash val="solid"/>
                    </a:lnTlToBr>
                    <a:lnBlToTr w="12700" cmpd="sng">
                      <a:noFill/>
                      <a:prstDash val="solid"/>
                    </a:lnBlToTr>
                    <a:solidFill>
                      <a:srgbClr val="C00000"/>
                    </a:solidFill>
                  </a:tcPr>
                </a:tc>
                <a:tc>
                  <a:txBody>
                    <a:bodyPr/>
                    <a:lstStyle/>
                    <a:p>
                      <a:pPr marL="93345" algn="ctr">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主要事項</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a:noFill/>
                    </a:lnL>
                    <a:lnR>
                      <a:noFill/>
                    </a:lnR>
                    <a:lnT w="12700">
                      <a:noFill/>
                      <a:prstDash val="solid"/>
                    </a:lnT>
                    <a:lnB w="6350">
                      <a:noFill/>
                      <a:prstDash val="solid"/>
                    </a:lnB>
                    <a:lnTlToBr w="12700" cmpd="sng">
                      <a:noFill/>
                      <a:prstDash val="solid"/>
                    </a:lnTlToBr>
                    <a:lnBlToTr w="12700" cmpd="sng">
                      <a:noFill/>
                      <a:prstDash val="solid"/>
                    </a:lnBlToTr>
                    <a:solidFill>
                      <a:srgbClr val="C00000"/>
                    </a:solidFill>
                  </a:tcPr>
                </a:tc>
                <a:tc>
                  <a:txBody>
                    <a:bodyPr/>
                    <a:lstStyle/>
                    <a:p>
                      <a:pPr marL="95250" algn="ctr">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主要負責方</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a:noFill/>
                    </a:lnL>
                    <a:lnR w="12700">
                      <a:noFill/>
                      <a:prstDash val="solid"/>
                    </a:lnR>
                    <a:lnT w="12700">
                      <a:noFill/>
                      <a:prstDash val="solid"/>
                    </a:lnT>
                    <a:lnB w="6350">
                      <a:noFill/>
                      <a:prstDash val="soli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0000"/>
                  </a:ext>
                </a:extLst>
              </a:tr>
              <a:tr h="139317">
                <a:tc gridSpan="3">
                  <a:txBody>
                    <a:bodyPr/>
                    <a:lstStyle/>
                    <a:p>
                      <a:pPr marL="85725">
                        <a:lnSpc>
                          <a:spcPct val="100000"/>
                        </a:lnSpc>
                        <a:spcBef>
                          <a:spcPts val="315"/>
                        </a:spcBef>
                      </a:pPr>
                      <a:r>
                        <a:rPr lang="en-US" altLang="zh-CN" sz="1000" b="1" u="none" dirty="0">
                          <a:solidFill>
                            <a:schemeClr val="tx1"/>
                          </a:solidFill>
                          <a:latin typeface="Calibri" panose="020F0502020204030204" pitchFamily="34" charset="0"/>
                          <a:ea typeface="KaiTi" panose="02010609060101010101" pitchFamily="49" charset="-122"/>
                          <a:cs typeface="Calibri" panose="020F0502020204030204" pitchFamily="34" charset="0"/>
                        </a:rPr>
                        <a:t>2025</a:t>
                      </a:r>
                      <a:r>
                        <a:rPr lang="zh-CN" altLang="en-US" sz="1000" b="1" u="none" dirty="0">
                          <a:solidFill>
                            <a:schemeClr val="tx1"/>
                          </a:solidFill>
                          <a:latin typeface="Calibri" panose="020F0502020204030204" pitchFamily="34" charset="0"/>
                          <a:ea typeface="KaiTi" panose="02010609060101010101" pitchFamily="49" charset="-122"/>
                          <a:cs typeface="Calibri" panose="020F0502020204030204" pitchFamily="34" charset="0"/>
                        </a:rPr>
                        <a:t>年</a:t>
                      </a:r>
                      <a:endParaRPr sz="1000" b="1" u="none"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marL="0" marR="0" marT="40005" marB="0">
                    <a:lnL>
                      <a:noFill/>
                    </a:lnL>
                    <a:lnR>
                      <a:noFill/>
                    </a:lnR>
                    <a:lnT w="6350">
                      <a:noFill/>
                      <a:prstDash val="soli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332740" indent="-170180">
                        <a:lnSpc>
                          <a:spcPct val="100000"/>
                        </a:lnSpc>
                        <a:spcBef>
                          <a:spcPts val="315"/>
                        </a:spcBef>
                        <a:buClr>
                          <a:srgbClr val="96999B"/>
                        </a:buClr>
                        <a:buFont typeface="Symbol"/>
                        <a:buChar char=""/>
                        <a:tabLst>
                          <a:tab pos="333375" algn="l"/>
                        </a:tabLst>
                      </a:pPr>
                      <a:endParaRPr lang="zh-CN" altLang="en-US" sz="850">
                        <a:solidFill>
                          <a:srgbClr val="52555A"/>
                        </a:solidFill>
                        <a:latin typeface="Calibri" panose="020F0502020204030204" pitchFamily="34" charset="0"/>
                        <a:cs typeface="Calibri" panose="020F0502020204030204" pitchFamily="34" charset="0"/>
                      </a:endParaRPr>
                    </a:p>
                  </a:txBody>
                  <a:tcPr marL="0" marR="0" marT="40005" marB="0">
                    <a:lnL w="6350" cap="flat" cmpd="sng" algn="ctr">
                      <a:solidFill>
                        <a:srgbClr val="52555A"/>
                      </a:solidFill>
                      <a:prstDash val="solid"/>
                      <a:round/>
                      <a:headEnd type="none" w="med" len="med"/>
                      <a:tailEnd type="none" w="med" len="med"/>
                    </a:lnL>
                    <a:lnR w="9525" cap="flat" cmpd="sng" algn="ctr">
                      <a:solidFill>
                        <a:srgbClr val="52555A"/>
                      </a:solidFill>
                      <a:prstDash val="solid"/>
                      <a:round/>
                      <a:headEnd type="none" w="med" len="med"/>
                      <a:tailEnd type="none" w="med" len="med"/>
                    </a:lnR>
                    <a:lnT w="6350">
                      <a:solidFill>
                        <a:srgbClr val="52555A"/>
                      </a:solidFill>
                      <a:prstDash val="solid"/>
                    </a:lnT>
                    <a:lnB w="6350" cap="flat" cmpd="sng" algn="ctr">
                      <a:solidFill>
                        <a:srgbClr val="52555A"/>
                      </a:solidFill>
                      <a:prstDash val="solid"/>
                      <a:round/>
                      <a:headEnd type="none" w="med" len="med"/>
                      <a:tailEnd type="none" w="med" len="med"/>
                    </a:lnB>
                  </a:tcPr>
                </a:tc>
                <a:tc hMerge="1">
                  <a:txBody>
                    <a:bodyPr/>
                    <a:lstStyle/>
                    <a:p>
                      <a:pPr marL="334645" indent="-170180">
                        <a:lnSpc>
                          <a:spcPct val="100000"/>
                        </a:lnSpc>
                        <a:spcBef>
                          <a:spcPts val="315"/>
                        </a:spcBef>
                        <a:buClr>
                          <a:srgbClr val="96999B"/>
                        </a:buClr>
                        <a:buFont typeface="Symbol"/>
                        <a:buChar char=""/>
                        <a:tabLst>
                          <a:tab pos="335280" algn="l"/>
                        </a:tabLst>
                      </a:pPr>
                      <a:endParaRPr sz="850">
                        <a:latin typeface="Calibri" panose="020F0502020204030204" pitchFamily="34" charset="0"/>
                        <a:cs typeface="Calibri" panose="020F0502020204030204" pitchFamily="34" charset="0"/>
                      </a:endParaRPr>
                    </a:p>
                  </a:txBody>
                  <a:tcPr marL="0" marR="0" marT="40005" marB="0">
                    <a:lnL w="9525" cap="flat" cmpd="sng" algn="ctr">
                      <a:solidFill>
                        <a:srgbClr val="52555A"/>
                      </a:solidFill>
                      <a:prstDash val="solid"/>
                      <a:round/>
                      <a:headEnd type="none" w="med" len="med"/>
                      <a:tailEnd type="none" w="med" len="med"/>
                    </a:lnL>
                    <a:lnT w="6350">
                      <a:solidFill>
                        <a:srgbClr val="52555A"/>
                      </a:solidFill>
                      <a:prstDash val="solid"/>
                    </a:lnT>
                    <a:lnB w="6350" cap="flat" cmpd="sng" algn="ctr">
                      <a:solidFill>
                        <a:srgbClr val="52555A"/>
                      </a:solidFill>
                      <a:prstDash val="solid"/>
                      <a:round/>
                      <a:headEnd type="none" w="med" len="med"/>
                      <a:tailEnd type="none" w="med" len="med"/>
                    </a:lnB>
                  </a:tcPr>
                </a:tc>
                <a:extLst>
                  <a:ext uri="{0D108BD9-81ED-4DB2-BD59-A6C34878D82A}">
                    <a16:rowId xmlns:a16="http://schemas.microsoft.com/office/drawing/2014/main" val="32136630"/>
                  </a:ext>
                </a:extLst>
              </a:tr>
              <a:tr h="1428714">
                <a:tc>
                  <a:txBody>
                    <a:bodyPr/>
                    <a:lstStyle/>
                    <a:p>
                      <a:pPr algn="l" rtl="0" fontAlgn="base"/>
                      <a:r>
                        <a:rPr lang="en-US" altLang="zh-TW" sz="900" b="0" i="0" dirty="0">
                          <a:solidFill>
                            <a:srgbClr val="000000"/>
                          </a:solidFill>
                          <a:effectLst/>
                          <a:latin typeface="KaiTi" panose="02010609060101010101" pitchFamily="49" charset="-122"/>
                          <a:ea typeface="KaiTi" panose="02010609060101010101" pitchFamily="49" charset="-122"/>
                        </a:rPr>
                        <a:t>08</a:t>
                      </a:r>
                      <a:r>
                        <a:rPr lang="zh-TW" altLang="en-US" sz="900" b="0" i="0" dirty="0">
                          <a:solidFill>
                            <a:srgbClr val="000000"/>
                          </a:solidFill>
                          <a:effectLst/>
                          <a:latin typeface="KaiTi" panose="02010609060101010101" pitchFamily="49" charset="-122"/>
                          <a:ea typeface="KaiTi" panose="02010609060101010101" pitchFamily="49" charset="-122"/>
                        </a:rPr>
                        <a:t>月</a:t>
                      </a:r>
                      <a:r>
                        <a:rPr lang="en-US" altLang="zh-TW" sz="900" b="0" i="0" dirty="0">
                          <a:solidFill>
                            <a:srgbClr val="000000"/>
                          </a:solidFill>
                          <a:effectLst/>
                          <a:latin typeface="KaiTi" panose="02010609060101010101" pitchFamily="49" charset="-122"/>
                          <a:ea typeface="KaiTi" panose="02010609060101010101" pitchFamily="49" charset="-122"/>
                        </a:rPr>
                        <a:t>04</a:t>
                      </a:r>
                      <a:r>
                        <a:rPr lang="zh-TW" altLang="en-US" sz="900" b="0" i="0" dirty="0">
                          <a:solidFill>
                            <a:srgbClr val="000000"/>
                          </a:solidFill>
                          <a:effectLst/>
                          <a:latin typeface="KaiTi" panose="02010609060101010101" pitchFamily="49" charset="-122"/>
                          <a:ea typeface="KaiTi" panose="02010609060101010101" pitchFamily="49" charset="-122"/>
                        </a:rPr>
                        <a:t>日一周​</a:t>
                      </a:r>
                      <a:endParaRPr lang="zh-TW" altLang="en-US" b="0" i="0" dirty="0">
                        <a:solidFill>
                          <a:srgbClr val="000000"/>
                        </a:solidFill>
                        <a:effectLst/>
                        <a:latin typeface="KaiTi" panose="02010609060101010101" pitchFamily="49" charset="-122"/>
                        <a:ea typeface="KaiTi" panose="02010609060101010101" pitchFamily="49" charset="-122"/>
                      </a:endParaRPr>
                    </a:p>
                    <a:p>
                      <a:pPr algn="l" rtl="0" fontAlgn="base"/>
                      <a:r>
                        <a:rPr lang="zh-TW" altLang="en-US" sz="900" b="0" i="0" dirty="0">
                          <a:solidFill>
                            <a:srgbClr val="000000"/>
                          </a:solidFill>
                          <a:effectLst/>
                          <a:latin typeface="KaiTi" panose="02010609060101010101" pitchFamily="49" charset="-122"/>
                          <a:ea typeface="KaiTi" panose="02010609060101010101" pitchFamily="49" charset="-122"/>
                        </a:rPr>
                        <a:t>​</a:t>
                      </a:r>
                      <a:endParaRPr lang="zh-TW" altLang="en-US" b="0" i="0" dirty="0">
                        <a:solidFill>
                          <a:srgbClr val="000000"/>
                        </a:solidFill>
                        <a:effectLst/>
                        <a:latin typeface="KaiTi" panose="02010609060101010101" pitchFamily="49" charset="-122"/>
                        <a:ea typeface="KaiTi" panose="02010609060101010101" pitchFamily="49" charset="-122"/>
                      </a:endParaRPr>
                    </a:p>
                  </a:txBody>
                  <a:tcPr>
                    <a:lnL>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公司填寫業務盡調需求清單</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傳閲管理層盡調訪談問卷</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開展管理層盡調訪談（管理層訪談須在各主要中介入場後才開展）</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內控顧問進場，啓動內控檢查工作</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傳閱初步盡調文件需求清單及問卷（包括管理層及業務、法律盡調文件清單等）</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傳閱</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FCPA/OFAC/AML</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盡調問卷</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公司開始準備盡調需求文件</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提供書面回復</a:t>
                      </a:r>
                      <a:endParaRPr lang="en-US" altLang="zh-TW"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endParaRPr lang="en-US" altLang="zh-TW"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635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保薦人香港律師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全體</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a:solidFill>
                            <a:schemeClr val="tx1"/>
                          </a:solidFill>
                          <a:latin typeface="Calibri" panose="020F0502020204030204" pitchFamily="34" charset="0"/>
                          <a:ea typeface="KaiTi" panose="02010609060101010101" pitchFamily="49" charset="-122"/>
                          <a:cs typeface="Calibri" panose="020F0502020204030204" pitchFamily="34" charset="0"/>
                        </a:rPr>
                        <a:t>內控顧問</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公司香港律師、保薦人香港律師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保薦人香港律師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公司、公司香港律師</a:t>
                      </a:r>
                      <a:endParaRPr lang="en-US" altLang="zh-TW"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endParaRPr lang="en-US" altLang="zh-TW"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endParaRPr lang="en-US" altLang="zh-TW"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9525" cap="flat" cmpd="sng" algn="ctr">
                      <a:no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74600245"/>
                  </a:ext>
                </a:extLst>
              </a:tr>
              <a:tr h="1428714">
                <a:tc>
                  <a:txBody>
                    <a:bodyPr/>
                    <a:lstStyle/>
                    <a:p>
                      <a:pPr algn="l" rtl="0" fontAlgn="base"/>
                      <a:r>
                        <a:rPr lang="en-US" altLang="zh-TW" sz="900" b="0" i="0">
                          <a:solidFill>
                            <a:srgbClr val="000000"/>
                          </a:solidFill>
                          <a:effectLst/>
                          <a:latin typeface="KaiTi" panose="02010609060101010101" pitchFamily="49" charset="-122"/>
                          <a:ea typeface="KaiTi" panose="02010609060101010101" pitchFamily="49" charset="-122"/>
                        </a:rPr>
                        <a:t>08</a:t>
                      </a:r>
                      <a:r>
                        <a:rPr lang="zh-TW" altLang="en-US" sz="900" b="0" i="0">
                          <a:solidFill>
                            <a:srgbClr val="000000"/>
                          </a:solidFill>
                          <a:effectLst/>
                          <a:latin typeface="KaiTi" panose="02010609060101010101" pitchFamily="49" charset="-122"/>
                          <a:ea typeface="KaiTi" panose="02010609060101010101" pitchFamily="49" charset="-122"/>
                        </a:rPr>
                        <a:t>月</a:t>
                      </a:r>
                      <a:r>
                        <a:rPr lang="en-US" altLang="zh-TW" sz="900" b="0" i="0">
                          <a:solidFill>
                            <a:srgbClr val="000000"/>
                          </a:solidFill>
                          <a:effectLst/>
                          <a:latin typeface="KaiTi" panose="02010609060101010101" pitchFamily="49" charset="-122"/>
                          <a:ea typeface="KaiTi" panose="02010609060101010101" pitchFamily="49" charset="-122"/>
                        </a:rPr>
                        <a:t>11</a:t>
                      </a:r>
                      <a:r>
                        <a:rPr lang="zh-TW" altLang="en-US" sz="900" b="0" i="0">
                          <a:solidFill>
                            <a:srgbClr val="000000"/>
                          </a:solidFill>
                          <a:effectLst/>
                          <a:latin typeface="KaiTi" panose="02010609060101010101" pitchFamily="49" charset="-122"/>
                          <a:ea typeface="KaiTi" panose="02010609060101010101" pitchFamily="49" charset="-122"/>
                        </a:rPr>
                        <a:t>日一周​</a:t>
                      </a:r>
                      <a:endParaRPr lang="zh-TW" altLang="en-US" b="0" i="0">
                        <a:solidFill>
                          <a:srgbClr val="000000"/>
                        </a:solidFill>
                        <a:effectLst/>
                        <a:latin typeface="KaiTi" panose="02010609060101010101" pitchFamily="49" charset="-122"/>
                        <a:ea typeface="KaiTi" panose="02010609060101010101" pitchFamily="49" charset="-122"/>
                      </a:endParaRPr>
                    </a:p>
                  </a:txBody>
                  <a:tcPr>
                    <a:lnL>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傳閱關連交易及企業管治備忘錄，對公司開展關連交易及企業管治培訓，傳閱關連交易及同業競爭問卷</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開始進行非香港公司註冊及商標註冊申請</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行業顧問傳閱行業報告大綱</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向公司傳閱</a:t>
                      </a:r>
                      <a:r>
                        <a:rPr lang="en-GB"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2022/23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2023/24</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2024/25</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財年及</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2025/26</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財年首</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個月的三方盡調需求清單</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確定法律意見書範圍（包括香港法律意見書、物業法律意見書）</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endParaRPr lang="en-US" altLang="zh-TW"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635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公司、公司香港律師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公司、公司香港律師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行業顧問</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保薦人、保薦人香港律師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endParaRPr lang="en-US" altLang="zh-TW"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公司香港律師、保薦人、保薦人香港律師</a:t>
                      </a: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9525" cap="flat" cmpd="sng" algn="ctr">
                      <a:no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36449215"/>
                  </a:ext>
                </a:extLst>
              </a:tr>
            </a:tbl>
          </a:graphicData>
        </a:graphic>
      </p:graphicFrame>
      <p:sp>
        <p:nvSpPr>
          <p:cNvPr id="9" name="object 29">
            <a:extLst>
              <a:ext uri="{FF2B5EF4-FFF2-40B4-BE49-F238E27FC236}">
                <a16:creationId xmlns:a16="http://schemas.microsoft.com/office/drawing/2014/main" id="{4C3FA053-95C7-4144-87FB-0CE5B8454618}"/>
              </a:ext>
            </a:extLst>
          </p:cNvPr>
          <p:cNvSpPr txBox="1">
            <a:spLocks/>
          </p:cNvSpPr>
          <p:nvPr/>
        </p:nvSpPr>
        <p:spPr>
          <a:xfrm>
            <a:off x="581296" y="6175879"/>
            <a:ext cx="7221583" cy="120546"/>
          </a:xfrm>
          <a:prstGeom prst="rect">
            <a:avLst/>
          </a:prstGeom>
        </p:spPr>
        <p:txBody>
          <a:bodyPr vert="horz" wrap="square" lIns="0" tIns="12700" rIns="0" bIns="0" rtlCol="0">
            <a:spAutoFit/>
          </a:bodyPr>
          <a:lstStyle>
            <a:defPPr>
              <a:defRPr lang="en-US"/>
            </a:defPPr>
            <a:lvl1pPr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1pPr>
            <a:lvl2pPr marL="457152"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2pPr>
            <a:lvl3pPr marL="914303"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3pPr>
            <a:lvl4pPr marL="1371455"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4pPr>
            <a:lvl5pPr marL="1828606"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5pPr>
            <a:lvl6pPr marL="2285758"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6pPr>
            <a:lvl7pPr marL="2742909"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7pPr>
            <a:lvl8pPr marL="3200061"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8pPr>
            <a:lvl9pPr marL="3657212"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9pPr>
          </a:lstStyle>
          <a:p>
            <a:pPr marL="57150">
              <a:spcBef>
                <a:spcPts val="100"/>
              </a:spcBef>
            </a:pPr>
            <a:r>
              <a:rPr lang="zh-TW" altLang="en-US" sz="700" spc="10">
                <a:latin typeface="KaiTi" panose="02010609060101010101" pitchFamily="49" charset="-122"/>
                <a:ea typeface="KaiTi" panose="02010609060101010101" pitchFamily="49" charset="-122"/>
              </a:rPr>
              <a:t>注：最終上市時間表將取決於監管部門審批速度、資本市場條件等各方面因素影響</a:t>
            </a:r>
            <a:endParaRPr lang="zh-CN" altLang="en-US" sz="700">
              <a:latin typeface="KaiTi" panose="02010609060101010101" pitchFamily="49" charset="-122"/>
              <a:ea typeface="KaiTi" panose="02010609060101010101" pitchFamily="49" charset="-122"/>
              <a:cs typeface="Arial"/>
            </a:endParaRPr>
          </a:p>
        </p:txBody>
      </p:sp>
    </p:spTree>
    <p:extLst>
      <p:ext uri="{BB962C8B-B14F-4D97-AF65-F5344CB8AC3E}">
        <p14:creationId xmlns:p14="http://schemas.microsoft.com/office/powerpoint/2010/main" val="3882592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9" name="Rectangle 2"/>
          <p:cNvSpPr>
            <a:spLocks noGrp="1" noChangeArrowheads="1"/>
          </p:cNvSpPr>
          <p:nvPr>
            <p:ph type="title"/>
          </p:nvPr>
        </p:nvSpPr>
        <p:spPr>
          <a:xfrm>
            <a:off x="663575" y="489692"/>
            <a:ext cx="7845552" cy="469159"/>
          </a:xfrm>
        </p:spPr>
        <p:txBody>
          <a:bodyPr/>
          <a:lstStyle/>
          <a:p>
            <a:r>
              <a:rPr lang="en-US" altLang="zh-CN" dirty="0">
                <a:latin typeface="Calibri" panose="020F0502020204030204" pitchFamily="34" charset="0"/>
                <a:ea typeface="KaiTi" panose="02010609060101010101" pitchFamily="49" charset="-122"/>
                <a:cs typeface="Calibri" panose="020F0502020204030204" pitchFamily="34" charset="0"/>
              </a:rPr>
              <a:t>4.2 </a:t>
            </a:r>
            <a:r>
              <a:rPr lang="zh-CN" altLang="en-US" dirty="0">
                <a:latin typeface="KaiTi" panose="02010609060101010101" pitchFamily="49" charset="-122"/>
                <a:ea typeface="KaiTi" panose="02010609060101010101" pitchFamily="49" charset="-122"/>
                <a:cs typeface="Calibri" panose="020F0502020204030204" pitchFamily="34" charset="0"/>
              </a:rPr>
              <a:t>詳細時間表</a:t>
            </a:r>
            <a:r>
              <a:rPr lang="en-US" altLang="zh-CN" dirty="0">
                <a:latin typeface="KaiTi" panose="02010609060101010101" pitchFamily="49" charset="-122"/>
                <a:ea typeface="KaiTi" panose="02010609060101010101" pitchFamily="49" charset="-122"/>
                <a:cs typeface="Calibri" panose="020F0502020204030204" pitchFamily="34" charset="0"/>
              </a:rPr>
              <a:t>(</a:t>
            </a:r>
            <a:r>
              <a:rPr lang="zh-CN" altLang="en-US" dirty="0">
                <a:latin typeface="KaiTi" panose="02010609060101010101" pitchFamily="49" charset="-122"/>
                <a:ea typeface="KaiTi" panose="02010609060101010101" pitchFamily="49" charset="-122"/>
                <a:cs typeface="Calibri" panose="020F0502020204030204" pitchFamily="34" charset="0"/>
              </a:rPr>
              <a:t>續</a:t>
            </a:r>
            <a:r>
              <a:rPr lang="en-US" altLang="zh-CN" dirty="0">
                <a:latin typeface="KaiTi" panose="02010609060101010101" pitchFamily="49" charset="-122"/>
                <a:ea typeface="KaiTi" panose="02010609060101010101" pitchFamily="49" charset="-122"/>
                <a:cs typeface="Calibri" panose="020F0502020204030204" pitchFamily="34" charset="0"/>
              </a:rPr>
              <a:t>)</a:t>
            </a:r>
            <a:endParaRPr lang="zh-CN" altLang="en-US" dirty="0">
              <a:latin typeface="KaiTi" panose="02010609060101010101" pitchFamily="49" charset="-122"/>
              <a:ea typeface="KaiTi" panose="02010609060101010101" pitchFamily="49" charset="-122"/>
              <a:cs typeface="Calibri" panose="020F0502020204030204" pitchFamily="34" charset="0"/>
            </a:endParaRPr>
          </a:p>
        </p:txBody>
      </p:sp>
      <p:sp>
        <p:nvSpPr>
          <p:cNvPr id="3" name="Slide Number Placeholder 2">
            <a:extLst>
              <a:ext uri="{FF2B5EF4-FFF2-40B4-BE49-F238E27FC236}">
                <a16:creationId xmlns:a16="http://schemas.microsoft.com/office/drawing/2014/main" id="{D2D69C45-4B89-4E7E-9F68-147BA17A180D}"/>
              </a:ext>
            </a:extLst>
          </p:cNvPr>
          <p:cNvSpPr>
            <a:spLocks noGrp="1"/>
          </p:cNvSpPr>
          <p:nvPr>
            <p:ph type="sldNum" sz="quarter" idx="10"/>
          </p:nvPr>
        </p:nvSpPr>
        <p:spPr/>
        <p:txBody>
          <a:bodyPr/>
          <a:lstStyle/>
          <a:p>
            <a:pPr>
              <a:defRPr/>
            </a:pPr>
            <a:fld id="{17AE90FD-2A67-4F1C-8A5E-6FE36A4F61F0}" type="slidenum">
              <a:rPr lang="en-US" altLang="en-US" smtClean="0">
                <a:latin typeface="Calibri" panose="020F0502020204030204" pitchFamily="34" charset="0"/>
                <a:cs typeface="Calibri" panose="020F0502020204030204" pitchFamily="34" charset="0"/>
              </a:rPr>
              <a:pPr>
                <a:defRPr/>
              </a:pPr>
              <a:t>14</a:t>
            </a:fld>
            <a:endParaRPr lang="en-US" altLang="en-US">
              <a:latin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E244F3F2-7B79-4167-8988-FDE4935724FB}"/>
              </a:ext>
            </a:extLst>
          </p:cNvPr>
          <p:cNvGraphicFramePr>
            <a:graphicFrameLocks noGrp="1"/>
          </p:cNvGraphicFramePr>
          <p:nvPr/>
        </p:nvGraphicFramePr>
        <p:xfrm>
          <a:off x="661691" y="1051330"/>
          <a:ext cx="7845552" cy="1455648"/>
        </p:xfrm>
        <a:graphic>
          <a:graphicData uri="http://schemas.openxmlformats.org/drawingml/2006/table">
            <a:tbl>
              <a:tblPr/>
              <a:tblGrid>
                <a:gridCol w="179355">
                  <a:extLst>
                    <a:ext uri="{9D8B030D-6E8A-4147-A177-3AD203B41FA5}">
                      <a16:colId xmlns:a16="http://schemas.microsoft.com/office/drawing/2014/main" val="632863646"/>
                    </a:ext>
                  </a:extLst>
                </a:gridCol>
                <a:gridCol w="179355">
                  <a:extLst>
                    <a:ext uri="{9D8B030D-6E8A-4147-A177-3AD203B41FA5}">
                      <a16:colId xmlns:a16="http://schemas.microsoft.com/office/drawing/2014/main" val="4260500397"/>
                    </a:ext>
                  </a:extLst>
                </a:gridCol>
                <a:gridCol w="179355">
                  <a:extLst>
                    <a:ext uri="{9D8B030D-6E8A-4147-A177-3AD203B41FA5}">
                      <a16:colId xmlns:a16="http://schemas.microsoft.com/office/drawing/2014/main" val="3714215512"/>
                    </a:ext>
                  </a:extLst>
                </a:gridCol>
                <a:gridCol w="179355">
                  <a:extLst>
                    <a:ext uri="{9D8B030D-6E8A-4147-A177-3AD203B41FA5}">
                      <a16:colId xmlns:a16="http://schemas.microsoft.com/office/drawing/2014/main" val="1252371493"/>
                    </a:ext>
                  </a:extLst>
                </a:gridCol>
                <a:gridCol w="179355">
                  <a:extLst>
                    <a:ext uri="{9D8B030D-6E8A-4147-A177-3AD203B41FA5}">
                      <a16:colId xmlns:a16="http://schemas.microsoft.com/office/drawing/2014/main" val="258922648"/>
                    </a:ext>
                  </a:extLst>
                </a:gridCol>
                <a:gridCol w="179355">
                  <a:extLst>
                    <a:ext uri="{9D8B030D-6E8A-4147-A177-3AD203B41FA5}">
                      <a16:colId xmlns:a16="http://schemas.microsoft.com/office/drawing/2014/main" val="2212696656"/>
                    </a:ext>
                  </a:extLst>
                </a:gridCol>
                <a:gridCol w="179355">
                  <a:extLst>
                    <a:ext uri="{9D8B030D-6E8A-4147-A177-3AD203B41FA5}">
                      <a16:colId xmlns:a16="http://schemas.microsoft.com/office/drawing/2014/main" val="2203261074"/>
                    </a:ext>
                  </a:extLst>
                </a:gridCol>
                <a:gridCol w="73885">
                  <a:extLst>
                    <a:ext uri="{9D8B030D-6E8A-4147-A177-3AD203B41FA5}">
                      <a16:colId xmlns:a16="http://schemas.microsoft.com/office/drawing/2014/main" val="3466189971"/>
                    </a:ext>
                  </a:extLst>
                </a:gridCol>
                <a:gridCol w="177327">
                  <a:extLst>
                    <a:ext uri="{9D8B030D-6E8A-4147-A177-3AD203B41FA5}">
                      <a16:colId xmlns:a16="http://schemas.microsoft.com/office/drawing/2014/main" val="3276882706"/>
                    </a:ext>
                  </a:extLst>
                </a:gridCol>
                <a:gridCol w="179355">
                  <a:extLst>
                    <a:ext uri="{9D8B030D-6E8A-4147-A177-3AD203B41FA5}">
                      <a16:colId xmlns:a16="http://schemas.microsoft.com/office/drawing/2014/main" val="703712399"/>
                    </a:ext>
                  </a:extLst>
                </a:gridCol>
                <a:gridCol w="179355">
                  <a:extLst>
                    <a:ext uri="{9D8B030D-6E8A-4147-A177-3AD203B41FA5}">
                      <a16:colId xmlns:a16="http://schemas.microsoft.com/office/drawing/2014/main" val="3928445052"/>
                    </a:ext>
                  </a:extLst>
                </a:gridCol>
                <a:gridCol w="177328">
                  <a:extLst>
                    <a:ext uri="{9D8B030D-6E8A-4147-A177-3AD203B41FA5}">
                      <a16:colId xmlns:a16="http://schemas.microsoft.com/office/drawing/2014/main" val="2193126482"/>
                    </a:ext>
                  </a:extLst>
                </a:gridCol>
                <a:gridCol w="177327">
                  <a:extLst>
                    <a:ext uri="{9D8B030D-6E8A-4147-A177-3AD203B41FA5}">
                      <a16:colId xmlns:a16="http://schemas.microsoft.com/office/drawing/2014/main" val="439283271"/>
                    </a:ext>
                  </a:extLst>
                </a:gridCol>
                <a:gridCol w="179355">
                  <a:extLst>
                    <a:ext uri="{9D8B030D-6E8A-4147-A177-3AD203B41FA5}">
                      <a16:colId xmlns:a16="http://schemas.microsoft.com/office/drawing/2014/main" val="1967768558"/>
                    </a:ext>
                  </a:extLst>
                </a:gridCol>
                <a:gridCol w="177327">
                  <a:extLst>
                    <a:ext uri="{9D8B030D-6E8A-4147-A177-3AD203B41FA5}">
                      <a16:colId xmlns:a16="http://schemas.microsoft.com/office/drawing/2014/main" val="2896965937"/>
                    </a:ext>
                  </a:extLst>
                </a:gridCol>
                <a:gridCol w="73885">
                  <a:extLst>
                    <a:ext uri="{9D8B030D-6E8A-4147-A177-3AD203B41FA5}">
                      <a16:colId xmlns:a16="http://schemas.microsoft.com/office/drawing/2014/main" val="2556315855"/>
                    </a:ext>
                  </a:extLst>
                </a:gridCol>
                <a:gridCol w="177327">
                  <a:extLst>
                    <a:ext uri="{9D8B030D-6E8A-4147-A177-3AD203B41FA5}">
                      <a16:colId xmlns:a16="http://schemas.microsoft.com/office/drawing/2014/main" val="2851345119"/>
                    </a:ext>
                  </a:extLst>
                </a:gridCol>
                <a:gridCol w="177327">
                  <a:extLst>
                    <a:ext uri="{9D8B030D-6E8A-4147-A177-3AD203B41FA5}">
                      <a16:colId xmlns:a16="http://schemas.microsoft.com/office/drawing/2014/main" val="4169969330"/>
                    </a:ext>
                  </a:extLst>
                </a:gridCol>
                <a:gridCol w="177327">
                  <a:extLst>
                    <a:ext uri="{9D8B030D-6E8A-4147-A177-3AD203B41FA5}">
                      <a16:colId xmlns:a16="http://schemas.microsoft.com/office/drawing/2014/main" val="4133801659"/>
                    </a:ext>
                  </a:extLst>
                </a:gridCol>
                <a:gridCol w="177327">
                  <a:extLst>
                    <a:ext uri="{9D8B030D-6E8A-4147-A177-3AD203B41FA5}">
                      <a16:colId xmlns:a16="http://schemas.microsoft.com/office/drawing/2014/main" val="2484976351"/>
                    </a:ext>
                  </a:extLst>
                </a:gridCol>
                <a:gridCol w="177327">
                  <a:extLst>
                    <a:ext uri="{9D8B030D-6E8A-4147-A177-3AD203B41FA5}">
                      <a16:colId xmlns:a16="http://schemas.microsoft.com/office/drawing/2014/main" val="2188070336"/>
                    </a:ext>
                  </a:extLst>
                </a:gridCol>
                <a:gridCol w="177327">
                  <a:extLst>
                    <a:ext uri="{9D8B030D-6E8A-4147-A177-3AD203B41FA5}">
                      <a16:colId xmlns:a16="http://schemas.microsoft.com/office/drawing/2014/main" val="1632072575"/>
                    </a:ext>
                  </a:extLst>
                </a:gridCol>
                <a:gridCol w="177327">
                  <a:extLst>
                    <a:ext uri="{9D8B030D-6E8A-4147-A177-3AD203B41FA5}">
                      <a16:colId xmlns:a16="http://schemas.microsoft.com/office/drawing/2014/main" val="624347247"/>
                    </a:ext>
                  </a:extLst>
                </a:gridCol>
                <a:gridCol w="73885">
                  <a:extLst>
                    <a:ext uri="{9D8B030D-6E8A-4147-A177-3AD203B41FA5}">
                      <a16:colId xmlns:a16="http://schemas.microsoft.com/office/drawing/2014/main" val="1593100744"/>
                    </a:ext>
                  </a:extLst>
                </a:gridCol>
                <a:gridCol w="177327">
                  <a:extLst>
                    <a:ext uri="{9D8B030D-6E8A-4147-A177-3AD203B41FA5}">
                      <a16:colId xmlns:a16="http://schemas.microsoft.com/office/drawing/2014/main" val="37193534"/>
                    </a:ext>
                  </a:extLst>
                </a:gridCol>
                <a:gridCol w="177327">
                  <a:extLst>
                    <a:ext uri="{9D8B030D-6E8A-4147-A177-3AD203B41FA5}">
                      <a16:colId xmlns:a16="http://schemas.microsoft.com/office/drawing/2014/main" val="2912563522"/>
                    </a:ext>
                  </a:extLst>
                </a:gridCol>
                <a:gridCol w="177327">
                  <a:extLst>
                    <a:ext uri="{9D8B030D-6E8A-4147-A177-3AD203B41FA5}">
                      <a16:colId xmlns:a16="http://schemas.microsoft.com/office/drawing/2014/main" val="954881887"/>
                    </a:ext>
                  </a:extLst>
                </a:gridCol>
                <a:gridCol w="177327">
                  <a:extLst>
                    <a:ext uri="{9D8B030D-6E8A-4147-A177-3AD203B41FA5}">
                      <a16:colId xmlns:a16="http://schemas.microsoft.com/office/drawing/2014/main" val="689814166"/>
                    </a:ext>
                  </a:extLst>
                </a:gridCol>
                <a:gridCol w="177327">
                  <a:extLst>
                    <a:ext uri="{9D8B030D-6E8A-4147-A177-3AD203B41FA5}">
                      <a16:colId xmlns:a16="http://schemas.microsoft.com/office/drawing/2014/main" val="928905181"/>
                    </a:ext>
                  </a:extLst>
                </a:gridCol>
                <a:gridCol w="177327">
                  <a:extLst>
                    <a:ext uri="{9D8B030D-6E8A-4147-A177-3AD203B41FA5}">
                      <a16:colId xmlns:a16="http://schemas.microsoft.com/office/drawing/2014/main" val="2690568607"/>
                    </a:ext>
                  </a:extLst>
                </a:gridCol>
                <a:gridCol w="177327">
                  <a:extLst>
                    <a:ext uri="{9D8B030D-6E8A-4147-A177-3AD203B41FA5}">
                      <a16:colId xmlns:a16="http://schemas.microsoft.com/office/drawing/2014/main" val="1150948352"/>
                    </a:ext>
                  </a:extLst>
                </a:gridCol>
                <a:gridCol w="73885">
                  <a:extLst>
                    <a:ext uri="{9D8B030D-6E8A-4147-A177-3AD203B41FA5}">
                      <a16:colId xmlns:a16="http://schemas.microsoft.com/office/drawing/2014/main" val="2770791567"/>
                    </a:ext>
                  </a:extLst>
                </a:gridCol>
                <a:gridCol w="179355">
                  <a:extLst>
                    <a:ext uri="{9D8B030D-6E8A-4147-A177-3AD203B41FA5}">
                      <a16:colId xmlns:a16="http://schemas.microsoft.com/office/drawing/2014/main" val="400803536"/>
                    </a:ext>
                  </a:extLst>
                </a:gridCol>
                <a:gridCol w="177327">
                  <a:extLst>
                    <a:ext uri="{9D8B030D-6E8A-4147-A177-3AD203B41FA5}">
                      <a16:colId xmlns:a16="http://schemas.microsoft.com/office/drawing/2014/main" val="324400351"/>
                    </a:ext>
                  </a:extLst>
                </a:gridCol>
                <a:gridCol w="179355">
                  <a:extLst>
                    <a:ext uri="{9D8B030D-6E8A-4147-A177-3AD203B41FA5}">
                      <a16:colId xmlns:a16="http://schemas.microsoft.com/office/drawing/2014/main" val="3414373981"/>
                    </a:ext>
                  </a:extLst>
                </a:gridCol>
                <a:gridCol w="177327">
                  <a:extLst>
                    <a:ext uri="{9D8B030D-6E8A-4147-A177-3AD203B41FA5}">
                      <a16:colId xmlns:a16="http://schemas.microsoft.com/office/drawing/2014/main" val="2840464089"/>
                    </a:ext>
                  </a:extLst>
                </a:gridCol>
                <a:gridCol w="177327">
                  <a:extLst>
                    <a:ext uri="{9D8B030D-6E8A-4147-A177-3AD203B41FA5}">
                      <a16:colId xmlns:a16="http://schemas.microsoft.com/office/drawing/2014/main" val="2436347823"/>
                    </a:ext>
                  </a:extLst>
                </a:gridCol>
                <a:gridCol w="177327">
                  <a:extLst>
                    <a:ext uri="{9D8B030D-6E8A-4147-A177-3AD203B41FA5}">
                      <a16:colId xmlns:a16="http://schemas.microsoft.com/office/drawing/2014/main" val="121630100"/>
                    </a:ext>
                  </a:extLst>
                </a:gridCol>
                <a:gridCol w="177327">
                  <a:extLst>
                    <a:ext uri="{9D8B030D-6E8A-4147-A177-3AD203B41FA5}">
                      <a16:colId xmlns:a16="http://schemas.microsoft.com/office/drawing/2014/main" val="145758586"/>
                    </a:ext>
                  </a:extLst>
                </a:gridCol>
                <a:gridCol w="73885">
                  <a:extLst>
                    <a:ext uri="{9D8B030D-6E8A-4147-A177-3AD203B41FA5}">
                      <a16:colId xmlns:a16="http://schemas.microsoft.com/office/drawing/2014/main" val="2497428264"/>
                    </a:ext>
                  </a:extLst>
                </a:gridCol>
                <a:gridCol w="177327">
                  <a:extLst>
                    <a:ext uri="{9D8B030D-6E8A-4147-A177-3AD203B41FA5}">
                      <a16:colId xmlns:a16="http://schemas.microsoft.com/office/drawing/2014/main" val="208355606"/>
                    </a:ext>
                  </a:extLst>
                </a:gridCol>
                <a:gridCol w="177327">
                  <a:extLst>
                    <a:ext uri="{9D8B030D-6E8A-4147-A177-3AD203B41FA5}">
                      <a16:colId xmlns:a16="http://schemas.microsoft.com/office/drawing/2014/main" val="42835667"/>
                    </a:ext>
                  </a:extLst>
                </a:gridCol>
                <a:gridCol w="179355">
                  <a:extLst>
                    <a:ext uri="{9D8B030D-6E8A-4147-A177-3AD203B41FA5}">
                      <a16:colId xmlns:a16="http://schemas.microsoft.com/office/drawing/2014/main" val="3095660120"/>
                    </a:ext>
                  </a:extLst>
                </a:gridCol>
                <a:gridCol w="177327">
                  <a:extLst>
                    <a:ext uri="{9D8B030D-6E8A-4147-A177-3AD203B41FA5}">
                      <a16:colId xmlns:a16="http://schemas.microsoft.com/office/drawing/2014/main" val="1582095268"/>
                    </a:ext>
                  </a:extLst>
                </a:gridCol>
                <a:gridCol w="177327">
                  <a:extLst>
                    <a:ext uri="{9D8B030D-6E8A-4147-A177-3AD203B41FA5}">
                      <a16:colId xmlns:a16="http://schemas.microsoft.com/office/drawing/2014/main" val="1003476852"/>
                    </a:ext>
                  </a:extLst>
                </a:gridCol>
                <a:gridCol w="177327">
                  <a:extLst>
                    <a:ext uri="{9D8B030D-6E8A-4147-A177-3AD203B41FA5}">
                      <a16:colId xmlns:a16="http://schemas.microsoft.com/office/drawing/2014/main" val="2914094909"/>
                    </a:ext>
                  </a:extLst>
                </a:gridCol>
                <a:gridCol w="179355">
                  <a:extLst>
                    <a:ext uri="{9D8B030D-6E8A-4147-A177-3AD203B41FA5}">
                      <a16:colId xmlns:a16="http://schemas.microsoft.com/office/drawing/2014/main" val="3126486074"/>
                    </a:ext>
                  </a:extLst>
                </a:gridCol>
              </a:tblGrid>
              <a:tr h="166898">
                <a:tc gridSpan="47">
                  <a:txBody>
                    <a:bodyPr/>
                    <a:lstStyle/>
                    <a:p>
                      <a:pPr marL="0" marR="0" lvl="0" indent="0" algn="ctr" defTabSz="914303" rtl="0" eaLnBrk="1" fontAlgn="b" latinLnBrk="0" hangingPunct="1">
                        <a:lnSpc>
                          <a:spcPct val="100000"/>
                        </a:lnSpc>
                        <a:spcBef>
                          <a:spcPts val="0"/>
                        </a:spcBef>
                        <a:spcAft>
                          <a:spcPts val="0"/>
                        </a:spcAft>
                        <a:buClrTx/>
                        <a:buSzTx/>
                        <a:buFontTx/>
                        <a:buNone/>
                        <a:tabLst/>
                        <a:defRPr/>
                      </a:pPr>
                      <a:r>
                        <a:rPr lang="en-US" altLang="zh-CN" sz="1000" b="1" i="0" u="none" strike="noStrike">
                          <a:solidFill>
                            <a:schemeClr val="bg1"/>
                          </a:solidFill>
                          <a:effectLst/>
                          <a:latin typeface="Calibri"/>
                          <a:ea typeface="KaiTi"/>
                          <a:cs typeface="Calibri"/>
                        </a:rPr>
                        <a:t>2025</a:t>
                      </a:r>
                      <a:r>
                        <a:rPr lang="zh-TW" altLang="en-US" sz="1000" b="1" i="0" u="none" strike="noStrike">
                          <a:solidFill>
                            <a:schemeClr val="bg1"/>
                          </a:solidFill>
                          <a:effectLst/>
                          <a:latin typeface="Calibri"/>
                          <a:ea typeface="KaiTi"/>
                          <a:cs typeface="Calibri"/>
                        </a:rPr>
                        <a:t>年</a:t>
                      </a:r>
                      <a:endParaRPr lang="zh-CN" altLang="en-US" sz="1000" b="1" i="0" u="none" strike="noStrike">
                        <a:solidFill>
                          <a:schemeClr val="bg1"/>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10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654876597"/>
                  </a:ext>
                </a:extLst>
              </a:tr>
              <a:tr h="0">
                <a:tc gridSpan="7">
                  <a:txBody>
                    <a:bodyPr/>
                    <a:lstStyle/>
                    <a:p>
                      <a:pPr algn="ctr" fontAlgn="b"/>
                      <a:r>
                        <a:rPr lang="zh-CN" altLang="en-US" sz="900" b="1" i="0" u="none" strike="noStrike">
                          <a:solidFill>
                            <a:schemeClr val="tx1"/>
                          </a:solidFill>
                          <a:effectLst/>
                          <a:latin typeface="Calibri"/>
                          <a:ea typeface="KaiTi"/>
                          <a:cs typeface="Calibri"/>
                        </a:rPr>
                        <a:t>七月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八月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九月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十一月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十二月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363705868"/>
                  </a:ext>
                </a:extLst>
              </a:tr>
              <a:tr h="56606">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65871770"/>
                  </a:ext>
                </a:extLst>
              </a:tr>
              <a:tr h="56606">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rPr>
                        <a:t>1</a:t>
                      </a:r>
                      <a:endParaRPr lang="en-US" sz="800" b="0" i="0" u="none" strike="noStrike">
                        <a:solidFill>
                          <a:schemeClr val="accent3"/>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chemeClr val="tx1"/>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0755468"/>
                  </a:ext>
                </a:extLst>
              </a:tr>
              <a:tr h="56606">
                <a:tc>
                  <a:txBody>
                    <a:bodyPr/>
                    <a:lstStyle/>
                    <a:p>
                      <a:pPr algn="ctr" fontAlgn="b"/>
                      <a:r>
                        <a:rPr lang="en-US" sz="800" b="0" i="0" u="none" strike="noStrike">
                          <a:solidFill>
                            <a:srgbClr val="C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2"/>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7850027"/>
                  </a:ext>
                </a:extLst>
              </a:tr>
              <a:tr h="75284">
                <a:tc>
                  <a:txBody>
                    <a:bodyPr/>
                    <a:lstStyle/>
                    <a:p>
                      <a:pPr algn="ctr" fontAlgn="b"/>
                      <a:r>
                        <a:rPr lang="en-US" sz="800" b="0" i="0" u="none" strike="noStrike">
                          <a:solidFill>
                            <a:srgbClr val="C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6722627"/>
                  </a:ext>
                </a:extLst>
              </a:tr>
              <a:tr h="56606">
                <a:tc>
                  <a:txBody>
                    <a:bodyPr/>
                    <a:lstStyle/>
                    <a:p>
                      <a:pPr algn="ctr" fontAlgn="b"/>
                      <a:r>
                        <a:rPr lang="en-US" sz="800" b="0" i="0" u="none" strike="noStrike">
                          <a:solidFill>
                            <a:srgbClr val="C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accent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accent1"/>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7577297"/>
                  </a:ext>
                </a:extLst>
              </a:tr>
              <a:tr h="103918">
                <a:tc>
                  <a:txBody>
                    <a:bodyPr/>
                    <a:lstStyle/>
                    <a:p>
                      <a:pPr algn="ctr" fontAlgn="b"/>
                      <a:r>
                        <a:rPr lang="en-US" sz="800" b="0" i="0" u="none" strike="noStrike">
                          <a:solidFill>
                            <a:srgbClr val="C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0248100"/>
                  </a:ext>
                </a:extLst>
              </a:tr>
              <a:tr h="56606">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5904094"/>
                  </a:ext>
                </a:extLst>
              </a:tr>
              <a:tr h="56606">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8002859"/>
                  </a:ext>
                </a:extLst>
              </a:tr>
              <a:tr h="56606">
                <a:tc gridSpan="6">
                  <a:txBody>
                    <a:bodyPr/>
                    <a:lstStyle/>
                    <a:p>
                      <a:pPr algn="l" fontAlgn="b"/>
                      <a:r>
                        <a:rPr lang="zh-TW"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香港公眾假期</a:t>
                      </a:r>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93343203"/>
                  </a:ext>
                </a:extLst>
              </a:tr>
            </a:tbl>
          </a:graphicData>
        </a:graphic>
      </p:graphicFrame>
      <p:graphicFrame>
        <p:nvGraphicFramePr>
          <p:cNvPr id="7" name="object 28">
            <a:extLst>
              <a:ext uri="{FF2B5EF4-FFF2-40B4-BE49-F238E27FC236}">
                <a16:creationId xmlns:a16="http://schemas.microsoft.com/office/drawing/2014/main" id="{90B85D19-D6FB-4A3A-9A02-691B0E9D75BA}"/>
              </a:ext>
            </a:extLst>
          </p:cNvPr>
          <p:cNvGraphicFramePr>
            <a:graphicFrameLocks noGrp="1"/>
          </p:cNvGraphicFramePr>
          <p:nvPr>
            <p:extLst>
              <p:ext uri="{D42A27DB-BD31-4B8C-83A1-F6EECF244321}">
                <p14:modId xmlns:p14="http://schemas.microsoft.com/office/powerpoint/2010/main" val="3779766646"/>
              </p:ext>
            </p:extLst>
          </p:nvPr>
        </p:nvGraphicFramePr>
        <p:xfrm>
          <a:off x="271934" y="2671518"/>
          <a:ext cx="8628833" cy="3126971"/>
        </p:xfrm>
        <a:graphic>
          <a:graphicData uri="http://schemas.openxmlformats.org/drawingml/2006/table">
            <a:tbl>
              <a:tblPr firstRow="1" bandRow="1">
                <a:tableStyleId>{2D5ABB26-0587-4C30-8999-92F81FD0307C}</a:tableStyleId>
              </a:tblPr>
              <a:tblGrid>
                <a:gridCol w="1156272">
                  <a:extLst>
                    <a:ext uri="{9D8B030D-6E8A-4147-A177-3AD203B41FA5}">
                      <a16:colId xmlns:a16="http://schemas.microsoft.com/office/drawing/2014/main" val="20000"/>
                    </a:ext>
                  </a:extLst>
                </a:gridCol>
                <a:gridCol w="4831583">
                  <a:extLst>
                    <a:ext uri="{9D8B030D-6E8A-4147-A177-3AD203B41FA5}">
                      <a16:colId xmlns:a16="http://schemas.microsoft.com/office/drawing/2014/main" val="20001"/>
                    </a:ext>
                  </a:extLst>
                </a:gridCol>
                <a:gridCol w="2640978">
                  <a:extLst>
                    <a:ext uri="{9D8B030D-6E8A-4147-A177-3AD203B41FA5}">
                      <a16:colId xmlns:a16="http://schemas.microsoft.com/office/drawing/2014/main" val="20002"/>
                    </a:ext>
                  </a:extLst>
                </a:gridCol>
              </a:tblGrid>
              <a:tr h="188031">
                <a:tc>
                  <a:txBody>
                    <a:bodyPr/>
                    <a:lstStyle/>
                    <a:p>
                      <a:pPr marL="85725" algn="l">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日期</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w="12700">
                      <a:noFill/>
                      <a:prstDash val="solid"/>
                    </a:lnL>
                    <a:lnR>
                      <a:noFill/>
                    </a:lnR>
                    <a:lnT w="12700">
                      <a:noFill/>
                      <a:prstDash val="solid"/>
                    </a:lnT>
                    <a:lnB w="6350">
                      <a:noFill/>
                      <a:prstDash val="solid"/>
                    </a:lnB>
                    <a:lnTlToBr w="12700" cmpd="sng">
                      <a:noFill/>
                      <a:prstDash val="solid"/>
                    </a:lnTlToBr>
                    <a:lnBlToTr w="12700" cmpd="sng">
                      <a:noFill/>
                      <a:prstDash val="solid"/>
                    </a:lnBlToTr>
                    <a:solidFill>
                      <a:srgbClr val="C00000"/>
                    </a:solidFill>
                  </a:tcPr>
                </a:tc>
                <a:tc>
                  <a:txBody>
                    <a:bodyPr/>
                    <a:lstStyle/>
                    <a:p>
                      <a:pPr marL="93345" algn="ctr">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主要事項</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a:noFill/>
                    </a:lnL>
                    <a:lnR>
                      <a:noFill/>
                    </a:lnR>
                    <a:lnT w="12700">
                      <a:noFill/>
                      <a:prstDash val="solid"/>
                    </a:lnT>
                    <a:lnB w="6350">
                      <a:noFill/>
                      <a:prstDash val="solid"/>
                    </a:lnB>
                    <a:lnTlToBr w="12700" cmpd="sng">
                      <a:noFill/>
                      <a:prstDash val="solid"/>
                    </a:lnTlToBr>
                    <a:lnBlToTr w="12700" cmpd="sng">
                      <a:noFill/>
                      <a:prstDash val="solid"/>
                    </a:lnBlToTr>
                    <a:solidFill>
                      <a:srgbClr val="C00000"/>
                    </a:solidFill>
                  </a:tcPr>
                </a:tc>
                <a:tc>
                  <a:txBody>
                    <a:bodyPr/>
                    <a:lstStyle/>
                    <a:p>
                      <a:pPr marL="95250" algn="ctr">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主要負責方</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a:noFill/>
                    </a:lnL>
                    <a:lnR w="12700">
                      <a:noFill/>
                      <a:prstDash val="solid"/>
                    </a:lnR>
                    <a:lnT w="12700">
                      <a:noFill/>
                      <a:prstDash val="solid"/>
                    </a:lnT>
                    <a:lnB w="6350">
                      <a:noFill/>
                      <a:prstDash val="soli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0000"/>
                  </a:ext>
                </a:extLst>
              </a:tr>
              <a:tr h="188653">
                <a:tc gridSpan="3">
                  <a:txBody>
                    <a:bodyPr/>
                    <a:lstStyle/>
                    <a:p>
                      <a:pPr marL="85725">
                        <a:lnSpc>
                          <a:spcPct val="100000"/>
                        </a:lnSpc>
                        <a:spcBef>
                          <a:spcPts val="315"/>
                        </a:spcBef>
                      </a:pPr>
                      <a:r>
                        <a:rPr lang="en-US" altLang="zh-CN" sz="1000" b="1" u="none">
                          <a:solidFill>
                            <a:schemeClr val="tx1"/>
                          </a:solidFill>
                          <a:latin typeface="Calibri" panose="020F0502020204030204" pitchFamily="34" charset="0"/>
                          <a:ea typeface="KaiTi" panose="02010609060101010101" pitchFamily="49" charset="-122"/>
                          <a:cs typeface="Calibri" panose="020F0502020204030204" pitchFamily="34" charset="0"/>
                        </a:rPr>
                        <a:t>2025</a:t>
                      </a:r>
                      <a:r>
                        <a:rPr lang="zh-CN" altLang="en-US" sz="1000" b="1" u="none">
                          <a:solidFill>
                            <a:schemeClr val="tx1"/>
                          </a:solidFill>
                          <a:latin typeface="Calibri" panose="020F0502020204030204" pitchFamily="34" charset="0"/>
                          <a:ea typeface="KaiTi" panose="02010609060101010101" pitchFamily="49" charset="-122"/>
                          <a:cs typeface="Calibri" panose="020F0502020204030204" pitchFamily="34" charset="0"/>
                        </a:rPr>
                        <a:t>年</a:t>
                      </a:r>
                      <a:endParaRPr sz="1000" b="1" u="none">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marL="0" marR="0" marT="40005" marB="0">
                    <a:lnL>
                      <a:noFill/>
                    </a:lnL>
                    <a:lnR>
                      <a:noFill/>
                    </a:lnR>
                    <a:lnT w="6350">
                      <a:noFill/>
                      <a:prstDash val="soli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332740" indent="-170180">
                        <a:lnSpc>
                          <a:spcPct val="100000"/>
                        </a:lnSpc>
                        <a:spcBef>
                          <a:spcPts val="315"/>
                        </a:spcBef>
                        <a:buClr>
                          <a:srgbClr val="96999B"/>
                        </a:buClr>
                        <a:buFont typeface="Symbol"/>
                        <a:buChar char=""/>
                        <a:tabLst>
                          <a:tab pos="333375" algn="l"/>
                        </a:tabLst>
                      </a:pPr>
                      <a:endParaRPr lang="zh-CN" altLang="en-US" sz="850">
                        <a:solidFill>
                          <a:srgbClr val="52555A"/>
                        </a:solidFill>
                        <a:latin typeface="Calibri" panose="020F0502020204030204" pitchFamily="34" charset="0"/>
                        <a:cs typeface="Calibri" panose="020F0502020204030204" pitchFamily="34" charset="0"/>
                      </a:endParaRPr>
                    </a:p>
                  </a:txBody>
                  <a:tcPr marL="0" marR="0" marT="40005" marB="0">
                    <a:lnL w="6350" cap="flat" cmpd="sng" algn="ctr">
                      <a:solidFill>
                        <a:srgbClr val="52555A"/>
                      </a:solidFill>
                      <a:prstDash val="solid"/>
                      <a:round/>
                      <a:headEnd type="none" w="med" len="med"/>
                      <a:tailEnd type="none" w="med" len="med"/>
                    </a:lnL>
                    <a:lnR w="9525" cap="flat" cmpd="sng" algn="ctr">
                      <a:solidFill>
                        <a:srgbClr val="52555A"/>
                      </a:solidFill>
                      <a:prstDash val="solid"/>
                      <a:round/>
                      <a:headEnd type="none" w="med" len="med"/>
                      <a:tailEnd type="none" w="med" len="med"/>
                    </a:lnR>
                    <a:lnT w="6350">
                      <a:solidFill>
                        <a:srgbClr val="52555A"/>
                      </a:solidFill>
                      <a:prstDash val="solid"/>
                    </a:lnT>
                    <a:lnB w="6350" cap="flat" cmpd="sng" algn="ctr">
                      <a:solidFill>
                        <a:srgbClr val="52555A"/>
                      </a:solidFill>
                      <a:prstDash val="solid"/>
                      <a:round/>
                      <a:headEnd type="none" w="med" len="med"/>
                      <a:tailEnd type="none" w="med" len="med"/>
                    </a:lnB>
                  </a:tcPr>
                </a:tc>
                <a:tc hMerge="1">
                  <a:txBody>
                    <a:bodyPr/>
                    <a:lstStyle/>
                    <a:p>
                      <a:pPr marL="334645" indent="-170180">
                        <a:lnSpc>
                          <a:spcPct val="100000"/>
                        </a:lnSpc>
                        <a:spcBef>
                          <a:spcPts val="315"/>
                        </a:spcBef>
                        <a:buClr>
                          <a:srgbClr val="96999B"/>
                        </a:buClr>
                        <a:buFont typeface="Symbol"/>
                        <a:buChar char=""/>
                        <a:tabLst>
                          <a:tab pos="335280" algn="l"/>
                        </a:tabLst>
                      </a:pPr>
                      <a:endParaRPr sz="850">
                        <a:latin typeface="Calibri" panose="020F0502020204030204" pitchFamily="34" charset="0"/>
                        <a:cs typeface="Calibri" panose="020F0502020204030204" pitchFamily="34" charset="0"/>
                      </a:endParaRPr>
                    </a:p>
                  </a:txBody>
                  <a:tcPr marL="0" marR="0" marT="40005" marB="0">
                    <a:lnL w="9525" cap="flat" cmpd="sng" algn="ctr">
                      <a:solidFill>
                        <a:srgbClr val="52555A"/>
                      </a:solidFill>
                      <a:prstDash val="solid"/>
                      <a:round/>
                      <a:headEnd type="none" w="med" len="med"/>
                      <a:tailEnd type="none" w="med" len="med"/>
                    </a:lnL>
                    <a:lnT w="6350">
                      <a:solidFill>
                        <a:srgbClr val="52555A"/>
                      </a:solidFill>
                      <a:prstDash val="solid"/>
                    </a:lnT>
                    <a:lnB w="6350" cap="flat" cmpd="sng" algn="ctr">
                      <a:solidFill>
                        <a:srgbClr val="52555A"/>
                      </a:solidFill>
                      <a:prstDash val="solid"/>
                      <a:round/>
                      <a:headEnd type="none" w="med" len="med"/>
                      <a:tailEnd type="none" w="med" len="med"/>
                    </a:lnB>
                  </a:tcPr>
                </a:tc>
                <a:extLst>
                  <a:ext uri="{0D108BD9-81ED-4DB2-BD59-A6C34878D82A}">
                    <a16:rowId xmlns:a16="http://schemas.microsoft.com/office/drawing/2014/main" val="32136630"/>
                  </a:ext>
                </a:extLst>
              </a:tr>
              <a:tr h="1371398">
                <a:tc>
                  <a:txBody>
                    <a:bodyPr/>
                    <a:lstStyle/>
                    <a:p>
                      <a:pPr algn="l" rtl="0" fontAlgn="base"/>
                      <a:r>
                        <a:rPr lang="en-US" altLang="zh-TW" sz="900" b="0" i="0" dirty="0">
                          <a:solidFill>
                            <a:srgbClr val="000000"/>
                          </a:solidFill>
                          <a:effectLst/>
                          <a:latin typeface="KaiTi" panose="02010609060101010101" pitchFamily="49" charset="-122"/>
                          <a:ea typeface="KaiTi" panose="02010609060101010101" pitchFamily="49" charset="-122"/>
                        </a:rPr>
                        <a:t>08</a:t>
                      </a:r>
                      <a:r>
                        <a:rPr lang="zh-TW" altLang="en-US" sz="900" b="0" i="0" dirty="0">
                          <a:solidFill>
                            <a:srgbClr val="000000"/>
                          </a:solidFill>
                          <a:effectLst/>
                          <a:latin typeface="KaiTi" panose="02010609060101010101" pitchFamily="49" charset="-122"/>
                          <a:ea typeface="KaiTi" panose="02010609060101010101" pitchFamily="49" charset="-122"/>
                        </a:rPr>
                        <a:t>月</a:t>
                      </a:r>
                      <a:r>
                        <a:rPr lang="en-US" altLang="zh-TW" sz="900" b="0" i="0" dirty="0">
                          <a:solidFill>
                            <a:srgbClr val="000000"/>
                          </a:solidFill>
                          <a:effectLst/>
                          <a:latin typeface="KaiTi" panose="02010609060101010101" pitchFamily="49" charset="-122"/>
                          <a:ea typeface="KaiTi" panose="02010609060101010101" pitchFamily="49" charset="-122"/>
                        </a:rPr>
                        <a:t>18</a:t>
                      </a:r>
                      <a:r>
                        <a:rPr lang="zh-TW" altLang="en-US" sz="900" b="0" i="0" dirty="0">
                          <a:solidFill>
                            <a:srgbClr val="000000"/>
                          </a:solidFill>
                          <a:effectLst/>
                          <a:latin typeface="KaiTi" panose="02010609060101010101" pitchFamily="49" charset="-122"/>
                          <a:ea typeface="KaiTi" panose="02010609060101010101" pitchFamily="49" charset="-122"/>
                        </a:rPr>
                        <a:t>日一周​</a:t>
                      </a:r>
                      <a:endParaRPr lang="zh-TW" altLang="en-US" b="0" i="0" dirty="0">
                        <a:solidFill>
                          <a:srgbClr val="000000"/>
                        </a:solidFill>
                        <a:effectLst/>
                        <a:latin typeface="KaiTi" panose="02010609060101010101" pitchFamily="49" charset="-122"/>
                        <a:ea typeface="KaiTi" panose="02010609060101010101" pitchFamily="49" charset="-122"/>
                      </a:endParaRPr>
                    </a:p>
                    <a:p>
                      <a:pPr algn="l" rtl="0" fontAlgn="base"/>
                      <a:r>
                        <a:rPr lang="zh-TW" altLang="en-US" sz="900" b="0" i="0" dirty="0">
                          <a:solidFill>
                            <a:srgbClr val="000000"/>
                          </a:solidFill>
                          <a:effectLst/>
                          <a:latin typeface="KaiTi" panose="02010609060101010101" pitchFamily="49" charset="-122"/>
                          <a:ea typeface="KaiTi" panose="02010609060101010101" pitchFamily="49" charset="-122"/>
                        </a:rPr>
                        <a:t>​</a:t>
                      </a:r>
                      <a:endParaRPr lang="zh-TW" altLang="en-US" b="0" i="0" dirty="0">
                        <a:solidFill>
                          <a:srgbClr val="000000"/>
                        </a:solidFill>
                        <a:effectLst/>
                        <a:latin typeface="KaiTi" panose="02010609060101010101" pitchFamily="49" charset="-122"/>
                        <a:ea typeface="KaiTi" panose="02010609060101010101" pitchFamily="49" charset="-122"/>
                      </a:endParaRPr>
                    </a:p>
                  </a:txBody>
                  <a:tcPr>
                    <a:lnL>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向香港聯交所遞交保薦人委任函</a:t>
                      </a:r>
                      <a:endParaRPr lang="en-US" altLang="zh-TW"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公司跟進提供管理層</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業務盡調文件及書面補充回復</a:t>
                      </a:r>
                      <a:endParaRPr lang="en-US" altLang="zh-TW"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傳閱重組備忘錄初稿</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開展獨立非執行董事的選聘工作</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公司開始提供</a:t>
                      </a:r>
                      <a:r>
                        <a:rPr lang="en-GB"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2022/23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2023/24</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2024/25</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財年及</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2025/26</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財年首</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個月的三方盡調及資料，審計師進行審閱並核准</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開始準備估值模型、盈利預測和現金流預測備忘錄</a:t>
                      </a:r>
                      <a:endParaRPr lang="en-US" altLang="zh-TW"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635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a:t>
                      </a:r>
                      <a:r>
                        <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保薦</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人、保薦人香港律師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公司、公司香港律師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公司、公司香港律師、保薦人</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公司、審計師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公司、保薦人、審計師</a:t>
                      </a:r>
                      <a:endParaRPr 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9525" cap="flat" cmpd="sng" algn="ctr">
                      <a:no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74600245"/>
                  </a:ext>
                </a:extLst>
              </a:tr>
              <a:tr h="1371398">
                <a:tc>
                  <a:txBody>
                    <a:bodyPr/>
                    <a:lstStyle/>
                    <a:p>
                      <a:pPr algn="l" rtl="0" fontAlgn="base"/>
                      <a:r>
                        <a:rPr lang="en-US" altLang="zh-TW" sz="900" b="0" i="0" dirty="0">
                          <a:solidFill>
                            <a:srgbClr val="000000"/>
                          </a:solidFill>
                          <a:effectLst/>
                          <a:latin typeface="KaiTi" panose="02010609060101010101" pitchFamily="49" charset="-122"/>
                          <a:ea typeface="KaiTi" panose="02010609060101010101" pitchFamily="49" charset="-122"/>
                        </a:rPr>
                        <a:t>08</a:t>
                      </a:r>
                      <a:r>
                        <a:rPr lang="zh-TW" altLang="en-US" sz="900" b="0" i="0" dirty="0">
                          <a:solidFill>
                            <a:srgbClr val="000000"/>
                          </a:solidFill>
                          <a:effectLst/>
                          <a:latin typeface="KaiTi" panose="02010609060101010101" pitchFamily="49" charset="-122"/>
                          <a:ea typeface="KaiTi" panose="02010609060101010101" pitchFamily="49" charset="-122"/>
                        </a:rPr>
                        <a:t>月</a:t>
                      </a:r>
                      <a:r>
                        <a:rPr lang="en-US" altLang="zh-TW" sz="900" b="0" i="0" dirty="0">
                          <a:solidFill>
                            <a:srgbClr val="000000"/>
                          </a:solidFill>
                          <a:effectLst/>
                          <a:latin typeface="KaiTi" panose="02010609060101010101" pitchFamily="49" charset="-122"/>
                          <a:ea typeface="KaiTi" panose="02010609060101010101" pitchFamily="49" charset="-122"/>
                        </a:rPr>
                        <a:t>25</a:t>
                      </a:r>
                      <a:r>
                        <a:rPr lang="zh-TW" altLang="en-US" sz="900" b="0" i="0" dirty="0">
                          <a:solidFill>
                            <a:srgbClr val="000000"/>
                          </a:solidFill>
                          <a:effectLst/>
                          <a:latin typeface="KaiTi" panose="02010609060101010101" pitchFamily="49" charset="-122"/>
                          <a:ea typeface="KaiTi" panose="02010609060101010101" pitchFamily="49" charset="-122"/>
                        </a:rPr>
                        <a:t>日一周​</a:t>
                      </a:r>
                      <a:endParaRPr lang="zh-TW" altLang="en-US" b="0" i="0" dirty="0">
                        <a:solidFill>
                          <a:srgbClr val="000000"/>
                        </a:solidFill>
                        <a:effectLst/>
                        <a:latin typeface="KaiTi" panose="02010609060101010101" pitchFamily="49" charset="-122"/>
                        <a:ea typeface="KaiTi" panose="02010609060101010101" pitchFamily="49" charset="-122"/>
                      </a:endParaRPr>
                    </a:p>
                    <a:p>
                      <a:pPr algn="l" rtl="0" fontAlgn="base"/>
                      <a:r>
                        <a:rPr lang="zh-TW" altLang="en-US" sz="900" b="0" i="0" dirty="0">
                          <a:solidFill>
                            <a:srgbClr val="000000"/>
                          </a:solidFill>
                          <a:effectLst/>
                          <a:latin typeface="KaiTi" panose="02010609060101010101" pitchFamily="49" charset="-122"/>
                          <a:ea typeface="KaiTi" panose="02010609060101010101" pitchFamily="49" charset="-122"/>
                        </a:rPr>
                        <a:t>​</a:t>
                      </a:r>
                      <a:endParaRPr lang="zh-TW" altLang="en-US" b="0" i="0" dirty="0">
                        <a:solidFill>
                          <a:srgbClr val="000000"/>
                        </a:solidFill>
                        <a:effectLst/>
                        <a:latin typeface="KaiTi" panose="02010609060101010101" pitchFamily="49" charset="-122"/>
                        <a:ea typeface="KaiTi" panose="02010609060101010101" pitchFamily="49" charset="-122"/>
                      </a:endParaRPr>
                    </a:p>
                  </a:txBody>
                  <a:tcPr>
                    <a:lnL>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傳閱控制權連續性和管理層連續性的備忘錄初稿</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公司持續提供</a:t>
                      </a:r>
                      <a:r>
                        <a:rPr lang="en-GB"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2022/23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2023/24</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2024/25</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財年及</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2025/26</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財年首</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個月的三方盡調及資料，審計師進行審閱並核准</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傳閱競爭優勢和發展戰略提綱（</a:t>
                      </a:r>
                      <a:r>
                        <a:rPr lang="en-GB"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OSS</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）初稿，由各方審閱並傳閱修改意見</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傳閱</a:t>
                      </a:r>
                      <a:r>
                        <a:rPr 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PN21</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備忘錄初稿</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傳閱已填寫的關連交易及同業競爭問卷，初步梳理上市後持續性關連交易及同業競爭</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開始關連交易盡職調查及同業競爭盡職調查（如需要）</a:t>
                      </a: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635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公司、審計師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保薦人</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保薦人境外律師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公司、公司香港律師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保薦人、保薦人香港律師</a:t>
                      </a: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9525" cap="flat" cmpd="sng" algn="ctr">
                      <a:no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3679772"/>
                  </a:ext>
                </a:extLst>
              </a:tr>
            </a:tbl>
          </a:graphicData>
        </a:graphic>
      </p:graphicFrame>
      <p:sp>
        <p:nvSpPr>
          <p:cNvPr id="9" name="object 29">
            <a:extLst>
              <a:ext uri="{FF2B5EF4-FFF2-40B4-BE49-F238E27FC236}">
                <a16:creationId xmlns:a16="http://schemas.microsoft.com/office/drawing/2014/main" id="{4C3FA053-95C7-4144-87FB-0CE5B8454618}"/>
              </a:ext>
            </a:extLst>
          </p:cNvPr>
          <p:cNvSpPr txBox="1">
            <a:spLocks/>
          </p:cNvSpPr>
          <p:nvPr/>
        </p:nvSpPr>
        <p:spPr>
          <a:xfrm>
            <a:off x="581296" y="6175879"/>
            <a:ext cx="7221583" cy="120546"/>
          </a:xfrm>
          <a:prstGeom prst="rect">
            <a:avLst/>
          </a:prstGeom>
        </p:spPr>
        <p:txBody>
          <a:bodyPr vert="horz" wrap="square" lIns="0" tIns="12700" rIns="0" bIns="0" rtlCol="0">
            <a:spAutoFit/>
          </a:bodyPr>
          <a:lstStyle>
            <a:defPPr>
              <a:defRPr lang="en-US"/>
            </a:defPPr>
            <a:lvl1pPr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1pPr>
            <a:lvl2pPr marL="457152"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2pPr>
            <a:lvl3pPr marL="914303"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3pPr>
            <a:lvl4pPr marL="1371455"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4pPr>
            <a:lvl5pPr marL="1828606"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5pPr>
            <a:lvl6pPr marL="2285758"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6pPr>
            <a:lvl7pPr marL="2742909"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7pPr>
            <a:lvl8pPr marL="3200061"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8pPr>
            <a:lvl9pPr marL="3657212"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9pPr>
          </a:lstStyle>
          <a:p>
            <a:pPr marL="57150">
              <a:spcBef>
                <a:spcPts val="100"/>
              </a:spcBef>
            </a:pPr>
            <a:r>
              <a:rPr lang="zh-TW" altLang="en-US" sz="700" spc="10">
                <a:latin typeface="KaiTi" panose="02010609060101010101" pitchFamily="49" charset="-122"/>
                <a:ea typeface="KaiTi" panose="02010609060101010101" pitchFamily="49" charset="-122"/>
              </a:rPr>
              <a:t>注：最終上市時間表將取決於監管部門審批速度、資本市場條件等各方面因素影響</a:t>
            </a:r>
            <a:endParaRPr lang="zh-CN" altLang="en-US" sz="700">
              <a:latin typeface="KaiTi" panose="02010609060101010101" pitchFamily="49" charset="-122"/>
              <a:ea typeface="KaiTi" panose="02010609060101010101" pitchFamily="49" charset="-122"/>
              <a:cs typeface="Arial"/>
            </a:endParaRPr>
          </a:p>
        </p:txBody>
      </p:sp>
    </p:spTree>
    <p:extLst>
      <p:ext uri="{BB962C8B-B14F-4D97-AF65-F5344CB8AC3E}">
        <p14:creationId xmlns:p14="http://schemas.microsoft.com/office/powerpoint/2010/main" val="1306568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9" name="Rectangle 2"/>
          <p:cNvSpPr>
            <a:spLocks noGrp="1" noChangeArrowheads="1"/>
          </p:cNvSpPr>
          <p:nvPr>
            <p:ph type="title"/>
          </p:nvPr>
        </p:nvSpPr>
        <p:spPr>
          <a:xfrm>
            <a:off x="663575" y="489692"/>
            <a:ext cx="7845552" cy="469159"/>
          </a:xfrm>
        </p:spPr>
        <p:txBody>
          <a:bodyPr/>
          <a:lstStyle/>
          <a:p>
            <a:r>
              <a:rPr lang="en-US" altLang="zh-CN" dirty="0">
                <a:latin typeface="Calibri" panose="020F0502020204030204" pitchFamily="34" charset="0"/>
                <a:ea typeface="KaiTi" panose="02010609060101010101" pitchFamily="49" charset="-122"/>
                <a:cs typeface="Calibri" panose="020F0502020204030204" pitchFamily="34" charset="0"/>
              </a:rPr>
              <a:t>4.2 </a:t>
            </a:r>
            <a:r>
              <a:rPr lang="zh-CN" altLang="en-US" dirty="0">
                <a:latin typeface="KaiTi" panose="02010609060101010101" pitchFamily="49" charset="-122"/>
                <a:ea typeface="KaiTi" panose="02010609060101010101" pitchFamily="49" charset="-122"/>
                <a:cs typeface="Calibri" panose="020F0502020204030204" pitchFamily="34" charset="0"/>
              </a:rPr>
              <a:t>詳細時間表</a:t>
            </a:r>
            <a:r>
              <a:rPr lang="en-US" altLang="zh-CN" dirty="0">
                <a:latin typeface="KaiTi" panose="02010609060101010101" pitchFamily="49" charset="-122"/>
                <a:ea typeface="KaiTi" panose="02010609060101010101" pitchFamily="49" charset="-122"/>
                <a:cs typeface="Calibri" panose="020F0502020204030204" pitchFamily="34" charset="0"/>
              </a:rPr>
              <a:t>(</a:t>
            </a:r>
            <a:r>
              <a:rPr lang="zh-CN" altLang="en-US" dirty="0">
                <a:latin typeface="KaiTi" panose="02010609060101010101" pitchFamily="49" charset="-122"/>
                <a:ea typeface="KaiTi" panose="02010609060101010101" pitchFamily="49" charset="-122"/>
                <a:cs typeface="Calibri" panose="020F0502020204030204" pitchFamily="34" charset="0"/>
              </a:rPr>
              <a:t>續</a:t>
            </a:r>
            <a:r>
              <a:rPr lang="en-US" altLang="zh-CN" dirty="0">
                <a:latin typeface="KaiTi" panose="02010609060101010101" pitchFamily="49" charset="-122"/>
                <a:ea typeface="KaiTi" panose="02010609060101010101" pitchFamily="49" charset="-122"/>
                <a:cs typeface="Calibri" panose="020F0502020204030204" pitchFamily="34" charset="0"/>
              </a:rPr>
              <a:t>)</a:t>
            </a:r>
            <a:endParaRPr lang="zh-CN" altLang="en-US" dirty="0">
              <a:latin typeface="KaiTi" panose="02010609060101010101" pitchFamily="49" charset="-122"/>
              <a:ea typeface="KaiTi" panose="02010609060101010101" pitchFamily="49" charset="-122"/>
              <a:cs typeface="Calibri" panose="020F0502020204030204" pitchFamily="34" charset="0"/>
            </a:endParaRPr>
          </a:p>
        </p:txBody>
      </p:sp>
      <p:sp>
        <p:nvSpPr>
          <p:cNvPr id="3" name="Slide Number Placeholder 2">
            <a:extLst>
              <a:ext uri="{FF2B5EF4-FFF2-40B4-BE49-F238E27FC236}">
                <a16:creationId xmlns:a16="http://schemas.microsoft.com/office/drawing/2014/main" id="{D2D69C45-4B89-4E7E-9F68-147BA17A180D}"/>
              </a:ext>
            </a:extLst>
          </p:cNvPr>
          <p:cNvSpPr>
            <a:spLocks noGrp="1"/>
          </p:cNvSpPr>
          <p:nvPr>
            <p:ph type="sldNum" sz="quarter" idx="10"/>
          </p:nvPr>
        </p:nvSpPr>
        <p:spPr/>
        <p:txBody>
          <a:bodyPr/>
          <a:lstStyle/>
          <a:p>
            <a:pPr>
              <a:defRPr/>
            </a:pPr>
            <a:fld id="{17AE90FD-2A67-4F1C-8A5E-6FE36A4F61F0}" type="slidenum">
              <a:rPr lang="en-US" altLang="en-US" smtClean="0">
                <a:latin typeface="Calibri" panose="020F0502020204030204" pitchFamily="34" charset="0"/>
                <a:cs typeface="Calibri" panose="020F0502020204030204" pitchFamily="34" charset="0"/>
              </a:rPr>
              <a:pPr>
                <a:defRPr/>
              </a:pPr>
              <a:t>15</a:t>
            </a:fld>
            <a:endParaRPr lang="en-US" altLang="en-US">
              <a:latin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E244F3F2-7B79-4167-8988-FDE4935724FB}"/>
              </a:ext>
            </a:extLst>
          </p:cNvPr>
          <p:cNvGraphicFramePr>
            <a:graphicFrameLocks noGrp="1"/>
          </p:cNvGraphicFramePr>
          <p:nvPr/>
        </p:nvGraphicFramePr>
        <p:xfrm>
          <a:off x="661691" y="1051330"/>
          <a:ext cx="7845552" cy="1455648"/>
        </p:xfrm>
        <a:graphic>
          <a:graphicData uri="http://schemas.openxmlformats.org/drawingml/2006/table">
            <a:tbl>
              <a:tblPr/>
              <a:tblGrid>
                <a:gridCol w="179355">
                  <a:extLst>
                    <a:ext uri="{9D8B030D-6E8A-4147-A177-3AD203B41FA5}">
                      <a16:colId xmlns:a16="http://schemas.microsoft.com/office/drawing/2014/main" val="632863646"/>
                    </a:ext>
                  </a:extLst>
                </a:gridCol>
                <a:gridCol w="179355">
                  <a:extLst>
                    <a:ext uri="{9D8B030D-6E8A-4147-A177-3AD203B41FA5}">
                      <a16:colId xmlns:a16="http://schemas.microsoft.com/office/drawing/2014/main" val="4260500397"/>
                    </a:ext>
                  </a:extLst>
                </a:gridCol>
                <a:gridCol w="179355">
                  <a:extLst>
                    <a:ext uri="{9D8B030D-6E8A-4147-A177-3AD203B41FA5}">
                      <a16:colId xmlns:a16="http://schemas.microsoft.com/office/drawing/2014/main" val="3714215512"/>
                    </a:ext>
                  </a:extLst>
                </a:gridCol>
                <a:gridCol w="179355">
                  <a:extLst>
                    <a:ext uri="{9D8B030D-6E8A-4147-A177-3AD203B41FA5}">
                      <a16:colId xmlns:a16="http://schemas.microsoft.com/office/drawing/2014/main" val="1252371493"/>
                    </a:ext>
                  </a:extLst>
                </a:gridCol>
                <a:gridCol w="179355">
                  <a:extLst>
                    <a:ext uri="{9D8B030D-6E8A-4147-A177-3AD203B41FA5}">
                      <a16:colId xmlns:a16="http://schemas.microsoft.com/office/drawing/2014/main" val="258922648"/>
                    </a:ext>
                  </a:extLst>
                </a:gridCol>
                <a:gridCol w="179355">
                  <a:extLst>
                    <a:ext uri="{9D8B030D-6E8A-4147-A177-3AD203B41FA5}">
                      <a16:colId xmlns:a16="http://schemas.microsoft.com/office/drawing/2014/main" val="2212696656"/>
                    </a:ext>
                  </a:extLst>
                </a:gridCol>
                <a:gridCol w="179355">
                  <a:extLst>
                    <a:ext uri="{9D8B030D-6E8A-4147-A177-3AD203B41FA5}">
                      <a16:colId xmlns:a16="http://schemas.microsoft.com/office/drawing/2014/main" val="2203261074"/>
                    </a:ext>
                  </a:extLst>
                </a:gridCol>
                <a:gridCol w="73885">
                  <a:extLst>
                    <a:ext uri="{9D8B030D-6E8A-4147-A177-3AD203B41FA5}">
                      <a16:colId xmlns:a16="http://schemas.microsoft.com/office/drawing/2014/main" val="3466189971"/>
                    </a:ext>
                  </a:extLst>
                </a:gridCol>
                <a:gridCol w="177327">
                  <a:extLst>
                    <a:ext uri="{9D8B030D-6E8A-4147-A177-3AD203B41FA5}">
                      <a16:colId xmlns:a16="http://schemas.microsoft.com/office/drawing/2014/main" val="3276882706"/>
                    </a:ext>
                  </a:extLst>
                </a:gridCol>
                <a:gridCol w="179355">
                  <a:extLst>
                    <a:ext uri="{9D8B030D-6E8A-4147-A177-3AD203B41FA5}">
                      <a16:colId xmlns:a16="http://schemas.microsoft.com/office/drawing/2014/main" val="703712399"/>
                    </a:ext>
                  </a:extLst>
                </a:gridCol>
                <a:gridCol w="179355">
                  <a:extLst>
                    <a:ext uri="{9D8B030D-6E8A-4147-A177-3AD203B41FA5}">
                      <a16:colId xmlns:a16="http://schemas.microsoft.com/office/drawing/2014/main" val="3928445052"/>
                    </a:ext>
                  </a:extLst>
                </a:gridCol>
                <a:gridCol w="177328">
                  <a:extLst>
                    <a:ext uri="{9D8B030D-6E8A-4147-A177-3AD203B41FA5}">
                      <a16:colId xmlns:a16="http://schemas.microsoft.com/office/drawing/2014/main" val="2193126482"/>
                    </a:ext>
                  </a:extLst>
                </a:gridCol>
                <a:gridCol w="177327">
                  <a:extLst>
                    <a:ext uri="{9D8B030D-6E8A-4147-A177-3AD203B41FA5}">
                      <a16:colId xmlns:a16="http://schemas.microsoft.com/office/drawing/2014/main" val="439283271"/>
                    </a:ext>
                  </a:extLst>
                </a:gridCol>
                <a:gridCol w="179355">
                  <a:extLst>
                    <a:ext uri="{9D8B030D-6E8A-4147-A177-3AD203B41FA5}">
                      <a16:colId xmlns:a16="http://schemas.microsoft.com/office/drawing/2014/main" val="1967768558"/>
                    </a:ext>
                  </a:extLst>
                </a:gridCol>
                <a:gridCol w="177327">
                  <a:extLst>
                    <a:ext uri="{9D8B030D-6E8A-4147-A177-3AD203B41FA5}">
                      <a16:colId xmlns:a16="http://schemas.microsoft.com/office/drawing/2014/main" val="2896965937"/>
                    </a:ext>
                  </a:extLst>
                </a:gridCol>
                <a:gridCol w="73885">
                  <a:extLst>
                    <a:ext uri="{9D8B030D-6E8A-4147-A177-3AD203B41FA5}">
                      <a16:colId xmlns:a16="http://schemas.microsoft.com/office/drawing/2014/main" val="2556315855"/>
                    </a:ext>
                  </a:extLst>
                </a:gridCol>
                <a:gridCol w="177327">
                  <a:extLst>
                    <a:ext uri="{9D8B030D-6E8A-4147-A177-3AD203B41FA5}">
                      <a16:colId xmlns:a16="http://schemas.microsoft.com/office/drawing/2014/main" val="2851345119"/>
                    </a:ext>
                  </a:extLst>
                </a:gridCol>
                <a:gridCol w="177327">
                  <a:extLst>
                    <a:ext uri="{9D8B030D-6E8A-4147-A177-3AD203B41FA5}">
                      <a16:colId xmlns:a16="http://schemas.microsoft.com/office/drawing/2014/main" val="4169969330"/>
                    </a:ext>
                  </a:extLst>
                </a:gridCol>
                <a:gridCol w="177327">
                  <a:extLst>
                    <a:ext uri="{9D8B030D-6E8A-4147-A177-3AD203B41FA5}">
                      <a16:colId xmlns:a16="http://schemas.microsoft.com/office/drawing/2014/main" val="4133801659"/>
                    </a:ext>
                  </a:extLst>
                </a:gridCol>
                <a:gridCol w="177327">
                  <a:extLst>
                    <a:ext uri="{9D8B030D-6E8A-4147-A177-3AD203B41FA5}">
                      <a16:colId xmlns:a16="http://schemas.microsoft.com/office/drawing/2014/main" val="2484976351"/>
                    </a:ext>
                  </a:extLst>
                </a:gridCol>
                <a:gridCol w="177327">
                  <a:extLst>
                    <a:ext uri="{9D8B030D-6E8A-4147-A177-3AD203B41FA5}">
                      <a16:colId xmlns:a16="http://schemas.microsoft.com/office/drawing/2014/main" val="2188070336"/>
                    </a:ext>
                  </a:extLst>
                </a:gridCol>
                <a:gridCol w="177327">
                  <a:extLst>
                    <a:ext uri="{9D8B030D-6E8A-4147-A177-3AD203B41FA5}">
                      <a16:colId xmlns:a16="http://schemas.microsoft.com/office/drawing/2014/main" val="1632072575"/>
                    </a:ext>
                  </a:extLst>
                </a:gridCol>
                <a:gridCol w="177327">
                  <a:extLst>
                    <a:ext uri="{9D8B030D-6E8A-4147-A177-3AD203B41FA5}">
                      <a16:colId xmlns:a16="http://schemas.microsoft.com/office/drawing/2014/main" val="624347247"/>
                    </a:ext>
                  </a:extLst>
                </a:gridCol>
                <a:gridCol w="73885">
                  <a:extLst>
                    <a:ext uri="{9D8B030D-6E8A-4147-A177-3AD203B41FA5}">
                      <a16:colId xmlns:a16="http://schemas.microsoft.com/office/drawing/2014/main" val="1593100744"/>
                    </a:ext>
                  </a:extLst>
                </a:gridCol>
                <a:gridCol w="177327">
                  <a:extLst>
                    <a:ext uri="{9D8B030D-6E8A-4147-A177-3AD203B41FA5}">
                      <a16:colId xmlns:a16="http://schemas.microsoft.com/office/drawing/2014/main" val="37193534"/>
                    </a:ext>
                  </a:extLst>
                </a:gridCol>
                <a:gridCol w="177327">
                  <a:extLst>
                    <a:ext uri="{9D8B030D-6E8A-4147-A177-3AD203B41FA5}">
                      <a16:colId xmlns:a16="http://schemas.microsoft.com/office/drawing/2014/main" val="2912563522"/>
                    </a:ext>
                  </a:extLst>
                </a:gridCol>
                <a:gridCol w="177327">
                  <a:extLst>
                    <a:ext uri="{9D8B030D-6E8A-4147-A177-3AD203B41FA5}">
                      <a16:colId xmlns:a16="http://schemas.microsoft.com/office/drawing/2014/main" val="954881887"/>
                    </a:ext>
                  </a:extLst>
                </a:gridCol>
                <a:gridCol w="177327">
                  <a:extLst>
                    <a:ext uri="{9D8B030D-6E8A-4147-A177-3AD203B41FA5}">
                      <a16:colId xmlns:a16="http://schemas.microsoft.com/office/drawing/2014/main" val="689814166"/>
                    </a:ext>
                  </a:extLst>
                </a:gridCol>
                <a:gridCol w="177327">
                  <a:extLst>
                    <a:ext uri="{9D8B030D-6E8A-4147-A177-3AD203B41FA5}">
                      <a16:colId xmlns:a16="http://schemas.microsoft.com/office/drawing/2014/main" val="928905181"/>
                    </a:ext>
                  </a:extLst>
                </a:gridCol>
                <a:gridCol w="177327">
                  <a:extLst>
                    <a:ext uri="{9D8B030D-6E8A-4147-A177-3AD203B41FA5}">
                      <a16:colId xmlns:a16="http://schemas.microsoft.com/office/drawing/2014/main" val="2690568607"/>
                    </a:ext>
                  </a:extLst>
                </a:gridCol>
                <a:gridCol w="177327">
                  <a:extLst>
                    <a:ext uri="{9D8B030D-6E8A-4147-A177-3AD203B41FA5}">
                      <a16:colId xmlns:a16="http://schemas.microsoft.com/office/drawing/2014/main" val="1150948352"/>
                    </a:ext>
                  </a:extLst>
                </a:gridCol>
                <a:gridCol w="73885">
                  <a:extLst>
                    <a:ext uri="{9D8B030D-6E8A-4147-A177-3AD203B41FA5}">
                      <a16:colId xmlns:a16="http://schemas.microsoft.com/office/drawing/2014/main" val="2770791567"/>
                    </a:ext>
                  </a:extLst>
                </a:gridCol>
                <a:gridCol w="179355">
                  <a:extLst>
                    <a:ext uri="{9D8B030D-6E8A-4147-A177-3AD203B41FA5}">
                      <a16:colId xmlns:a16="http://schemas.microsoft.com/office/drawing/2014/main" val="400803536"/>
                    </a:ext>
                  </a:extLst>
                </a:gridCol>
                <a:gridCol w="177327">
                  <a:extLst>
                    <a:ext uri="{9D8B030D-6E8A-4147-A177-3AD203B41FA5}">
                      <a16:colId xmlns:a16="http://schemas.microsoft.com/office/drawing/2014/main" val="324400351"/>
                    </a:ext>
                  </a:extLst>
                </a:gridCol>
                <a:gridCol w="179355">
                  <a:extLst>
                    <a:ext uri="{9D8B030D-6E8A-4147-A177-3AD203B41FA5}">
                      <a16:colId xmlns:a16="http://schemas.microsoft.com/office/drawing/2014/main" val="3414373981"/>
                    </a:ext>
                  </a:extLst>
                </a:gridCol>
                <a:gridCol w="177327">
                  <a:extLst>
                    <a:ext uri="{9D8B030D-6E8A-4147-A177-3AD203B41FA5}">
                      <a16:colId xmlns:a16="http://schemas.microsoft.com/office/drawing/2014/main" val="2840464089"/>
                    </a:ext>
                  </a:extLst>
                </a:gridCol>
                <a:gridCol w="177327">
                  <a:extLst>
                    <a:ext uri="{9D8B030D-6E8A-4147-A177-3AD203B41FA5}">
                      <a16:colId xmlns:a16="http://schemas.microsoft.com/office/drawing/2014/main" val="2436347823"/>
                    </a:ext>
                  </a:extLst>
                </a:gridCol>
                <a:gridCol w="177327">
                  <a:extLst>
                    <a:ext uri="{9D8B030D-6E8A-4147-A177-3AD203B41FA5}">
                      <a16:colId xmlns:a16="http://schemas.microsoft.com/office/drawing/2014/main" val="121630100"/>
                    </a:ext>
                  </a:extLst>
                </a:gridCol>
                <a:gridCol w="177327">
                  <a:extLst>
                    <a:ext uri="{9D8B030D-6E8A-4147-A177-3AD203B41FA5}">
                      <a16:colId xmlns:a16="http://schemas.microsoft.com/office/drawing/2014/main" val="145758586"/>
                    </a:ext>
                  </a:extLst>
                </a:gridCol>
                <a:gridCol w="73885">
                  <a:extLst>
                    <a:ext uri="{9D8B030D-6E8A-4147-A177-3AD203B41FA5}">
                      <a16:colId xmlns:a16="http://schemas.microsoft.com/office/drawing/2014/main" val="2497428264"/>
                    </a:ext>
                  </a:extLst>
                </a:gridCol>
                <a:gridCol w="177327">
                  <a:extLst>
                    <a:ext uri="{9D8B030D-6E8A-4147-A177-3AD203B41FA5}">
                      <a16:colId xmlns:a16="http://schemas.microsoft.com/office/drawing/2014/main" val="208355606"/>
                    </a:ext>
                  </a:extLst>
                </a:gridCol>
                <a:gridCol w="177327">
                  <a:extLst>
                    <a:ext uri="{9D8B030D-6E8A-4147-A177-3AD203B41FA5}">
                      <a16:colId xmlns:a16="http://schemas.microsoft.com/office/drawing/2014/main" val="42835667"/>
                    </a:ext>
                  </a:extLst>
                </a:gridCol>
                <a:gridCol w="179355">
                  <a:extLst>
                    <a:ext uri="{9D8B030D-6E8A-4147-A177-3AD203B41FA5}">
                      <a16:colId xmlns:a16="http://schemas.microsoft.com/office/drawing/2014/main" val="3095660120"/>
                    </a:ext>
                  </a:extLst>
                </a:gridCol>
                <a:gridCol w="177327">
                  <a:extLst>
                    <a:ext uri="{9D8B030D-6E8A-4147-A177-3AD203B41FA5}">
                      <a16:colId xmlns:a16="http://schemas.microsoft.com/office/drawing/2014/main" val="1582095268"/>
                    </a:ext>
                  </a:extLst>
                </a:gridCol>
                <a:gridCol w="177327">
                  <a:extLst>
                    <a:ext uri="{9D8B030D-6E8A-4147-A177-3AD203B41FA5}">
                      <a16:colId xmlns:a16="http://schemas.microsoft.com/office/drawing/2014/main" val="1003476852"/>
                    </a:ext>
                  </a:extLst>
                </a:gridCol>
                <a:gridCol w="177327">
                  <a:extLst>
                    <a:ext uri="{9D8B030D-6E8A-4147-A177-3AD203B41FA5}">
                      <a16:colId xmlns:a16="http://schemas.microsoft.com/office/drawing/2014/main" val="2914094909"/>
                    </a:ext>
                  </a:extLst>
                </a:gridCol>
                <a:gridCol w="179355">
                  <a:extLst>
                    <a:ext uri="{9D8B030D-6E8A-4147-A177-3AD203B41FA5}">
                      <a16:colId xmlns:a16="http://schemas.microsoft.com/office/drawing/2014/main" val="3126486074"/>
                    </a:ext>
                  </a:extLst>
                </a:gridCol>
              </a:tblGrid>
              <a:tr h="166898">
                <a:tc gridSpan="47">
                  <a:txBody>
                    <a:bodyPr/>
                    <a:lstStyle/>
                    <a:p>
                      <a:pPr marL="0" marR="0" lvl="0" indent="0" algn="ctr" defTabSz="914303" rtl="0" eaLnBrk="1" fontAlgn="b" latinLnBrk="0" hangingPunct="1">
                        <a:lnSpc>
                          <a:spcPct val="100000"/>
                        </a:lnSpc>
                        <a:spcBef>
                          <a:spcPts val="0"/>
                        </a:spcBef>
                        <a:spcAft>
                          <a:spcPts val="0"/>
                        </a:spcAft>
                        <a:buClrTx/>
                        <a:buSzTx/>
                        <a:buFontTx/>
                        <a:buNone/>
                        <a:tabLst/>
                        <a:defRPr/>
                      </a:pPr>
                      <a:r>
                        <a:rPr lang="en-US" altLang="zh-CN" sz="1000" b="1" i="0" u="none" strike="noStrike">
                          <a:solidFill>
                            <a:schemeClr val="bg1"/>
                          </a:solidFill>
                          <a:effectLst/>
                          <a:latin typeface="Calibri"/>
                          <a:ea typeface="KaiTi"/>
                          <a:cs typeface="Calibri"/>
                        </a:rPr>
                        <a:t>2025</a:t>
                      </a:r>
                      <a:r>
                        <a:rPr lang="zh-TW" altLang="en-US" sz="1000" b="1" i="0" u="none" strike="noStrike">
                          <a:solidFill>
                            <a:schemeClr val="bg1"/>
                          </a:solidFill>
                          <a:effectLst/>
                          <a:latin typeface="Calibri"/>
                          <a:ea typeface="KaiTi"/>
                          <a:cs typeface="Calibri"/>
                        </a:rPr>
                        <a:t>年</a:t>
                      </a:r>
                      <a:endParaRPr lang="zh-CN" altLang="en-US" sz="1000" b="1" i="0" u="none" strike="noStrike">
                        <a:solidFill>
                          <a:schemeClr val="bg1"/>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10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654876597"/>
                  </a:ext>
                </a:extLst>
              </a:tr>
              <a:tr h="0">
                <a:tc gridSpan="7">
                  <a:txBody>
                    <a:bodyPr/>
                    <a:lstStyle/>
                    <a:p>
                      <a:pPr algn="ctr" fontAlgn="b"/>
                      <a:r>
                        <a:rPr lang="zh-CN" altLang="en-US" sz="900" b="1" i="0" u="none" strike="noStrike">
                          <a:solidFill>
                            <a:schemeClr val="tx1"/>
                          </a:solidFill>
                          <a:effectLst/>
                          <a:latin typeface="Calibri"/>
                          <a:ea typeface="KaiTi"/>
                          <a:cs typeface="Calibri"/>
                        </a:rPr>
                        <a:t>七月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八月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九月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十一月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十二月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363705868"/>
                  </a:ext>
                </a:extLst>
              </a:tr>
              <a:tr h="56606">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65871770"/>
                  </a:ext>
                </a:extLst>
              </a:tr>
              <a:tr h="56606">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rPr>
                        <a:t>1</a:t>
                      </a:r>
                      <a:endParaRPr lang="en-US" sz="800" b="0" i="0" u="none" strike="noStrike">
                        <a:solidFill>
                          <a:schemeClr val="accent3"/>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chemeClr val="tx1"/>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0755468"/>
                  </a:ext>
                </a:extLst>
              </a:tr>
              <a:tr h="56606">
                <a:tc>
                  <a:txBody>
                    <a:bodyPr/>
                    <a:lstStyle/>
                    <a:p>
                      <a:pPr algn="ctr" fontAlgn="b"/>
                      <a:r>
                        <a:rPr lang="en-US" sz="800" b="0" i="0" u="none" strike="noStrike">
                          <a:solidFill>
                            <a:srgbClr val="C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2"/>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7850027"/>
                  </a:ext>
                </a:extLst>
              </a:tr>
              <a:tr h="75284">
                <a:tc>
                  <a:txBody>
                    <a:bodyPr/>
                    <a:lstStyle/>
                    <a:p>
                      <a:pPr algn="ctr" fontAlgn="b"/>
                      <a:r>
                        <a:rPr lang="en-US" sz="800" b="0" i="0" u="none" strike="noStrike">
                          <a:solidFill>
                            <a:srgbClr val="C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6722627"/>
                  </a:ext>
                </a:extLst>
              </a:tr>
              <a:tr h="56606">
                <a:tc>
                  <a:txBody>
                    <a:bodyPr/>
                    <a:lstStyle/>
                    <a:p>
                      <a:pPr algn="ctr" fontAlgn="b"/>
                      <a:r>
                        <a:rPr lang="en-US" sz="800" b="0" i="0" u="none" strike="noStrike">
                          <a:solidFill>
                            <a:srgbClr val="C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accent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accent1"/>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7577297"/>
                  </a:ext>
                </a:extLst>
              </a:tr>
              <a:tr h="103918">
                <a:tc>
                  <a:txBody>
                    <a:bodyPr/>
                    <a:lstStyle/>
                    <a:p>
                      <a:pPr algn="ctr" fontAlgn="b"/>
                      <a:r>
                        <a:rPr lang="en-US" sz="800" b="0" i="0" u="none" strike="noStrike">
                          <a:solidFill>
                            <a:srgbClr val="C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0248100"/>
                  </a:ext>
                </a:extLst>
              </a:tr>
              <a:tr h="56606">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5904094"/>
                  </a:ext>
                </a:extLst>
              </a:tr>
              <a:tr h="56606">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8002859"/>
                  </a:ext>
                </a:extLst>
              </a:tr>
              <a:tr h="56606">
                <a:tc gridSpan="6">
                  <a:txBody>
                    <a:bodyPr/>
                    <a:lstStyle/>
                    <a:p>
                      <a:pPr algn="l" fontAlgn="b"/>
                      <a:r>
                        <a:rPr lang="zh-TW"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香港公眾假期</a:t>
                      </a:r>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93343203"/>
                  </a:ext>
                </a:extLst>
              </a:tr>
            </a:tbl>
          </a:graphicData>
        </a:graphic>
      </p:graphicFrame>
      <p:graphicFrame>
        <p:nvGraphicFramePr>
          <p:cNvPr id="7" name="object 28">
            <a:extLst>
              <a:ext uri="{FF2B5EF4-FFF2-40B4-BE49-F238E27FC236}">
                <a16:creationId xmlns:a16="http://schemas.microsoft.com/office/drawing/2014/main" id="{90B85D19-D6FB-4A3A-9A02-691B0E9D75BA}"/>
              </a:ext>
            </a:extLst>
          </p:cNvPr>
          <p:cNvGraphicFramePr>
            <a:graphicFrameLocks noGrp="1"/>
          </p:cNvGraphicFramePr>
          <p:nvPr>
            <p:extLst>
              <p:ext uri="{D42A27DB-BD31-4B8C-83A1-F6EECF244321}">
                <p14:modId xmlns:p14="http://schemas.microsoft.com/office/powerpoint/2010/main" val="2099798393"/>
              </p:ext>
            </p:extLst>
          </p:nvPr>
        </p:nvGraphicFramePr>
        <p:xfrm>
          <a:off x="271934" y="2671518"/>
          <a:ext cx="8628833" cy="3468442"/>
        </p:xfrm>
        <a:graphic>
          <a:graphicData uri="http://schemas.openxmlformats.org/drawingml/2006/table">
            <a:tbl>
              <a:tblPr firstRow="1" bandRow="1">
                <a:tableStyleId>{2D5ABB26-0587-4C30-8999-92F81FD0307C}</a:tableStyleId>
              </a:tblPr>
              <a:tblGrid>
                <a:gridCol w="1156272">
                  <a:extLst>
                    <a:ext uri="{9D8B030D-6E8A-4147-A177-3AD203B41FA5}">
                      <a16:colId xmlns:a16="http://schemas.microsoft.com/office/drawing/2014/main" val="20000"/>
                    </a:ext>
                  </a:extLst>
                </a:gridCol>
                <a:gridCol w="4831583">
                  <a:extLst>
                    <a:ext uri="{9D8B030D-6E8A-4147-A177-3AD203B41FA5}">
                      <a16:colId xmlns:a16="http://schemas.microsoft.com/office/drawing/2014/main" val="20001"/>
                    </a:ext>
                  </a:extLst>
                </a:gridCol>
                <a:gridCol w="2640978">
                  <a:extLst>
                    <a:ext uri="{9D8B030D-6E8A-4147-A177-3AD203B41FA5}">
                      <a16:colId xmlns:a16="http://schemas.microsoft.com/office/drawing/2014/main" val="20002"/>
                    </a:ext>
                  </a:extLst>
                </a:gridCol>
              </a:tblGrid>
              <a:tr h="175520">
                <a:tc>
                  <a:txBody>
                    <a:bodyPr/>
                    <a:lstStyle/>
                    <a:p>
                      <a:pPr marL="85725" algn="l">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日期</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w="12700">
                      <a:noFill/>
                      <a:prstDash val="solid"/>
                    </a:lnL>
                    <a:lnR>
                      <a:noFill/>
                    </a:lnR>
                    <a:lnT w="12700">
                      <a:noFill/>
                      <a:prstDash val="solid"/>
                    </a:lnT>
                    <a:lnB w="6350">
                      <a:noFill/>
                      <a:prstDash val="solid"/>
                    </a:lnB>
                    <a:lnTlToBr w="12700" cmpd="sng">
                      <a:noFill/>
                      <a:prstDash val="solid"/>
                    </a:lnTlToBr>
                    <a:lnBlToTr w="12700" cmpd="sng">
                      <a:noFill/>
                      <a:prstDash val="solid"/>
                    </a:lnBlToTr>
                    <a:solidFill>
                      <a:srgbClr val="C00000"/>
                    </a:solidFill>
                  </a:tcPr>
                </a:tc>
                <a:tc>
                  <a:txBody>
                    <a:bodyPr/>
                    <a:lstStyle/>
                    <a:p>
                      <a:pPr marL="93345" algn="ctr">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主要事項</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a:noFill/>
                    </a:lnL>
                    <a:lnR>
                      <a:noFill/>
                    </a:lnR>
                    <a:lnT w="12700">
                      <a:noFill/>
                      <a:prstDash val="solid"/>
                    </a:lnT>
                    <a:lnB w="6350">
                      <a:noFill/>
                      <a:prstDash val="solid"/>
                    </a:lnB>
                    <a:lnTlToBr w="12700" cmpd="sng">
                      <a:noFill/>
                      <a:prstDash val="solid"/>
                    </a:lnTlToBr>
                    <a:lnBlToTr w="12700" cmpd="sng">
                      <a:noFill/>
                      <a:prstDash val="solid"/>
                    </a:lnBlToTr>
                    <a:solidFill>
                      <a:srgbClr val="C00000"/>
                    </a:solidFill>
                  </a:tcPr>
                </a:tc>
                <a:tc>
                  <a:txBody>
                    <a:bodyPr/>
                    <a:lstStyle/>
                    <a:p>
                      <a:pPr marL="95250" algn="ctr">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主要負責方</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a:noFill/>
                    </a:lnL>
                    <a:lnR w="12700">
                      <a:noFill/>
                      <a:prstDash val="solid"/>
                    </a:lnR>
                    <a:lnT w="12700">
                      <a:noFill/>
                      <a:prstDash val="solid"/>
                    </a:lnT>
                    <a:lnB w="6350">
                      <a:noFill/>
                      <a:prstDash val="soli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0000"/>
                  </a:ext>
                </a:extLst>
              </a:tr>
              <a:tr h="176101">
                <a:tc gridSpan="3">
                  <a:txBody>
                    <a:bodyPr/>
                    <a:lstStyle/>
                    <a:p>
                      <a:pPr marL="85725">
                        <a:lnSpc>
                          <a:spcPct val="100000"/>
                        </a:lnSpc>
                        <a:spcBef>
                          <a:spcPts val="315"/>
                        </a:spcBef>
                      </a:pPr>
                      <a:r>
                        <a:rPr lang="en-US" altLang="zh-CN" sz="1000" b="1" u="none" dirty="0">
                          <a:solidFill>
                            <a:schemeClr val="tx1"/>
                          </a:solidFill>
                          <a:latin typeface="Calibri" panose="020F0502020204030204" pitchFamily="34" charset="0"/>
                          <a:ea typeface="KaiTi" panose="02010609060101010101" pitchFamily="49" charset="-122"/>
                          <a:cs typeface="Calibri" panose="020F0502020204030204" pitchFamily="34" charset="0"/>
                        </a:rPr>
                        <a:t>2025</a:t>
                      </a:r>
                      <a:r>
                        <a:rPr lang="zh-CN" altLang="en-US" sz="1000" b="1" u="none" dirty="0">
                          <a:solidFill>
                            <a:schemeClr val="tx1"/>
                          </a:solidFill>
                          <a:latin typeface="Calibri" panose="020F0502020204030204" pitchFamily="34" charset="0"/>
                          <a:ea typeface="KaiTi" panose="02010609060101010101" pitchFamily="49" charset="-122"/>
                          <a:cs typeface="Calibri" panose="020F0502020204030204" pitchFamily="34" charset="0"/>
                        </a:rPr>
                        <a:t>年</a:t>
                      </a:r>
                      <a:endParaRPr sz="1000" b="1" u="none"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marL="0" marR="0" marT="40005" marB="0">
                    <a:lnL>
                      <a:noFill/>
                    </a:lnL>
                    <a:lnR>
                      <a:noFill/>
                    </a:lnR>
                    <a:lnT w="6350">
                      <a:noFill/>
                      <a:prstDash val="soli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332740" indent="-170180">
                        <a:lnSpc>
                          <a:spcPct val="100000"/>
                        </a:lnSpc>
                        <a:spcBef>
                          <a:spcPts val="315"/>
                        </a:spcBef>
                        <a:buClr>
                          <a:srgbClr val="96999B"/>
                        </a:buClr>
                        <a:buFont typeface="Symbol"/>
                        <a:buChar char=""/>
                        <a:tabLst>
                          <a:tab pos="333375" algn="l"/>
                        </a:tabLst>
                      </a:pPr>
                      <a:endParaRPr lang="zh-CN" altLang="en-US" sz="850">
                        <a:solidFill>
                          <a:srgbClr val="52555A"/>
                        </a:solidFill>
                        <a:latin typeface="Calibri" panose="020F0502020204030204" pitchFamily="34" charset="0"/>
                        <a:cs typeface="Calibri" panose="020F0502020204030204" pitchFamily="34" charset="0"/>
                      </a:endParaRPr>
                    </a:p>
                  </a:txBody>
                  <a:tcPr marL="0" marR="0" marT="40005" marB="0">
                    <a:lnL w="6350" cap="flat" cmpd="sng" algn="ctr">
                      <a:solidFill>
                        <a:srgbClr val="52555A"/>
                      </a:solidFill>
                      <a:prstDash val="solid"/>
                      <a:round/>
                      <a:headEnd type="none" w="med" len="med"/>
                      <a:tailEnd type="none" w="med" len="med"/>
                    </a:lnL>
                    <a:lnR w="9525" cap="flat" cmpd="sng" algn="ctr">
                      <a:solidFill>
                        <a:srgbClr val="52555A"/>
                      </a:solidFill>
                      <a:prstDash val="solid"/>
                      <a:round/>
                      <a:headEnd type="none" w="med" len="med"/>
                      <a:tailEnd type="none" w="med" len="med"/>
                    </a:lnR>
                    <a:lnT w="6350">
                      <a:solidFill>
                        <a:srgbClr val="52555A"/>
                      </a:solidFill>
                      <a:prstDash val="solid"/>
                    </a:lnT>
                    <a:lnB w="6350" cap="flat" cmpd="sng" algn="ctr">
                      <a:solidFill>
                        <a:srgbClr val="52555A"/>
                      </a:solidFill>
                      <a:prstDash val="solid"/>
                      <a:round/>
                      <a:headEnd type="none" w="med" len="med"/>
                      <a:tailEnd type="none" w="med" len="med"/>
                    </a:lnB>
                  </a:tcPr>
                </a:tc>
                <a:tc hMerge="1">
                  <a:txBody>
                    <a:bodyPr/>
                    <a:lstStyle/>
                    <a:p>
                      <a:pPr marL="334645" indent="-170180">
                        <a:lnSpc>
                          <a:spcPct val="100000"/>
                        </a:lnSpc>
                        <a:spcBef>
                          <a:spcPts val="315"/>
                        </a:spcBef>
                        <a:buClr>
                          <a:srgbClr val="96999B"/>
                        </a:buClr>
                        <a:buFont typeface="Symbol"/>
                        <a:buChar char=""/>
                        <a:tabLst>
                          <a:tab pos="335280" algn="l"/>
                        </a:tabLst>
                      </a:pPr>
                      <a:endParaRPr sz="850">
                        <a:latin typeface="Calibri" panose="020F0502020204030204" pitchFamily="34" charset="0"/>
                        <a:cs typeface="Calibri" panose="020F0502020204030204" pitchFamily="34" charset="0"/>
                      </a:endParaRPr>
                    </a:p>
                  </a:txBody>
                  <a:tcPr marL="0" marR="0" marT="40005" marB="0">
                    <a:lnL w="9525" cap="flat" cmpd="sng" algn="ctr">
                      <a:solidFill>
                        <a:srgbClr val="52555A"/>
                      </a:solidFill>
                      <a:prstDash val="solid"/>
                      <a:round/>
                      <a:headEnd type="none" w="med" len="med"/>
                      <a:tailEnd type="none" w="med" len="med"/>
                    </a:lnL>
                    <a:lnT w="6350">
                      <a:solidFill>
                        <a:srgbClr val="52555A"/>
                      </a:solidFill>
                      <a:prstDash val="solid"/>
                    </a:lnT>
                    <a:lnB w="6350" cap="flat" cmpd="sng" algn="ctr">
                      <a:solidFill>
                        <a:srgbClr val="52555A"/>
                      </a:solidFill>
                      <a:prstDash val="solid"/>
                      <a:round/>
                      <a:headEnd type="none" w="med" len="med"/>
                      <a:tailEnd type="none" w="med" len="med"/>
                    </a:lnB>
                  </a:tcPr>
                </a:tc>
                <a:extLst>
                  <a:ext uri="{0D108BD9-81ED-4DB2-BD59-A6C34878D82A}">
                    <a16:rowId xmlns:a16="http://schemas.microsoft.com/office/drawing/2014/main" val="32136630"/>
                  </a:ext>
                </a:extLst>
              </a:tr>
              <a:tr h="1484067">
                <a:tc>
                  <a:txBody>
                    <a:bodyPr/>
                    <a:lstStyle/>
                    <a:p>
                      <a:pPr algn="l" rtl="0" fontAlgn="base"/>
                      <a:r>
                        <a:rPr lang="en-US" altLang="zh-TW" sz="900" b="0" i="0" dirty="0">
                          <a:solidFill>
                            <a:srgbClr val="000000"/>
                          </a:solidFill>
                          <a:effectLst/>
                          <a:latin typeface="KaiTi" panose="02010609060101010101" pitchFamily="49" charset="-122"/>
                          <a:ea typeface="KaiTi" panose="02010609060101010101" pitchFamily="49" charset="-122"/>
                        </a:rPr>
                        <a:t>09</a:t>
                      </a:r>
                      <a:r>
                        <a:rPr lang="zh-TW" altLang="en-US" sz="900" b="0" i="0" dirty="0">
                          <a:solidFill>
                            <a:srgbClr val="000000"/>
                          </a:solidFill>
                          <a:effectLst/>
                          <a:latin typeface="KaiTi" panose="02010609060101010101" pitchFamily="49" charset="-122"/>
                          <a:ea typeface="KaiTi" panose="02010609060101010101" pitchFamily="49" charset="-122"/>
                        </a:rPr>
                        <a:t>月</a:t>
                      </a:r>
                      <a:r>
                        <a:rPr lang="en-US" altLang="zh-TW" sz="900" b="0" i="0" dirty="0">
                          <a:solidFill>
                            <a:srgbClr val="000000"/>
                          </a:solidFill>
                          <a:effectLst/>
                          <a:latin typeface="KaiTi" panose="02010609060101010101" pitchFamily="49" charset="-122"/>
                          <a:ea typeface="KaiTi" panose="02010609060101010101" pitchFamily="49" charset="-122"/>
                        </a:rPr>
                        <a:t>01</a:t>
                      </a:r>
                      <a:r>
                        <a:rPr lang="zh-TW" altLang="en-US" sz="900" b="0" i="0" dirty="0">
                          <a:solidFill>
                            <a:srgbClr val="000000"/>
                          </a:solidFill>
                          <a:effectLst/>
                          <a:latin typeface="KaiTi" panose="02010609060101010101" pitchFamily="49" charset="-122"/>
                          <a:ea typeface="KaiTi" panose="02010609060101010101" pitchFamily="49" charset="-122"/>
                        </a:rPr>
                        <a:t>日一周​</a:t>
                      </a:r>
                      <a:endParaRPr lang="zh-TW" altLang="en-US" b="0" i="0" dirty="0">
                        <a:solidFill>
                          <a:srgbClr val="000000"/>
                        </a:solidFill>
                        <a:effectLst/>
                        <a:latin typeface="KaiTi" panose="02010609060101010101" pitchFamily="49" charset="-122"/>
                        <a:ea typeface="KaiTi" panose="02010609060101010101" pitchFamily="49" charset="-122"/>
                      </a:endParaRPr>
                    </a:p>
                    <a:p>
                      <a:pPr algn="l" rtl="0" fontAlgn="base"/>
                      <a:r>
                        <a:rPr lang="zh-TW" altLang="en-US" sz="900" b="0" i="0" dirty="0">
                          <a:solidFill>
                            <a:srgbClr val="000000"/>
                          </a:solidFill>
                          <a:effectLst/>
                          <a:latin typeface="KaiTi" panose="02010609060101010101" pitchFamily="49" charset="-122"/>
                          <a:ea typeface="KaiTi" panose="02010609060101010101" pitchFamily="49" charset="-122"/>
                        </a:rPr>
                        <a:t>​</a:t>
                      </a:r>
                      <a:endParaRPr lang="zh-TW" altLang="en-US" b="0" i="0" dirty="0">
                        <a:solidFill>
                          <a:srgbClr val="000000"/>
                        </a:solidFill>
                        <a:effectLst/>
                        <a:latin typeface="KaiTi" panose="02010609060101010101" pitchFamily="49" charset="-122"/>
                        <a:ea typeface="KaiTi" panose="02010609060101010101" pitchFamily="49" charset="-122"/>
                      </a:endParaRPr>
                    </a:p>
                  </a:txBody>
                  <a:tcPr>
                    <a:lnL>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傳閲香港法律意見書、物業法律意見書（如適用）初稿</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初步確定董事及高管名單，提供相關履歷及資料</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確定印刷商</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確定對上市主體及其控股股東、主要子公司、主要客戶及供應商的背景調查範圍，委任背景調查中介機構</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effectLst/>
                          <a:latin typeface="+mn-lt"/>
                          <a:ea typeface="+mn-ea"/>
                          <a:cs typeface="+mn-cs"/>
                        </a:rPr>
                        <a:t>傳閱行業報告初稿</a:t>
                      </a:r>
                      <a:endParaRPr lang="zh-TW" altLang="en-US" sz="900" b="0" i="0" dirty="0">
                        <a:solidFill>
                          <a:srgbClr val="000000"/>
                        </a:solidFill>
                        <a:effectLst/>
                        <a:latin typeface="KaiTi" panose="02010609060101010101" pitchFamily="49" charset="-122"/>
                        <a:ea typeface="KaiTi" panose="02010609060101010101" pitchFamily="49" charset="-122"/>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確定</a:t>
                      </a:r>
                      <a:r>
                        <a:rPr lang="en-GB"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2022/23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2023/24</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2024/25</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財年及</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2025/26</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財年首</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個月的第三方盡調及實地走訪範圍</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傳閱招股書其他章節初稿（包括行業、</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OSS/</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業務、風險因素、監管環境、董監高、關連交易、歷史等章節）</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635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公司、保薦人</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保薦人、保薦人香港律師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行業顧問</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保薦人、保薦人香港律師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公司香港律師</a:t>
                      </a: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9525" cap="flat" cmpd="sng" algn="ctr">
                      <a:no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74600245"/>
                  </a:ext>
                </a:extLst>
              </a:tr>
              <a:tr h="1484067">
                <a:tc>
                  <a:txBody>
                    <a:bodyPr/>
                    <a:lstStyle/>
                    <a:p>
                      <a:pPr algn="l" rtl="0" fontAlgn="base"/>
                      <a:r>
                        <a:rPr lang="en-US" altLang="zh-TW" sz="900" b="0" i="0" dirty="0">
                          <a:solidFill>
                            <a:srgbClr val="000000"/>
                          </a:solidFill>
                          <a:effectLst/>
                          <a:latin typeface="KaiTi" panose="02010609060101010101" pitchFamily="49" charset="-122"/>
                          <a:ea typeface="KaiTi" panose="02010609060101010101" pitchFamily="49" charset="-122"/>
                        </a:rPr>
                        <a:t>09</a:t>
                      </a:r>
                      <a:r>
                        <a:rPr lang="zh-TW" altLang="en-US" sz="900" b="0" i="0" dirty="0">
                          <a:solidFill>
                            <a:srgbClr val="000000"/>
                          </a:solidFill>
                          <a:effectLst/>
                          <a:latin typeface="KaiTi" panose="02010609060101010101" pitchFamily="49" charset="-122"/>
                          <a:ea typeface="KaiTi" panose="02010609060101010101" pitchFamily="49" charset="-122"/>
                        </a:rPr>
                        <a:t>月</a:t>
                      </a:r>
                      <a:r>
                        <a:rPr lang="en-US" altLang="zh-TW" sz="900" b="0" i="0" dirty="0">
                          <a:solidFill>
                            <a:srgbClr val="000000"/>
                          </a:solidFill>
                          <a:effectLst/>
                          <a:latin typeface="KaiTi" panose="02010609060101010101" pitchFamily="49" charset="-122"/>
                          <a:ea typeface="KaiTi" panose="02010609060101010101" pitchFamily="49" charset="-122"/>
                        </a:rPr>
                        <a:t>08</a:t>
                      </a:r>
                      <a:r>
                        <a:rPr lang="zh-TW" altLang="en-US" sz="900" b="0" i="0" dirty="0">
                          <a:solidFill>
                            <a:srgbClr val="000000"/>
                          </a:solidFill>
                          <a:effectLst/>
                          <a:latin typeface="KaiTi" panose="02010609060101010101" pitchFamily="49" charset="-122"/>
                          <a:ea typeface="KaiTi" panose="02010609060101010101" pitchFamily="49" charset="-122"/>
                        </a:rPr>
                        <a:t>日一周​</a:t>
                      </a:r>
                      <a:endParaRPr lang="zh-TW" altLang="en-US" b="0" i="0" dirty="0">
                        <a:solidFill>
                          <a:srgbClr val="000000"/>
                        </a:solidFill>
                        <a:effectLst/>
                        <a:latin typeface="KaiTi" panose="02010609060101010101" pitchFamily="49" charset="-122"/>
                        <a:ea typeface="KaiTi" panose="02010609060101010101" pitchFamily="49" charset="-122"/>
                      </a:endParaRPr>
                    </a:p>
                    <a:p>
                      <a:pPr algn="l" rtl="0" fontAlgn="base"/>
                      <a:r>
                        <a:rPr lang="zh-TW" altLang="en-US" sz="900" b="0" i="0" dirty="0">
                          <a:solidFill>
                            <a:srgbClr val="000000"/>
                          </a:solidFill>
                          <a:effectLst/>
                          <a:latin typeface="KaiTi" panose="02010609060101010101" pitchFamily="49" charset="-122"/>
                          <a:ea typeface="KaiTi" panose="02010609060101010101" pitchFamily="49" charset="-122"/>
                        </a:rPr>
                        <a:t>​</a:t>
                      </a:r>
                      <a:endParaRPr lang="zh-TW" altLang="en-US" b="0" i="0" dirty="0">
                        <a:solidFill>
                          <a:srgbClr val="000000"/>
                        </a:solidFill>
                        <a:effectLst/>
                        <a:latin typeface="KaiTi" panose="02010609060101010101" pitchFamily="49" charset="-122"/>
                        <a:ea typeface="KaiTi" panose="02010609060101010101" pitchFamily="49" charset="-122"/>
                      </a:endParaRPr>
                    </a:p>
                  </a:txBody>
                  <a:tcPr>
                    <a:lnL>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召開第一次招股書討論大會</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向公司提供驗證文件相關培訓</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安排及協調第三方盡調及實地走訪</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開展上市前的常規背景調查</a:t>
                      </a: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635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全體</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公司、保薦人香港律師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保薦人、保薦人香港律師</a:t>
                      </a: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9525" cap="flat" cmpd="sng" algn="ctr">
                      <a:no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1543071"/>
                  </a:ext>
                </a:extLst>
              </a:tr>
            </a:tbl>
          </a:graphicData>
        </a:graphic>
      </p:graphicFrame>
      <p:sp>
        <p:nvSpPr>
          <p:cNvPr id="9" name="object 29">
            <a:extLst>
              <a:ext uri="{FF2B5EF4-FFF2-40B4-BE49-F238E27FC236}">
                <a16:creationId xmlns:a16="http://schemas.microsoft.com/office/drawing/2014/main" id="{4C3FA053-95C7-4144-87FB-0CE5B8454618}"/>
              </a:ext>
            </a:extLst>
          </p:cNvPr>
          <p:cNvSpPr txBox="1">
            <a:spLocks/>
          </p:cNvSpPr>
          <p:nvPr/>
        </p:nvSpPr>
        <p:spPr>
          <a:xfrm>
            <a:off x="581296" y="6175879"/>
            <a:ext cx="7221583" cy="120546"/>
          </a:xfrm>
          <a:prstGeom prst="rect">
            <a:avLst/>
          </a:prstGeom>
        </p:spPr>
        <p:txBody>
          <a:bodyPr vert="horz" wrap="square" lIns="0" tIns="12700" rIns="0" bIns="0" rtlCol="0">
            <a:spAutoFit/>
          </a:bodyPr>
          <a:lstStyle>
            <a:defPPr>
              <a:defRPr lang="en-US"/>
            </a:defPPr>
            <a:lvl1pPr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1pPr>
            <a:lvl2pPr marL="457152"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2pPr>
            <a:lvl3pPr marL="914303"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3pPr>
            <a:lvl4pPr marL="1371455"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4pPr>
            <a:lvl5pPr marL="1828606"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5pPr>
            <a:lvl6pPr marL="2285758"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6pPr>
            <a:lvl7pPr marL="2742909"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7pPr>
            <a:lvl8pPr marL="3200061"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8pPr>
            <a:lvl9pPr marL="3657212"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9pPr>
          </a:lstStyle>
          <a:p>
            <a:pPr marL="57150">
              <a:spcBef>
                <a:spcPts val="100"/>
              </a:spcBef>
            </a:pPr>
            <a:r>
              <a:rPr lang="zh-TW" altLang="en-US" sz="700" spc="10">
                <a:latin typeface="KaiTi" panose="02010609060101010101" pitchFamily="49" charset="-122"/>
                <a:ea typeface="KaiTi" panose="02010609060101010101" pitchFamily="49" charset="-122"/>
              </a:rPr>
              <a:t>注：最終上市時間表將取決於監管部門審批速度、資本市場條件等各方面因素影響</a:t>
            </a:r>
            <a:endParaRPr lang="zh-CN" altLang="en-US" sz="700">
              <a:latin typeface="KaiTi" panose="02010609060101010101" pitchFamily="49" charset="-122"/>
              <a:ea typeface="KaiTi" panose="02010609060101010101" pitchFamily="49" charset="-122"/>
              <a:cs typeface="Arial"/>
            </a:endParaRPr>
          </a:p>
        </p:txBody>
      </p:sp>
    </p:spTree>
    <p:extLst>
      <p:ext uri="{BB962C8B-B14F-4D97-AF65-F5344CB8AC3E}">
        <p14:creationId xmlns:p14="http://schemas.microsoft.com/office/powerpoint/2010/main" val="1158053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9" name="Rectangle 2"/>
          <p:cNvSpPr>
            <a:spLocks noGrp="1" noChangeArrowheads="1"/>
          </p:cNvSpPr>
          <p:nvPr>
            <p:ph type="title"/>
          </p:nvPr>
        </p:nvSpPr>
        <p:spPr>
          <a:xfrm>
            <a:off x="663575" y="489692"/>
            <a:ext cx="7845552" cy="469159"/>
          </a:xfrm>
        </p:spPr>
        <p:txBody>
          <a:bodyPr/>
          <a:lstStyle/>
          <a:p>
            <a:r>
              <a:rPr lang="en-US" altLang="zh-CN" dirty="0">
                <a:latin typeface="Calibri" panose="020F0502020204030204" pitchFamily="34" charset="0"/>
                <a:ea typeface="KaiTi" panose="02010609060101010101" pitchFamily="49" charset="-122"/>
                <a:cs typeface="Calibri" panose="020F0502020204030204" pitchFamily="34" charset="0"/>
              </a:rPr>
              <a:t>4.2 </a:t>
            </a:r>
            <a:r>
              <a:rPr lang="zh-CN" altLang="en-US" dirty="0">
                <a:latin typeface="KaiTi" panose="02010609060101010101" pitchFamily="49" charset="-122"/>
                <a:ea typeface="KaiTi" panose="02010609060101010101" pitchFamily="49" charset="-122"/>
                <a:cs typeface="Calibri" panose="020F0502020204030204" pitchFamily="34" charset="0"/>
              </a:rPr>
              <a:t>詳細時間表</a:t>
            </a:r>
            <a:r>
              <a:rPr lang="en-US" altLang="zh-CN" dirty="0">
                <a:latin typeface="KaiTi" panose="02010609060101010101" pitchFamily="49" charset="-122"/>
                <a:ea typeface="KaiTi" panose="02010609060101010101" pitchFamily="49" charset="-122"/>
                <a:cs typeface="Calibri" panose="020F0502020204030204" pitchFamily="34" charset="0"/>
              </a:rPr>
              <a:t>(</a:t>
            </a:r>
            <a:r>
              <a:rPr lang="zh-CN" altLang="en-US" dirty="0">
                <a:latin typeface="KaiTi" panose="02010609060101010101" pitchFamily="49" charset="-122"/>
                <a:ea typeface="KaiTi" panose="02010609060101010101" pitchFamily="49" charset="-122"/>
                <a:cs typeface="Calibri" panose="020F0502020204030204" pitchFamily="34" charset="0"/>
              </a:rPr>
              <a:t>續</a:t>
            </a:r>
            <a:r>
              <a:rPr lang="en-US" altLang="zh-CN" dirty="0">
                <a:latin typeface="KaiTi" panose="02010609060101010101" pitchFamily="49" charset="-122"/>
                <a:ea typeface="KaiTi" panose="02010609060101010101" pitchFamily="49" charset="-122"/>
                <a:cs typeface="Calibri" panose="020F0502020204030204" pitchFamily="34" charset="0"/>
              </a:rPr>
              <a:t>)</a:t>
            </a:r>
            <a:endParaRPr lang="zh-CN" altLang="en-US" dirty="0">
              <a:latin typeface="KaiTi" panose="02010609060101010101" pitchFamily="49" charset="-122"/>
              <a:ea typeface="KaiTi" panose="02010609060101010101" pitchFamily="49" charset="-122"/>
              <a:cs typeface="Calibri" panose="020F0502020204030204" pitchFamily="34" charset="0"/>
            </a:endParaRPr>
          </a:p>
        </p:txBody>
      </p:sp>
      <p:sp>
        <p:nvSpPr>
          <p:cNvPr id="3" name="Slide Number Placeholder 2">
            <a:extLst>
              <a:ext uri="{FF2B5EF4-FFF2-40B4-BE49-F238E27FC236}">
                <a16:creationId xmlns:a16="http://schemas.microsoft.com/office/drawing/2014/main" id="{D2D69C45-4B89-4E7E-9F68-147BA17A180D}"/>
              </a:ext>
            </a:extLst>
          </p:cNvPr>
          <p:cNvSpPr>
            <a:spLocks noGrp="1"/>
          </p:cNvSpPr>
          <p:nvPr>
            <p:ph type="sldNum" sz="quarter" idx="10"/>
          </p:nvPr>
        </p:nvSpPr>
        <p:spPr/>
        <p:txBody>
          <a:bodyPr/>
          <a:lstStyle/>
          <a:p>
            <a:pPr>
              <a:defRPr/>
            </a:pPr>
            <a:fld id="{17AE90FD-2A67-4F1C-8A5E-6FE36A4F61F0}" type="slidenum">
              <a:rPr lang="en-US" altLang="en-US" smtClean="0">
                <a:latin typeface="Calibri" panose="020F0502020204030204" pitchFamily="34" charset="0"/>
                <a:cs typeface="Calibri" panose="020F0502020204030204" pitchFamily="34" charset="0"/>
              </a:rPr>
              <a:pPr>
                <a:defRPr/>
              </a:pPr>
              <a:t>16</a:t>
            </a:fld>
            <a:endParaRPr lang="en-US" altLang="en-US">
              <a:latin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E244F3F2-7B79-4167-8988-FDE4935724FB}"/>
              </a:ext>
            </a:extLst>
          </p:cNvPr>
          <p:cNvGraphicFramePr>
            <a:graphicFrameLocks noGrp="1"/>
          </p:cNvGraphicFramePr>
          <p:nvPr/>
        </p:nvGraphicFramePr>
        <p:xfrm>
          <a:off x="661691" y="1051330"/>
          <a:ext cx="7845552" cy="1455648"/>
        </p:xfrm>
        <a:graphic>
          <a:graphicData uri="http://schemas.openxmlformats.org/drawingml/2006/table">
            <a:tbl>
              <a:tblPr/>
              <a:tblGrid>
                <a:gridCol w="179355">
                  <a:extLst>
                    <a:ext uri="{9D8B030D-6E8A-4147-A177-3AD203B41FA5}">
                      <a16:colId xmlns:a16="http://schemas.microsoft.com/office/drawing/2014/main" val="632863646"/>
                    </a:ext>
                  </a:extLst>
                </a:gridCol>
                <a:gridCol w="179355">
                  <a:extLst>
                    <a:ext uri="{9D8B030D-6E8A-4147-A177-3AD203B41FA5}">
                      <a16:colId xmlns:a16="http://schemas.microsoft.com/office/drawing/2014/main" val="4260500397"/>
                    </a:ext>
                  </a:extLst>
                </a:gridCol>
                <a:gridCol w="179355">
                  <a:extLst>
                    <a:ext uri="{9D8B030D-6E8A-4147-A177-3AD203B41FA5}">
                      <a16:colId xmlns:a16="http://schemas.microsoft.com/office/drawing/2014/main" val="3714215512"/>
                    </a:ext>
                  </a:extLst>
                </a:gridCol>
                <a:gridCol w="179355">
                  <a:extLst>
                    <a:ext uri="{9D8B030D-6E8A-4147-A177-3AD203B41FA5}">
                      <a16:colId xmlns:a16="http://schemas.microsoft.com/office/drawing/2014/main" val="1252371493"/>
                    </a:ext>
                  </a:extLst>
                </a:gridCol>
                <a:gridCol w="179355">
                  <a:extLst>
                    <a:ext uri="{9D8B030D-6E8A-4147-A177-3AD203B41FA5}">
                      <a16:colId xmlns:a16="http://schemas.microsoft.com/office/drawing/2014/main" val="258922648"/>
                    </a:ext>
                  </a:extLst>
                </a:gridCol>
                <a:gridCol w="179355">
                  <a:extLst>
                    <a:ext uri="{9D8B030D-6E8A-4147-A177-3AD203B41FA5}">
                      <a16:colId xmlns:a16="http://schemas.microsoft.com/office/drawing/2014/main" val="2212696656"/>
                    </a:ext>
                  </a:extLst>
                </a:gridCol>
                <a:gridCol w="179355">
                  <a:extLst>
                    <a:ext uri="{9D8B030D-6E8A-4147-A177-3AD203B41FA5}">
                      <a16:colId xmlns:a16="http://schemas.microsoft.com/office/drawing/2014/main" val="2203261074"/>
                    </a:ext>
                  </a:extLst>
                </a:gridCol>
                <a:gridCol w="73885">
                  <a:extLst>
                    <a:ext uri="{9D8B030D-6E8A-4147-A177-3AD203B41FA5}">
                      <a16:colId xmlns:a16="http://schemas.microsoft.com/office/drawing/2014/main" val="3466189971"/>
                    </a:ext>
                  </a:extLst>
                </a:gridCol>
                <a:gridCol w="177327">
                  <a:extLst>
                    <a:ext uri="{9D8B030D-6E8A-4147-A177-3AD203B41FA5}">
                      <a16:colId xmlns:a16="http://schemas.microsoft.com/office/drawing/2014/main" val="3276882706"/>
                    </a:ext>
                  </a:extLst>
                </a:gridCol>
                <a:gridCol w="179355">
                  <a:extLst>
                    <a:ext uri="{9D8B030D-6E8A-4147-A177-3AD203B41FA5}">
                      <a16:colId xmlns:a16="http://schemas.microsoft.com/office/drawing/2014/main" val="703712399"/>
                    </a:ext>
                  </a:extLst>
                </a:gridCol>
                <a:gridCol w="179355">
                  <a:extLst>
                    <a:ext uri="{9D8B030D-6E8A-4147-A177-3AD203B41FA5}">
                      <a16:colId xmlns:a16="http://schemas.microsoft.com/office/drawing/2014/main" val="3928445052"/>
                    </a:ext>
                  </a:extLst>
                </a:gridCol>
                <a:gridCol w="177328">
                  <a:extLst>
                    <a:ext uri="{9D8B030D-6E8A-4147-A177-3AD203B41FA5}">
                      <a16:colId xmlns:a16="http://schemas.microsoft.com/office/drawing/2014/main" val="2193126482"/>
                    </a:ext>
                  </a:extLst>
                </a:gridCol>
                <a:gridCol w="177327">
                  <a:extLst>
                    <a:ext uri="{9D8B030D-6E8A-4147-A177-3AD203B41FA5}">
                      <a16:colId xmlns:a16="http://schemas.microsoft.com/office/drawing/2014/main" val="439283271"/>
                    </a:ext>
                  </a:extLst>
                </a:gridCol>
                <a:gridCol w="179355">
                  <a:extLst>
                    <a:ext uri="{9D8B030D-6E8A-4147-A177-3AD203B41FA5}">
                      <a16:colId xmlns:a16="http://schemas.microsoft.com/office/drawing/2014/main" val="1967768558"/>
                    </a:ext>
                  </a:extLst>
                </a:gridCol>
                <a:gridCol w="177327">
                  <a:extLst>
                    <a:ext uri="{9D8B030D-6E8A-4147-A177-3AD203B41FA5}">
                      <a16:colId xmlns:a16="http://schemas.microsoft.com/office/drawing/2014/main" val="2896965937"/>
                    </a:ext>
                  </a:extLst>
                </a:gridCol>
                <a:gridCol w="73885">
                  <a:extLst>
                    <a:ext uri="{9D8B030D-6E8A-4147-A177-3AD203B41FA5}">
                      <a16:colId xmlns:a16="http://schemas.microsoft.com/office/drawing/2014/main" val="2556315855"/>
                    </a:ext>
                  </a:extLst>
                </a:gridCol>
                <a:gridCol w="177327">
                  <a:extLst>
                    <a:ext uri="{9D8B030D-6E8A-4147-A177-3AD203B41FA5}">
                      <a16:colId xmlns:a16="http://schemas.microsoft.com/office/drawing/2014/main" val="2851345119"/>
                    </a:ext>
                  </a:extLst>
                </a:gridCol>
                <a:gridCol w="177327">
                  <a:extLst>
                    <a:ext uri="{9D8B030D-6E8A-4147-A177-3AD203B41FA5}">
                      <a16:colId xmlns:a16="http://schemas.microsoft.com/office/drawing/2014/main" val="4169969330"/>
                    </a:ext>
                  </a:extLst>
                </a:gridCol>
                <a:gridCol w="177327">
                  <a:extLst>
                    <a:ext uri="{9D8B030D-6E8A-4147-A177-3AD203B41FA5}">
                      <a16:colId xmlns:a16="http://schemas.microsoft.com/office/drawing/2014/main" val="4133801659"/>
                    </a:ext>
                  </a:extLst>
                </a:gridCol>
                <a:gridCol w="177327">
                  <a:extLst>
                    <a:ext uri="{9D8B030D-6E8A-4147-A177-3AD203B41FA5}">
                      <a16:colId xmlns:a16="http://schemas.microsoft.com/office/drawing/2014/main" val="2484976351"/>
                    </a:ext>
                  </a:extLst>
                </a:gridCol>
                <a:gridCol w="177327">
                  <a:extLst>
                    <a:ext uri="{9D8B030D-6E8A-4147-A177-3AD203B41FA5}">
                      <a16:colId xmlns:a16="http://schemas.microsoft.com/office/drawing/2014/main" val="2188070336"/>
                    </a:ext>
                  </a:extLst>
                </a:gridCol>
                <a:gridCol w="177327">
                  <a:extLst>
                    <a:ext uri="{9D8B030D-6E8A-4147-A177-3AD203B41FA5}">
                      <a16:colId xmlns:a16="http://schemas.microsoft.com/office/drawing/2014/main" val="1632072575"/>
                    </a:ext>
                  </a:extLst>
                </a:gridCol>
                <a:gridCol w="177327">
                  <a:extLst>
                    <a:ext uri="{9D8B030D-6E8A-4147-A177-3AD203B41FA5}">
                      <a16:colId xmlns:a16="http://schemas.microsoft.com/office/drawing/2014/main" val="624347247"/>
                    </a:ext>
                  </a:extLst>
                </a:gridCol>
                <a:gridCol w="73885">
                  <a:extLst>
                    <a:ext uri="{9D8B030D-6E8A-4147-A177-3AD203B41FA5}">
                      <a16:colId xmlns:a16="http://schemas.microsoft.com/office/drawing/2014/main" val="1593100744"/>
                    </a:ext>
                  </a:extLst>
                </a:gridCol>
                <a:gridCol w="177327">
                  <a:extLst>
                    <a:ext uri="{9D8B030D-6E8A-4147-A177-3AD203B41FA5}">
                      <a16:colId xmlns:a16="http://schemas.microsoft.com/office/drawing/2014/main" val="37193534"/>
                    </a:ext>
                  </a:extLst>
                </a:gridCol>
                <a:gridCol w="177327">
                  <a:extLst>
                    <a:ext uri="{9D8B030D-6E8A-4147-A177-3AD203B41FA5}">
                      <a16:colId xmlns:a16="http://schemas.microsoft.com/office/drawing/2014/main" val="2912563522"/>
                    </a:ext>
                  </a:extLst>
                </a:gridCol>
                <a:gridCol w="177327">
                  <a:extLst>
                    <a:ext uri="{9D8B030D-6E8A-4147-A177-3AD203B41FA5}">
                      <a16:colId xmlns:a16="http://schemas.microsoft.com/office/drawing/2014/main" val="954881887"/>
                    </a:ext>
                  </a:extLst>
                </a:gridCol>
                <a:gridCol w="177327">
                  <a:extLst>
                    <a:ext uri="{9D8B030D-6E8A-4147-A177-3AD203B41FA5}">
                      <a16:colId xmlns:a16="http://schemas.microsoft.com/office/drawing/2014/main" val="689814166"/>
                    </a:ext>
                  </a:extLst>
                </a:gridCol>
                <a:gridCol w="177327">
                  <a:extLst>
                    <a:ext uri="{9D8B030D-6E8A-4147-A177-3AD203B41FA5}">
                      <a16:colId xmlns:a16="http://schemas.microsoft.com/office/drawing/2014/main" val="928905181"/>
                    </a:ext>
                  </a:extLst>
                </a:gridCol>
                <a:gridCol w="177327">
                  <a:extLst>
                    <a:ext uri="{9D8B030D-6E8A-4147-A177-3AD203B41FA5}">
                      <a16:colId xmlns:a16="http://schemas.microsoft.com/office/drawing/2014/main" val="2690568607"/>
                    </a:ext>
                  </a:extLst>
                </a:gridCol>
                <a:gridCol w="177327">
                  <a:extLst>
                    <a:ext uri="{9D8B030D-6E8A-4147-A177-3AD203B41FA5}">
                      <a16:colId xmlns:a16="http://schemas.microsoft.com/office/drawing/2014/main" val="1150948352"/>
                    </a:ext>
                  </a:extLst>
                </a:gridCol>
                <a:gridCol w="73885">
                  <a:extLst>
                    <a:ext uri="{9D8B030D-6E8A-4147-A177-3AD203B41FA5}">
                      <a16:colId xmlns:a16="http://schemas.microsoft.com/office/drawing/2014/main" val="2770791567"/>
                    </a:ext>
                  </a:extLst>
                </a:gridCol>
                <a:gridCol w="179355">
                  <a:extLst>
                    <a:ext uri="{9D8B030D-6E8A-4147-A177-3AD203B41FA5}">
                      <a16:colId xmlns:a16="http://schemas.microsoft.com/office/drawing/2014/main" val="400803536"/>
                    </a:ext>
                  </a:extLst>
                </a:gridCol>
                <a:gridCol w="177327">
                  <a:extLst>
                    <a:ext uri="{9D8B030D-6E8A-4147-A177-3AD203B41FA5}">
                      <a16:colId xmlns:a16="http://schemas.microsoft.com/office/drawing/2014/main" val="324400351"/>
                    </a:ext>
                  </a:extLst>
                </a:gridCol>
                <a:gridCol w="179355">
                  <a:extLst>
                    <a:ext uri="{9D8B030D-6E8A-4147-A177-3AD203B41FA5}">
                      <a16:colId xmlns:a16="http://schemas.microsoft.com/office/drawing/2014/main" val="3414373981"/>
                    </a:ext>
                  </a:extLst>
                </a:gridCol>
                <a:gridCol w="177327">
                  <a:extLst>
                    <a:ext uri="{9D8B030D-6E8A-4147-A177-3AD203B41FA5}">
                      <a16:colId xmlns:a16="http://schemas.microsoft.com/office/drawing/2014/main" val="2840464089"/>
                    </a:ext>
                  </a:extLst>
                </a:gridCol>
                <a:gridCol w="177327">
                  <a:extLst>
                    <a:ext uri="{9D8B030D-6E8A-4147-A177-3AD203B41FA5}">
                      <a16:colId xmlns:a16="http://schemas.microsoft.com/office/drawing/2014/main" val="2436347823"/>
                    </a:ext>
                  </a:extLst>
                </a:gridCol>
                <a:gridCol w="177327">
                  <a:extLst>
                    <a:ext uri="{9D8B030D-6E8A-4147-A177-3AD203B41FA5}">
                      <a16:colId xmlns:a16="http://schemas.microsoft.com/office/drawing/2014/main" val="121630100"/>
                    </a:ext>
                  </a:extLst>
                </a:gridCol>
                <a:gridCol w="177327">
                  <a:extLst>
                    <a:ext uri="{9D8B030D-6E8A-4147-A177-3AD203B41FA5}">
                      <a16:colId xmlns:a16="http://schemas.microsoft.com/office/drawing/2014/main" val="145758586"/>
                    </a:ext>
                  </a:extLst>
                </a:gridCol>
                <a:gridCol w="73885">
                  <a:extLst>
                    <a:ext uri="{9D8B030D-6E8A-4147-A177-3AD203B41FA5}">
                      <a16:colId xmlns:a16="http://schemas.microsoft.com/office/drawing/2014/main" val="2497428264"/>
                    </a:ext>
                  </a:extLst>
                </a:gridCol>
                <a:gridCol w="177327">
                  <a:extLst>
                    <a:ext uri="{9D8B030D-6E8A-4147-A177-3AD203B41FA5}">
                      <a16:colId xmlns:a16="http://schemas.microsoft.com/office/drawing/2014/main" val="208355606"/>
                    </a:ext>
                  </a:extLst>
                </a:gridCol>
                <a:gridCol w="177327">
                  <a:extLst>
                    <a:ext uri="{9D8B030D-6E8A-4147-A177-3AD203B41FA5}">
                      <a16:colId xmlns:a16="http://schemas.microsoft.com/office/drawing/2014/main" val="42835667"/>
                    </a:ext>
                  </a:extLst>
                </a:gridCol>
                <a:gridCol w="179355">
                  <a:extLst>
                    <a:ext uri="{9D8B030D-6E8A-4147-A177-3AD203B41FA5}">
                      <a16:colId xmlns:a16="http://schemas.microsoft.com/office/drawing/2014/main" val="3095660120"/>
                    </a:ext>
                  </a:extLst>
                </a:gridCol>
                <a:gridCol w="177327">
                  <a:extLst>
                    <a:ext uri="{9D8B030D-6E8A-4147-A177-3AD203B41FA5}">
                      <a16:colId xmlns:a16="http://schemas.microsoft.com/office/drawing/2014/main" val="1582095268"/>
                    </a:ext>
                  </a:extLst>
                </a:gridCol>
                <a:gridCol w="177327">
                  <a:extLst>
                    <a:ext uri="{9D8B030D-6E8A-4147-A177-3AD203B41FA5}">
                      <a16:colId xmlns:a16="http://schemas.microsoft.com/office/drawing/2014/main" val="1003476852"/>
                    </a:ext>
                  </a:extLst>
                </a:gridCol>
                <a:gridCol w="177327">
                  <a:extLst>
                    <a:ext uri="{9D8B030D-6E8A-4147-A177-3AD203B41FA5}">
                      <a16:colId xmlns:a16="http://schemas.microsoft.com/office/drawing/2014/main" val="2914094909"/>
                    </a:ext>
                  </a:extLst>
                </a:gridCol>
                <a:gridCol w="179355">
                  <a:extLst>
                    <a:ext uri="{9D8B030D-6E8A-4147-A177-3AD203B41FA5}">
                      <a16:colId xmlns:a16="http://schemas.microsoft.com/office/drawing/2014/main" val="3126486074"/>
                    </a:ext>
                  </a:extLst>
                </a:gridCol>
              </a:tblGrid>
              <a:tr h="166898">
                <a:tc gridSpan="47">
                  <a:txBody>
                    <a:bodyPr/>
                    <a:lstStyle/>
                    <a:p>
                      <a:pPr marL="0" marR="0" lvl="0" indent="0" algn="ctr" defTabSz="914303" rtl="0" eaLnBrk="1" fontAlgn="b" latinLnBrk="0" hangingPunct="1">
                        <a:lnSpc>
                          <a:spcPct val="100000"/>
                        </a:lnSpc>
                        <a:spcBef>
                          <a:spcPts val="0"/>
                        </a:spcBef>
                        <a:spcAft>
                          <a:spcPts val="0"/>
                        </a:spcAft>
                        <a:buClrTx/>
                        <a:buSzTx/>
                        <a:buFontTx/>
                        <a:buNone/>
                        <a:tabLst/>
                        <a:defRPr/>
                      </a:pPr>
                      <a:r>
                        <a:rPr lang="en-US" altLang="zh-CN" sz="1000" b="1" i="0" u="none" strike="noStrike">
                          <a:solidFill>
                            <a:schemeClr val="bg1"/>
                          </a:solidFill>
                          <a:effectLst/>
                          <a:latin typeface="Calibri"/>
                          <a:ea typeface="KaiTi"/>
                          <a:cs typeface="Calibri"/>
                        </a:rPr>
                        <a:t>2025</a:t>
                      </a:r>
                      <a:r>
                        <a:rPr lang="zh-TW" altLang="en-US" sz="1000" b="1" i="0" u="none" strike="noStrike">
                          <a:solidFill>
                            <a:schemeClr val="bg1"/>
                          </a:solidFill>
                          <a:effectLst/>
                          <a:latin typeface="Calibri"/>
                          <a:ea typeface="KaiTi"/>
                          <a:cs typeface="Calibri"/>
                        </a:rPr>
                        <a:t>年</a:t>
                      </a:r>
                      <a:endParaRPr lang="zh-CN" altLang="en-US" sz="1000" b="1" i="0" u="none" strike="noStrike">
                        <a:solidFill>
                          <a:schemeClr val="bg1"/>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10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654876597"/>
                  </a:ext>
                </a:extLst>
              </a:tr>
              <a:tr h="0">
                <a:tc gridSpan="7">
                  <a:txBody>
                    <a:bodyPr/>
                    <a:lstStyle/>
                    <a:p>
                      <a:pPr algn="ctr" fontAlgn="b"/>
                      <a:r>
                        <a:rPr lang="zh-CN" altLang="en-US" sz="900" b="1" i="0" u="none" strike="noStrike">
                          <a:solidFill>
                            <a:schemeClr val="tx1"/>
                          </a:solidFill>
                          <a:effectLst/>
                          <a:latin typeface="Calibri"/>
                          <a:ea typeface="KaiTi"/>
                          <a:cs typeface="Calibri"/>
                        </a:rPr>
                        <a:t>七月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八月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九月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十一月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十二月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363705868"/>
                  </a:ext>
                </a:extLst>
              </a:tr>
              <a:tr h="56606">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65871770"/>
                  </a:ext>
                </a:extLst>
              </a:tr>
              <a:tr h="56606">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rPr>
                        <a:t>1</a:t>
                      </a:r>
                      <a:endParaRPr lang="en-US" sz="800" b="0" i="0" u="none" strike="noStrike">
                        <a:solidFill>
                          <a:schemeClr val="accent3"/>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chemeClr val="tx1"/>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0755468"/>
                  </a:ext>
                </a:extLst>
              </a:tr>
              <a:tr h="56606">
                <a:tc>
                  <a:txBody>
                    <a:bodyPr/>
                    <a:lstStyle/>
                    <a:p>
                      <a:pPr algn="ctr" fontAlgn="b"/>
                      <a:r>
                        <a:rPr lang="en-US" sz="800" b="0" i="0" u="none" strike="noStrike">
                          <a:solidFill>
                            <a:srgbClr val="C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2"/>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7850027"/>
                  </a:ext>
                </a:extLst>
              </a:tr>
              <a:tr h="75284">
                <a:tc>
                  <a:txBody>
                    <a:bodyPr/>
                    <a:lstStyle/>
                    <a:p>
                      <a:pPr algn="ctr" fontAlgn="b"/>
                      <a:r>
                        <a:rPr lang="en-US" sz="800" b="0" i="0" u="none" strike="noStrike">
                          <a:solidFill>
                            <a:srgbClr val="C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6722627"/>
                  </a:ext>
                </a:extLst>
              </a:tr>
              <a:tr h="56606">
                <a:tc>
                  <a:txBody>
                    <a:bodyPr/>
                    <a:lstStyle/>
                    <a:p>
                      <a:pPr algn="ctr" fontAlgn="b"/>
                      <a:r>
                        <a:rPr lang="en-US" sz="800" b="0" i="0" u="none" strike="noStrike">
                          <a:solidFill>
                            <a:srgbClr val="C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accent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accent1"/>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7577297"/>
                  </a:ext>
                </a:extLst>
              </a:tr>
              <a:tr h="103918">
                <a:tc>
                  <a:txBody>
                    <a:bodyPr/>
                    <a:lstStyle/>
                    <a:p>
                      <a:pPr algn="ctr" fontAlgn="b"/>
                      <a:r>
                        <a:rPr lang="en-US" sz="800" b="0" i="0" u="none" strike="noStrike">
                          <a:solidFill>
                            <a:srgbClr val="C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0248100"/>
                  </a:ext>
                </a:extLst>
              </a:tr>
              <a:tr h="56606">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5904094"/>
                  </a:ext>
                </a:extLst>
              </a:tr>
              <a:tr h="56606">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8002859"/>
                  </a:ext>
                </a:extLst>
              </a:tr>
              <a:tr h="56606">
                <a:tc gridSpan="6">
                  <a:txBody>
                    <a:bodyPr/>
                    <a:lstStyle/>
                    <a:p>
                      <a:pPr algn="l" fontAlgn="b"/>
                      <a:r>
                        <a:rPr lang="zh-TW"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香港公眾假期</a:t>
                      </a:r>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93343203"/>
                  </a:ext>
                </a:extLst>
              </a:tr>
            </a:tbl>
          </a:graphicData>
        </a:graphic>
      </p:graphicFrame>
      <p:graphicFrame>
        <p:nvGraphicFramePr>
          <p:cNvPr id="7" name="object 28">
            <a:extLst>
              <a:ext uri="{FF2B5EF4-FFF2-40B4-BE49-F238E27FC236}">
                <a16:creationId xmlns:a16="http://schemas.microsoft.com/office/drawing/2014/main" id="{90B85D19-D6FB-4A3A-9A02-691B0E9D75BA}"/>
              </a:ext>
            </a:extLst>
          </p:cNvPr>
          <p:cNvGraphicFramePr>
            <a:graphicFrameLocks noGrp="1"/>
          </p:cNvGraphicFramePr>
          <p:nvPr>
            <p:extLst>
              <p:ext uri="{D42A27DB-BD31-4B8C-83A1-F6EECF244321}">
                <p14:modId xmlns:p14="http://schemas.microsoft.com/office/powerpoint/2010/main" val="63989061"/>
              </p:ext>
            </p:extLst>
          </p:nvPr>
        </p:nvGraphicFramePr>
        <p:xfrm>
          <a:off x="271934" y="2671518"/>
          <a:ext cx="8628833" cy="3241603"/>
        </p:xfrm>
        <a:graphic>
          <a:graphicData uri="http://schemas.openxmlformats.org/drawingml/2006/table">
            <a:tbl>
              <a:tblPr firstRow="1" bandRow="1">
                <a:tableStyleId>{2D5ABB26-0587-4C30-8999-92F81FD0307C}</a:tableStyleId>
              </a:tblPr>
              <a:tblGrid>
                <a:gridCol w="1156272">
                  <a:extLst>
                    <a:ext uri="{9D8B030D-6E8A-4147-A177-3AD203B41FA5}">
                      <a16:colId xmlns:a16="http://schemas.microsoft.com/office/drawing/2014/main" val="20000"/>
                    </a:ext>
                  </a:extLst>
                </a:gridCol>
                <a:gridCol w="4831583">
                  <a:extLst>
                    <a:ext uri="{9D8B030D-6E8A-4147-A177-3AD203B41FA5}">
                      <a16:colId xmlns:a16="http://schemas.microsoft.com/office/drawing/2014/main" val="20001"/>
                    </a:ext>
                  </a:extLst>
                </a:gridCol>
                <a:gridCol w="2640978">
                  <a:extLst>
                    <a:ext uri="{9D8B030D-6E8A-4147-A177-3AD203B41FA5}">
                      <a16:colId xmlns:a16="http://schemas.microsoft.com/office/drawing/2014/main" val="20002"/>
                    </a:ext>
                  </a:extLst>
                </a:gridCol>
              </a:tblGrid>
              <a:tr h="163899">
                <a:tc>
                  <a:txBody>
                    <a:bodyPr/>
                    <a:lstStyle/>
                    <a:p>
                      <a:pPr marL="85725" algn="l">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日期</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w="12700">
                      <a:noFill/>
                      <a:prstDash val="solid"/>
                    </a:lnL>
                    <a:lnR>
                      <a:noFill/>
                    </a:lnR>
                    <a:lnT w="12700">
                      <a:noFill/>
                      <a:prstDash val="solid"/>
                    </a:lnT>
                    <a:lnB w="6350">
                      <a:noFill/>
                      <a:prstDash val="solid"/>
                    </a:lnB>
                    <a:lnTlToBr w="12700" cmpd="sng">
                      <a:noFill/>
                      <a:prstDash val="solid"/>
                    </a:lnTlToBr>
                    <a:lnBlToTr w="12700" cmpd="sng">
                      <a:noFill/>
                      <a:prstDash val="solid"/>
                    </a:lnBlToTr>
                    <a:solidFill>
                      <a:srgbClr val="C00000"/>
                    </a:solidFill>
                  </a:tcPr>
                </a:tc>
                <a:tc>
                  <a:txBody>
                    <a:bodyPr/>
                    <a:lstStyle/>
                    <a:p>
                      <a:pPr marL="93345" algn="ctr">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主要事項</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a:noFill/>
                    </a:lnL>
                    <a:lnR>
                      <a:noFill/>
                    </a:lnR>
                    <a:lnT w="12700">
                      <a:noFill/>
                      <a:prstDash val="solid"/>
                    </a:lnT>
                    <a:lnB w="6350">
                      <a:noFill/>
                      <a:prstDash val="solid"/>
                    </a:lnB>
                    <a:lnTlToBr w="12700" cmpd="sng">
                      <a:noFill/>
                      <a:prstDash val="solid"/>
                    </a:lnTlToBr>
                    <a:lnBlToTr w="12700" cmpd="sng">
                      <a:noFill/>
                      <a:prstDash val="solid"/>
                    </a:lnBlToTr>
                    <a:solidFill>
                      <a:srgbClr val="C00000"/>
                    </a:solidFill>
                  </a:tcPr>
                </a:tc>
                <a:tc>
                  <a:txBody>
                    <a:bodyPr/>
                    <a:lstStyle/>
                    <a:p>
                      <a:pPr marL="95250" algn="ctr">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主要負責方</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a:noFill/>
                    </a:lnL>
                    <a:lnR w="12700">
                      <a:noFill/>
                      <a:prstDash val="solid"/>
                    </a:lnR>
                    <a:lnT w="12700">
                      <a:noFill/>
                      <a:prstDash val="solid"/>
                    </a:lnT>
                    <a:lnB w="6350">
                      <a:noFill/>
                      <a:prstDash val="soli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0000"/>
                  </a:ext>
                </a:extLst>
              </a:tr>
              <a:tr h="139317">
                <a:tc gridSpan="3">
                  <a:txBody>
                    <a:bodyPr/>
                    <a:lstStyle/>
                    <a:p>
                      <a:pPr marL="85725">
                        <a:lnSpc>
                          <a:spcPct val="100000"/>
                        </a:lnSpc>
                        <a:spcBef>
                          <a:spcPts val="315"/>
                        </a:spcBef>
                      </a:pPr>
                      <a:r>
                        <a:rPr lang="en-US" altLang="zh-CN" sz="1000" b="1" u="none">
                          <a:solidFill>
                            <a:schemeClr val="tx1"/>
                          </a:solidFill>
                          <a:latin typeface="Calibri" panose="020F0502020204030204" pitchFamily="34" charset="0"/>
                          <a:ea typeface="KaiTi" panose="02010609060101010101" pitchFamily="49" charset="-122"/>
                          <a:cs typeface="Calibri" panose="020F0502020204030204" pitchFamily="34" charset="0"/>
                        </a:rPr>
                        <a:t>2025</a:t>
                      </a:r>
                      <a:r>
                        <a:rPr lang="zh-CN" altLang="en-US" sz="1000" b="1" u="none">
                          <a:solidFill>
                            <a:schemeClr val="tx1"/>
                          </a:solidFill>
                          <a:latin typeface="Calibri" panose="020F0502020204030204" pitchFamily="34" charset="0"/>
                          <a:ea typeface="KaiTi" panose="02010609060101010101" pitchFamily="49" charset="-122"/>
                          <a:cs typeface="Calibri" panose="020F0502020204030204" pitchFamily="34" charset="0"/>
                        </a:rPr>
                        <a:t>年</a:t>
                      </a:r>
                      <a:endParaRPr sz="1000" b="1" u="none">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marL="0" marR="0" marT="40005" marB="0">
                    <a:lnL>
                      <a:noFill/>
                    </a:lnL>
                    <a:lnR>
                      <a:noFill/>
                    </a:lnR>
                    <a:lnT w="6350">
                      <a:noFill/>
                      <a:prstDash val="soli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332740" indent="-170180">
                        <a:lnSpc>
                          <a:spcPct val="100000"/>
                        </a:lnSpc>
                        <a:spcBef>
                          <a:spcPts val="315"/>
                        </a:spcBef>
                        <a:buClr>
                          <a:srgbClr val="96999B"/>
                        </a:buClr>
                        <a:buFont typeface="Symbol"/>
                        <a:buChar char=""/>
                        <a:tabLst>
                          <a:tab pos="333375" algn="l"/>
                        </a:tabLst>
                      </a:pPr>
                      <a:endParaRPr lang="zh-CN" altLang="en-US" sz="850">
                        <a:solidFill>
                          <a:srgbClr val="52555A"/>
                        </a:solidFill>
                        <a:latin typeface="Calibri" panose="020F0502020204030204" pitchFamily="34" charset="0"/>
                        <a:cs typeface="Calibri" panose="020F0502020204030204" pitchFamily="34" charset="0"/>
                      </a:endParaRPr>
                    </a:p>
                  </a:txBody>
                  <a:tcPr marL="0" marR="0" marT="40005" marB="0">
                    <a:lnL w="6350" cap="flat" cmpd="sng" algn="ctr">
                      <a:solidFill>
                        <a:srgbClr val="52555A"/>
                      </a:solidFill>
                      <a:prstDash val="solid"/>
                      <a:round/>
                      <a:headEnd type="none" w="med" len="med"/>
                      <a:tailEnd type="none" w="med" len="med"/>
                    </a:lnL>
                    <a:lnR w="9525" cap="flat" cmpd="sng" algn="ctr">
                      <a:solidFill>
                        <a:srgbClr val="52555A"/>
                      </a:solidFill>
                      <a:prstDash val="solid"/>
                      <a:round/>
                      <a:headEnd type="none" w="med" len="med"/>
                      <a:tailEnd type="none" w="med" len="med"/>
                    </a:lnR>
                    <a:lnT w="6350">
                      <a:solidFill>
                        <a:srgbClr val="52555A"/>
                      </a:solidFill>
                      <a:prstDash val="solid"/>
                    </a:lnT>
                    <a:lnB w="6350" cap="flat" cmpd="sng" algn="ctr">
                      <a:solidFill>
                        <a:srgbClr val="52555A"/>
                      </a:solidFill>
                      <a:prstDash val="solid"/>
                      <a:round/>
                      <a:headEnd type="none" w="med" len="med"/>
                      <a:tailEnd type="none" w="med" len="med"/>
                    </a:lnB>
                  </a:tcPr>
                </a:tc>
                <a:tc hMerge="1">
                  <a:txBody>
                    <a:bodyPr/>
                    <a:lstStyle/>
                    <a:p>
                      <a:pPr marL="334645" indent="-170180">
                        <a:lnSpc>
                          <a:spcPct val="100000"/>
                        </a:lnSpc>
                        <a:spcBef>
                          <a:spcPts val="315"/>
                        </a:spcBef>
                        <a:buClr>
                          <a:srgbClr val="96999B"/>
                        </a:buClr>
                        <a:buFont typeface="Symbol"/>
                        <a:buChar char=""/>
                        <a:tabLst>
                          <a:tab pos="335280" algn="l"/>
                        </a:tabLst>
                      </a:pPr>
                      <a:endParaRPr sz="850">
                        <a:latin typeface="Calibri" panose="020F0502020204030204" pitchFamily="34" charset="0"/>
                        <a:cs typeface="Calibri" panose="020F0502020204030204" pitchFamily="34" charset="0"/>
                      </a:endParaRPr>
                    </a:p>
                  </a:txBody>
                  <a:tcPr marL="0" marR="0" marT="40005" marB="0">
                    <a:lnL w="9525" cap="flat" cmpd="sng" algn="ctr">
                      <a:solidFill>
                        <a:srgbClr val="52555A"/>
                      </a:solidFill>
                      <a:prstDash val="solid"/>
                      <a:round/>
                      <a:headEnd type="none" w="med" len="med"/>
                      <a:tailEnd type="none" w="med" len="med"/>
                    </a:lnL>
                    <a:lnT w="6350">
                      <a:solidFill>
                        <a:srgbClr val="52555A"/>
                      </a:solidFill>
                      <a:prstDash val="solid"/>
                    </a:lnT>
                    <a:lnB w="6350" cap="flat" cmpd="sng" algn="ctr">
                      <a:solidFill>
                        <a:srgbClr val="52555A"/>
                      </a:solidFill>
                      <a:prstDash val="solid"/>
                      <a:round/>
                      <a:headEnd type="none" w="med" len="med"/>
                      <a:tailEnd type="none" w="med" len="med"/>
                    </a:lnB>
                  </a:tcPr>
                </a:tc>
                <a:extLst>
                  <a:ext uri="{0D108BD9-81ED-4DB2-BD59-A6C34878D82A}">
                    <a16:rowId xmlns:a16="http://schemas.microsoft.com/office/drawing/2014/main" val="32136630"/>
                  </a:ext>
                </a:extLst>
              </a:tr>
              <a:tr h="1428714">
                <a:tc>
                  <a:txBody>
                    <a:bodyPr/>
                    <a:lstStyle/>
                    <a:p>
                      <a:pPr algn="l" rtl="0" fontAlgn="base"/>
                      <a:r>
                        <a:rPr lang="en-US" altLang="zh-TW" sz="900" b="0" i="0" dirty="0">
                          <a:solidFill>
                            <a:srgbClr val="000000"/>
                          </a:solidFill>
                          <a:effectLst/>
                          <a:latin typeface="KaiTi" panose="02010609060101010101" pitchFamily="49" charset="-122"/>
                          <a:ea typeface="KaiTi" panose="02010609060101010101" pitchFamily="49" charset="-122"/>
                        </a:rPr>
                        <a:t>09</a:t>
                      </a:r>
                      <a:r>
                        <a:rPr lang="zh-TW" altLang="en-US" sz="900" b="0" i="0" dirty="0">
                          <a:solidFill>
                            <a:srgbClr val="000000"/>
                          </a:solidFill>
                          <a:effectLst/>
                          <a:latin typeface="KaiTi" panose="02010609060101010101" pitchFamily="49" charset="-122"/>
                          <a:ea typeface="KaiTi" panose="02010609060101010101" pitchFamily="49" charset="-122"/>
                        </a:rPr>
                        <a:t>月</a:t>
                      </a:r>
                      <a:r>
                        <a:rPr lang="en-US" altLang="zh-TW" sz="900" b="0" i="0" dirty="0">
                          <a:solidFill>
                            <a:srgbClr val="000000"/>
                          </a:solidFill>
                          <a:effectLst/>
                          <a:latin typeface="KaiTi" panose="02010609060101010101" pitchFamily="49" charset="-122"/>
                          <a:ea typeface="KaiTi" panose="02010609060101010101" pitchFamily="49" charset="-122"/>
                        </a:rPr>
                        <a:t>15</a:t>
                      </a:r>
                      <a:r>
                        <a:rPr lang="zh-TW" altLang="en-US" sz="900" b="0" i="0" dirty="0">
                          <a:solidFill>
                            <a:srgbClr val="000000"/>
                          </a:solidFill>
                          <a:effectLst/>
                          <a:latin typeface="KaiTi" panose="02010609060101010101" pitchFamily="49" charset="-122"/>
                          <a:ea typeface="KaiTi" panose="02010609060101010101" pitchFamily="49" charset="-122"/>
                        </a:rPr>
                        <a:t>日一周​</a:t>
                      </a:r>
                      <a:endParaRPr lang="zh-TW" altLang="en-US" b="0" i="0" dirty="0">
                        <a:solidFill>
                          <a:srgbClr val="000000"/>
                        </a:solidFill>
                        <a:effectLst/>
                        <a:latin typeface="KaiTi" panose="02010609060101010101" pitchFamily="49" charset="-122"/>
                        <a:ea typeface="KaiTi" panose="02010609060101010101" pitchFamily="49" charset="-122"/>
                      </a:endParaRPr>
                    </a:p>
                    <a:p>
                      <a:pPr algn="l" rtl="0" fontAlgn="base"/>
                      <a:r>
                        <a:rPr lang="zh-TW" altLang="en-US" sz="900" b="0" i="0" dirty="0">
                          <a:solidFill>
                            <a:srgbClr val="000000"/>
                          </a:solidFill>
                          <a:effectLst/>
                          <a:latin typeface="KaiTi" panose="02010609060101010101" pitchFamily="49" charset="-122"/>
                          <a:ea typeface="KaiTi" panose="02010609060101010101" pitchFamily="49" charset="-122"/>
                        </a:rPr>
                        <a:t>​</a:t>
                      </a:r>
                      <a:endParaRPr lang="zh-TW" altLang="en-US" b="0" i="0" dirty="0">
                        <a:solidFill>
                          <a:srgbClr val="000000"/>
                        </a:solidFill>
                        <a:effectLst/>
                        <a:latin typeface="KaiTi" panose="02010609060101010101" pitchFamily="49" charset="-122"/>
                        <a:ea typeface="KaiTi" panose="02010609060101010101" pitchFamily="49" charset="-122"/>
                      </a:endParaRPr>
                    </a:p>
                  </a:txBody>
                  <a:tcPr>
                    <a:lnL>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傳閱內控報告初稿，公司啟動內控整改流程（如需）</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開展</a:t>
                      </a:r>
                      <a:r>
                        <a:rPr lang="en-GB"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2022/23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2023/24</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2024/25</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財年及</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2025/26</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財年首</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個月第三方盡調和實地走訪</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持續修改招股書</a:t>
                      </a: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635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公司、內控顧問</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保薦人、保薦人香港律師、審計師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公司香港律師</a:t>
                      </a: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9525" cap="flat" cmpd="sng" algn="ctr">
                      <a:no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30473128"/>
                  </a:ext>
                </a:extLst>
              </a:tr>
              <a:tr h="1428714">
                <a:tc>
                  <a:txBody>
                    <a:bodyPr/>
                    <a:lstStyle/>
                    <a:p>
                      <a:pPr algn="l" rtl="0" fontAlgn="base"/>
                      <a:r>
                        <a:rPr lang="en-US" altLang="zh-TW" sz="900" b="0" i="0" dirty="0">
                          <a:solidFill>
                            <a:srgbClr val="000000"/>
                          </a:solidFill>
                          <a:effectLst/>
                          <a:latin typeface="KaiTi" panose="02010609060101010101" pitchFamily="49" charset="-122"/>
                          <a:ea typeface="KaiTi" panose="02010609060101010101" pitchFamily="49" charset="-122"/>
                        </a:rPr>
                        <a:t>09</a:t>
                      </a:r>
                      <a:r>
                        <a:rPr lang="zh-TW" altLang="en-US" sz="900" b="0" i="0" dirty="0">
                          <a:solidFill>
                            <a:srgbClr val="000000"/>
                          </a:solidFill>
                          <a:effectLst/>
                          <a:latin typeface="KaiTi" panose="02010609060101010101" pitchFamily="49" charset="-122"/>
                          <a:ea typeface="KaiTi" panose="02010609060101010101" pitchFamily="49" charset="-122"/>
                        </a:rPr>
                        <a:t>月</a:t>
                      </a:r>
                      <a:r>
                        <a:rPr lang="en-US" altLang="zh-TW" sz="900" b="0" i="0" dirty="0">
                          <a:solidFill>
                            <a:srgbClr val="000000"/>
                          </a:solidFill>
                          <a:effectLst/>
                          <a:latin typeface="KaiTi" panose="02010609060101010101" pitchFamily="49" charset="-122"/>
                          <a:ea typeface="KaiTi" panose="02010609060101010101" pitchFamily="49" charset="-122"/>
                        </a:rPr>
                        <a:t>22</a:t>
                      </a:r>
                      <a:r>
                        <a:rPr lang="zh-TW" altLang="en-US" sz="900" b="0" i="0" dirty="0">
                          <a:solidFill>
                            <a:srgbClr val="000000"/>
                          </a:solidFill>
                          <a:effectLst/>
                          <a:latin typeface="KaiTi" panose="02010609060101010101" pitchFamily="49" charset="-122"/>
                          <a:ea typeface="KaiTi" panose="02010609060101010101" pitchFamily="49" charset="-122"/>
                        </a:rPr>
                        <a:t>日一周​</a:t>
                      </a:r>
                      <a:endParaRPr lang="zh-TW" altLang="en-US" b="0" i="0" dirty="0">
                        <a:solidFill>
                          <a:srgbClr val="000000"/>
                        </a:solidFill>
                        <a:effectLst/>
                        <a:latin typeface="KaiTi" panose="02010609060101010101" pitchFamily="49" charset="-122"/>
                        <a:ea typeface="KaiTi" panose="02010609060101010101" pitchFamily="49" charset="-122"/>
                      </a:endParaRPr>
                    </a:p>
                    <a:p>
                      <a:pPr algn="l" rtl="0" fontAlgn="base"/>
                      <a:r>
                        <a:rPr lang="zh-TW" altLang="en-US" sz="900" b="0" i="0" dirty="0">
                          <a:solidFill>
                            <a:srgbClr val="000000"/>
                          </a:solidFill>
                          <a:effectLst/>
                          <a:latin typeface="KaiTi" panose="02010609060101010101" pitchFamily="49" charset="-122"/>
                          <a:ea typeface="KaiTi" panose="02010609060101010101" pitchFamily="49" charset="-122"/>
                        </a:rPr>
                        <a:t>​</a:t>
                      </a:r>
                      <a:endParaRPr lang="zh-TW" altLang="en-US" b="0" i="0" dirty="0">
                        <a:solidFill>
                          <a:srgbClr val="000000"/>
                        </a:solidFill>
                        <a:effectLst/>
                        <a:latin typeface="KaiTi" panose="02010609060101010101" pitchFamily="49" charset="-122"/>
                        <a:ea typeface="KaiTi" panose="02010609060101010101" pitchFamily="49" charset="-122"/>
                      </a:endParaRPr>
                    </a:p>
                  </a:txBody>
                  <a:tcPr>
                    <a:lnL>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繼續</a:t>
                      </a:r>
                      <a:r>
                        <a:rPr lang="en-GB"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2022/23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2023/24</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2024/25</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財年及</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2025/26</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財年首</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個月第三方盡調和實地走訪</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持續修改招股書</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傳閲香港法律意見書、物業法律意見書（如適用）更新稿</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繼續進行中介機構選聘工作，包括合規顧問及股票登記處，持續商議相關委任協議</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635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保薦人、保薦人香港律師、審計師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公司、保薦人、公司香港律師</a:t>
                      </a: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9525" cap="flat" cmpd="sng" algn="ctr">
                      <a:no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2861"/>
                  </a:ext>
                </a:extLst>
              </a:tr>
            </a:tbl>
          </a:graphicData>
        </a:graphic>
      </p:graphicFrame>
      <p:sp>
        <p:nvSpPr>
          <p:cNvPr id="9" name="object 29">
            <a:extLst>
              <a:ext uri="{FF2B5EF4-FFF2-40B4-BE49-F238E27FC236}">
                <a16:creationId xmlns:a16="http://schemas.microsoft.com/office/drawing/2014/main" id="{4C3FA053-95C7-4144-87FB-0CE5B8454618}"/>
              </a:ext>
            </a:extLst>
          </p:cNvPr>
          <p:cNvSpPr txBox="1">
            <a:spLocks/>
          </p:cNvSpPr>
          <p:nvPr/>
        </p:nvSpPr>
        <p:spPr>
          <a:xfrm>
            <a:off x="581296" y="6175879"/>
            <a:ext cx="7221583" cy="120546"/>
          </a:xfrm>
          <a:prstGeom prst="rect">
            <a:avLst/>
          </a:prstGeom>
        </p:spPr>
        <p:txBody>
          <a:bodyPr vert="horz" wrap="square" lIns="0" tIns="12700" rIns="0" bIns="0" rtlCol="0">
            <a:spAutoFit/>
          </a:bodyPr>
          <a:lstStyle>
            <a:defPPr>
              <a:defRPr lang="en-US"/>
            </a:defPPr>
            <a:lvl1pPr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1pPr>
            <a:lvl2pPr marL="457152"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2pPr>
            <a:lvl3pPr marL="914303"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3pPr>
            <a:lvl4pPr marL="1371455"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4pPr>
            <a:lvl5pPr marL="1828606"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5pPr>
            <a:lvl6pPr marL="2285758"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6pPr>
            <a:lvl7pPr marL="2742909"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7pPr>
            <a:lvl8pPr marL="3200061"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8pPr>
            <a:lvl9pPr marL="3657212"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9pPr>
          </a:lstStyle>
          <a:p>
            <a:pPr marL="57150">
              <a:spcBef>
                <a:spcPts val="100"/>
              </a:spcBef>
            </a:pPr>
            <a:r>
              <a:rPr lang="zh-TW" altLang="en-US" sz="700" spc="10">
                <a:latin typeface="KaiTi" panose="02010609060101010101" pitchFamily="49" charset="-122"/>
                <a:ea typeface="KaiTi" panose="02010609060101010101" pitchFamily="49" charset="-122"/>
              </a:rPr>
              <a:t>注：最終上市時間表將取決於監管部門審批速度、資本市場條件等各方面因素影響</a:t>
            </a:r>
            <a:endParaRPr lang="zh-CN" altLang="en-US" sz="700">
              <a:latin typeface="KaiTi" panose="02010609060101010101" pitchFamily="49" charset="-122"/>
              <a:ea typeface="KaiTi" panose="02010609060101010101" pitchFamily="49" charset="-122"/>
              <a:cs typeface="Arial"/>
            </a:endParaRPr>
          </a:p>
        </p:txBody>
      </p:sp>
    </p:spTree>
    <p:extLst>
      <p:ext uri="{BB962C8B-B14F-4D97-AF65-F5344CB8AC3E}">
        <p14:creationId xmlns:p14="http://schemas.microsoft.com/office/powerpoint/2010/main" val="4187873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9" name="Rectangle 2"/>
          <p:cNvSpPr>
            <a:spLocks noGrp="1" noChangeArrowheads="1"/>
          </p:cNvSpPr>
          <p:nvPr>
            <p:ph type="title"/>
          </p:nvPr>
        </p:nvSpPr>
        <p:spPr>
          <a:xfrm>
            <a:off x="663575" y="489692"/>
            <a:ext cx="7845552" cy="469159"/>
          </a:xfrm>
        </p:spPr>
        <p:txBody>
          <a:bodyPr/>
          <a:lstStyle/>
          <a:p>
            <a:r>
              <a:rPr lang="en-US" altLang="zh-CN" dirty="0">
                <a:latin typeface="Calibri" panose="020F0502020204030204" pitchFamily="34" charset="0"/>
                <a:ea typeface="KaiTi" panose="02010609060101010101" pitchFamily="49" charset="-122"/>
                <a:cs typeface="Calibri" panose="020F0502020204030204" pitchFamily="34" charset="0"/>
              </a:rPr>
              <a:t>4.2 </a:t>
            </a:r>
            <a:r>
              <a:rPr lang="zh-CN" altLang="en-US" dirty="0">
                <a:latin typeface="KaiTi" panose="02010609060101010101" pitchFamily="49" charset="-122"/>
                <a:ea typeface="KaiTi" panose="02010609060101010101" pitchFamily="49" charset="-122"/>
                <a:cs typeface="Calibri" panose="020F0502020204030204" pitchFamily="34" charset="0"/>
              </a:rPr>
              <a:t>詳細時間表</a:t>
            </a:r>
            <a:r>
              <a:rPr lang="en-US" altLang="zh-CN" dirty="0">
                <a:latin typeface="KaiTi" panose="02010609060101010101" pitchFamily="49" charset="-122"/>
                <a:ea typeface="KaiTi" panose="02010609060101010101" pitchFamily="49" charset="-122"/>
                <a:cs typeface="Calibri" panose="020F0502020204030204" pitchFamily="34" charset="0"/>
              </a:rPr>
              <a:t>(</a:t>
            </a:r>
            <a:r>
              <a:rPr lang="zh-CN" altLang="en-US" dirty="0">
                <a:latin typeface="KaiTi" panose="02010609060101010101" pitchFamily="49" charset="-122"/>
                <a:ea typeface="KaiTi" panose="02010609060101010101" pitchFamily="49" charset="-122"/>
                <a:cs typeface="Calibri" panose="020F0502020204030204" pitchFamily="34" charset="0"/>
              </a:rPr>
              <a:t>續</a:t>
            </a:r>
            <a:r>
              <a:rPr lang="en-US" altLang="zh-CN" dirty="0">
                <a:latin typeface="KaiTi" panose="02010609060101010101" pitchFamily="49" charset="-122"/>
                <a:ea typeface="KaiTi" panose="02010609060101010101" pitchFamily="49" charset="-122"/>
                <a:cs typeface="Calibri" panose="020F0502020204030204" pitchFamily="34" charset="0"/>
              </a:rPr>
              <a:t>)</a:t>
            </a:r>
            <a:endParaRPr lang="zh-CN" altLang="en-US" dirty="0">
              <a:latin typeface="KaiTi" panose="02010609060101010101" pitchFamily="49" charset="-122"/>
              <a:ea typeface="KaiTi" panose="02010609060101010101" pitchFamily="49" charset="-122"/>
              <a:cs typeface="Calibri" panose="020F0502020204030204" pitchFamily="34" charset="0"/>
            </a:endParaRPr>
          </a:p>
        </p:txBody>
      </p:sp>
      <p:sp>
        <p:nvSpPr>
          <p:cNvPr id="3" name="Slide Number Placeholder 2">
            <a:extLst>
              <a:ext uri="{FF2B5EF4-FFF2-40B4-BE49-F238E27FC236}">
                <a16:creationId xmlns:a16="http://schemas.microsoft.com/office/drawing/2014/main" id="{D2D69C45-4B89-4E7E-9F68-147BA17A180D}"/>
              </a:ext>
            </a:extLst>
          </p:cNvPr>
          <p:cNvSpPr>
            <a:spLocks noGrp="1"/>
          </p:cNvSpPr>
          <p:nvPr>
            <p:ph type="sldNum" sz="quarter" idx="10"/>
          </p:nvPr>
        </p:nvSpPr>
        <p:spPr/>
        <p:txBody>
          <a:bodyPr/>
          <a:lstStyle/>
          <a:p>
            <a:pPr>
              <a:defRPr/>
            </a:pPr>
            <a:fld id="{17AE90FD-2A67-4F1C-8A5E-6FE36A4F61F0}" type="slidenum">
              <a:rPr lang="en-US" altLang="en-US" smtClean="0">
                <a:latin typeface="Calibri" panose="020F0502020204030204" pitchFamily="34" charset="0"/>
                <a:cs typeface="Calibri" panose="020F0502020204030204" pitchFamily="34" charset="0"/>
              </a:rPr>
              <a:pPr>
                <a:defRPr/>
              </a:pPr>
              <a:t>17</a:t>
            </a:fld>
            <a:endParaRPr lang="en-US" altLang="en-US">
              <a:latin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E244F3F2-7B79-4167-8988-FDE4935724FB}"/>
              </a:ext>
            </a:extLst>
          </p:cNvPr>
          <p:cNvGraphicFramePr>
            <a:graphicFrameLocks noGrp="1"/>
          </p:cNvGraphicFramePr>
          <p:nvPr/>
        </p:nvGraphicFramePr>
        <p:xfrm>
          <a:off x="661691" y="1051330"/>
          <a:ext cx="7845552" cy="1455648"/>
        </p:xfrm>
        <a:graphic>
          <a:graphicData uri="http://schemas.openxmlformats.org/drawingml/2006/table">
            <a:tbl>
              <a:tblPr/>
              <a:tblGrid>
                <a:gridCol w="179355">
                  <a:extLst>
                    <a:ext uri="{9D8B030D-6E8A-4147-A177-3AD203B41FA5}">
                      <a16:colId xmlns:a16="http://schemas.microsoft.com/office/drawing/2014/main" val="632863646"/>
                    </a:ext>
                  </a:extLst>
                </a:gridCol>
                <a:gridCol w="179355">
                  <a:extLst>
                    <a:ext uri="{9D8B030D-6E8A-4147-A177-3AD203B41FA5}">
                      <a16:colId xmlns:a16="http://schemas.microsoft.com/office/drawing/2014/main" val="4260500397"/>
                    </a:ext>
                  </a:extLst>
                </a:gridCol>
                <a:gridCol w="179355">
                  <a:extLst>
                    <a:ext uri="{9D8B030D-6E8A-4147-A177-3AD203B41FA5}">
                      <a16:colId xmlns:a16="http://schemas.microsoft.com/office/drawing/2014/main" val="3714215512"/>
                    </a:ext>
                  </a:extLst>
                </a:gridCol>
                <a:gridCol w="179355">
                  <a:extLst>
                    <a:ext uri="{9D8B030D-6E8A-4147-A177-3AD203B41FA5}">
                      <a16:colId xmlns:a16="http://schemas.microsoft.com/office/drawing/2014/main" val="1252371493"/>
                    </a:ext>
                  </a:extLst>
                </a:gridCol>
                <a:gridCol w="179355">
                  <a:extLst>
                    <a:ext uri="{9D8B030D-6E8A-4147-A177-3AD203B41FA5}">
                      <a16:colId xmlns:a16="http://schemas.microsoft.com/office/drawing/2014/main" val="258922648"/>
                    </a:ext>
                  </a:extLst>
                </a:gridCol>
                <a:gridCol w="179355">
                  <a:extLst>
                    <a:ext uri="{9D8B030D-6E8A-4147-A177-3AD203B41FA5}">
                      <a16:colId xmlns:a16="http://schemas.microsoft.com/office/drawing/2014/main" val="2212696656"/>
                    </a:ext>
                  </a:extLst>
                </a:gridCol>
                <a:gridCol w="179355">
                  <a:extLst>
                    <a:ext uri="{9D8B030D-6E8A-4147-A177-3AD203B41FA5}">
                      <a16:colId xmlns:a16="http://schemas.microsoft.com/office/drawing/2014/main" val="2203261074"/>
                    </a:ext>
                  </a:extLst>
                </a:gridCol>
                <a:gridCol w="73885">
                  <a:extLst>
                    <a:ext uri="{9D8B030D-6E8A-4147-A177-3AD203B41FA5}">
                      <a16:colId xmlns:a16="http://schemas.microsoft.com/office/drawing/2014/main" val="3466189971"/>
                    </a:ext>
                  </a:extLst>
                </a:gridCol>
                <a:gridCol w="177327">
                  <a:extLst>
                    <a:ext uri="{9D8B030D-6E8A-4147-A177-3AD203B41FA5}">
                      <a16:colId xmlns:a16="http://schemas.microsoft.com/office/drawing/2014/main" val="3276882706"/>
                    </a:ext>
                  </a:extLst>
                </a:gridCol>
                <a:gridCol w="179355">
                  <a:extLst>
                    <a:ext uri="{9D8B030D-6E8A-4147-A177-3AD203B41FA5}">
                      <a16:colId xmlns:a16="http://schemas.microsoft.com/office/drawing/2014/main" val="703712399"/>
                    </a:ext>
                  </a:extLst>
                </a:gridCol>
                <a:gridCol w="179355">
                  <a:extLst>
                    <a:ext uri="{9D8B030D-6E8A-4147-A177-3AD203B41FA5}">
                      <a16:colId xmlns:a16="http://schemas.microsoft.com/office/drawing/2014/main" val="3928445052"/>
                    </a:ext>
                  </a:extLst>
                </a:gridCol>
                <a:gridCol w="177328">
                  <a:extLst>
                    <a:ext uri="{9D8B030D-6E8A-4147-A177-3AD203B41FA5}">
                      <a16:colId xmlns:a16="http://schemas.microsoft.com/office/drawing/2014/main" val="2193126482"/>
                    </a:ext>
                  </a:extLst>
                </a:gridCol>
                <a:gridCol w="177327">
                  <a:extLst>
                    <a:ext uri="{9D8B030D-6E8A-4147-A177-3AD203B41FA5}">
                      <a16:colId xmlns:a16="http://schemas.microsoft.com/office/drawing/2014/main" val="439283271"/>
                    </a:ext>
                  </a:extLst>
                </a:gridCol>
                <a:gridCol w="179355">
                  <a:extLst>
                    <a:ext uri="{9D8B030D-6E8A-4147-A177-3AD203B41FA5}">
                      <a16:colId xmlns:a16="http://schemas.microsoft.com/office/drawing/2014/main" val="1967768558"/>
                    </a:ext>
                  </a:extLst>
                </a:gridCol>
                <a:gridCol w="177327">
                  <a:extLst>
                    <a:ext uri="{9D8B030D-6E8A-4147-A177-3AD203B41FA5}">
                      <a16:colId xmlns:a16="http://schemas.microsoft.com/office/drawing/2014/main" val="2896965937"/>
                    </a:ext>
                  </a:extLst>
                </a:gridCol>
                <a:gridCol w="73885">
                  <a:extLst>
                    <a:ext uri="{9D8B030D-6E8A-4147-A177-3AD203B41FA5}">
                      <a16:colId xmlns:a16="http://schemas.microsoft.com/office/drawing/2014/main" val="2556315855"/>
                    </a:ext>
                  </a:extLst>
                </a:gridCol>
                <a:gridCol w="177327">
                  <a:extLst>
                    <a:ext uri="{9D8B030D-6E8A-4147-A177-3AD203B41FA5}">
                      <a16:colId xmlns:a16="http://schemas.microsoft.com/office/drawing/2014/main" val="2851345119"/>
                    </a:ext>
                  </a:extLst>
                </a:gridCol>
                <a:gridCol w="177327">
                  <a:extLst>
                    <a:ext uri="{9D8B030D-6E8A-4147-A177-3AD203B41FA5}">
                      <a16:colId xmlns:a16="http://schemas.microsoft.com/office/drawing/2014/main" val="4169969330"/>
                    </a:ext>
                  </a:extLst>
                </a:gridCol>
                <a:gridCol w="177327">
                  <a:extLst>
                    <a:ext uri="{9D8B030D-6E8A-4147-A177-3AD203B41FA5}">
                      <a16:colId xmlns:a16="http://schemas.microsoft.com/office/drawing/2014/main" val="4133801659"/>
                    </a:ext>
                  </a:extLst>
                </a:gridCol>
                <a:gridCol w="177327">
                  <a:extLst>
                    <a:ext uri="{9D8B030D-6E8A-4147-A177-3AD203B41FA5}">
                      <a16:colId xmlns:a16="http://schemas.microsoft.com/office/drawing/2014/main" val="2484976351"/>
                    </a:ext>
                  </a:extLst>
                </a:gridCol>
                <a:gridCol w="177327">
                  <a:extLst>
                    <a:ext uri="{9D8B030D-6E8A-4147-A177-3AD203B41FA5}">
                      <a16:colId xmlns:a16="http://schemas.microsoft.com/office/drawing/2014/main" val="2188070336"/>
                    </a:ext>
                  </a:extLst>
                </a:gridCol>
                <a:gridCol w="177327">
                  <a:extLst>
                    <a:ext uri="{9D8B030D-6E8A-4147-A177-3AD203B41FA5}">
                      <a16:colId xmlns:a16="http://schemas.microsoft.com/office/drawing/2014/main" val="1632072575"/>
                    </a:ext>
                  </a:extLst>
                </a:gridCol>
                <a:gridCol w="177327">
                  <a:extLst>
                    <a:ext uri="{9D8B030D-6E8A-4147-A177-3AD203B41FA5}">
                      <a16:colId xmlns:a16="http://schemas.microsoft.com/office/drawing/2014/main" val="624347247"/>
                    </a:ext>
                  </a:extLst>
                </a:gridCol>
                <a:gridCol w="73885">
                  <a:extLst>
                    <a:ext uri="{9D8B030D-6E8A-4147-A177-3AD203B41FA5}">
                      <a16:colId xmlns:a16="http://schemas.microsoft.com/office/drawing/2014/main" val="1593100744"/>
                    </a:ext>
                  </a:extLst>
                </a:gridCol>
                <a:gridCol w="177327">
                  <a:extLst>
                    <a:ext uri="{9D8B030D-6E8A-4147-A177-3AD203B41FA5}">
                      <a16:colId xmlns:a16="http://schemas.microsoft.com/office/drawing/2014/main" val="37193534"/>
                    </a:ext>
                  </a:extLst>
                </a:gridCol>
                <a:gridCol w="177327">
                  <a:extLst>
                    <a:ext uri="{9D8B030D-6E8A-4147-A177-3AD203B41FA5}">
                      <a16:colId xmlns:a16="http://schemas.microsoft.com/office/drawing/2014/main" val="2912563522"/>
                    </a:ext>
                  </a:extLst>
                </a:gridCol>
                <a:gridCol w="177327">
                  <a:extLst>
                    <a:ext uri="{9D8B030D-6E8A-4147-A177-3AD203B41FA5}">
                      <a16:colId xmlns:a16="http://schemas.microsoft.com/office/drawing/2014/main" val="954881887"/>
                    </a:ext>
                  </a:extLst>
                </a:gridCol>
                <a:gridCol w="177327">
                  <a:extLst>
                    <a:ext uri="{9D8B030D-6E8A-4147-A177-3AD203B41FA5}">
                      <a16:colId xmlns:a16="http://schemas.microsoft.com/office/drawing/2014/main" val="689814166"/>
                    </a:ext>
                  </a:extLst>
                </a:gridCol>
                <a:gridCol w="177327">
                  <a:extLst>
                    <a:ext uri="{9D8B030D-6E8A-4147-A177-3AD203B41FA5}">
                      <a16:colId xmlns:a16="http://schemas.microsoft.com/office/drawing/2014/main" val="928905181"/>
                    </a:ext>
                  </a:extLst>
                </a:gridCol>
                <a:gridCol w="177327">
                  <a:extLst>
                    <a:ext uri="{9D8B030D-6E8A-4147-A177-3AD203B41FA5}">
                      <a16:colId xmlns:a16="http://schemas.microsoft.com/office/drawing/2014/main" val="2690568607"/>
                    </a:ext>
                  </a:extLst>
                </a:gridCol>
                <a:gridCol w="177327">
                  <a:extLst>
                    <a:ext uri="{9D8B030D-6E8A-4147-A177-3AD203B41FA5}">
                      <a16:colId xmlns:a16="http://schemas.microsoft.com/office/drawing/2014/main" val="1150948352"/>
                    </a:ext>
                  </a:extLst>
                </a:gridCol>
                <a:gridCol w="73885">
                  <a:extLst>
                    <a:ext uri="{9D8B030D-6E8A-4147-A177-3AD203B41FA5}">
                      <a16:colId xmlns:a16="http://schemas.microsoft.com/office/drawing/2014/main" val="2770791567"/>
                    </a:ext>
                  </a:extLst>
                </a:gridCol>
                <a:gridCol w="179355">
                  <a:extLst>
                    <a:ext uri="{9D8B030D-6E8A-4147-A177-3AD203B41FA5}">
                      <a16:colId xmlns:a16="http://schemas.microsoft.com/office/drawing/2014/main" val="400803536"/>
                    </a:ext>
                  </a:extLst>
                </a:gridCol>
                <a:gridCol w="177327">
                  <a:extLst>
                    <a:ext uri="{9D8B030D-6E8A-4147-A177-3AD203B41FA5}">
                      <a16:colId xmlns:a16="http://schemas.microsoft.com/office/drawing/2014/main" val="324400351"/>
                    </a:ext>
                  </a:extLst>
                </a:gridCol>
                <a:gridCol w="179355">
                  <a:extLst>
                    <a:ext uri="{9D8B030D-6E8A-4147-A177-3AD203B41FA5}">
                      <a16:colId xmlns:a16="http://schemas.microsoft.com/office/drawing/2014/main" val="3414373981"/>
                    </a:ext>
                  </a:extLst>
                </a:gridCol>
                <a:gridCol w="177327">
                  <a:extLst>
                    <a:ext uri="{9D8B030D-6E8A-4147-A177-3AD203B41FA5}">
                      <a16:colId xmlns:a16="http://schemas.microsoft.com/office/drawing/2014/main" val="2840464089"/>
                    </a:ext>
                  </a:extLst>
                </a:gridCol>
                <a:gridCol w="177327">
                  <a:extLst>
                    <a:ext uri="{9D8B030D-6E8A-4147-A177-3AD203B41FA5}">
                      <a16:colId xmlns:a16="http://schemas.microsoft.com/office/drawing/2014/main" val="2436347823"/>
                    </a:ext>
                  </a:extLst>
                </a:gridCol>
                <a:gridCol w="177327">
                  <a:extLst>
                    <a:ext uri="{9D8B030D-6E8A-4147-A177-3AD203B41FA5}">
                      <a16:colId xmlns:a16="http://schemas.microsoft.com/office/drawing/2014/main" val="121630100"/>
                    </a:ext>
                  </a:extLst>
                </a:gridCol>
                <a:gridCol w="177327">
                  <a:extLst>
                    <a:ext uri="{9D8B030D-6E8A-4147-A177-3AD203B41FA5}">
                      <a16:colId xmlns:a16="http://schemas.microsoft.com/office/drawing/2014/main" val="145758586"/>
                    </a:ext>
                  </a:extLst>
                </a:gridCol>
                <a:gridCol w="73885">
                  <a:extLst>
                    <a:ext uri="{9D8B030D-6E8A-4147-A177-3AD203B41FA5}">
                      <a16:colId xmlns:a16="http://schemas.microsoft.com/office/drawing/2014/main" val="2497428264"/>
                    </a:ext>
                  </a:extLst>
                </a:gridCol>
                <a:gridCol w="177327">
                  <a:extLst>
                    <a:ext uri="{9D8B030D-6E8A-4147-A177-3AD203B41FA5}">
                      <a16:colId xmlns:a16="http://schemas.microsoft.com/office/drawing/2014/main" val="208355606"/>
                    </a:ext>
                  </a:extLst>
                </a:gridCol>
                <a:gridCol w="177327">
                  <a:extLst>
                    <a:ext uri="{9D8B030D-6E8A-4147-A177-3AD203B41FA5}">
                      <a16:colId xmlns:a16="http://schemas.microsoft.com/office/drawing/2014/main" val="42835667"/>
                    </a:ext>
                  </a:extLst>
                </a:gridCol>
                <a:gridCol w="179355">
                  <a:extLst>
                    <a:ext uri="{9D8B030D-6E8A-4147-A177-3AD203B41FA5}">
                      <a16:colId xmlns:a16="http://schemas.microsoft.com/office/drawing/2014/main" val="3095660120"/>
                    </a:ext>
                  </a:extLst>
                </a:gridCol>
                <a:gridCol w="177327">
                  <a:extLst>
                    <a:ext uri="{9D8B030D-6E8A-4147-A177-3AD203B41FA5}">
                      <a16:colId xmlns:a16="http://schemas.microsoft.com/office/drawing/2014/main" val="1582095268"/>
                    </a:ext>
                  </a:extLst>
                </a:gridCol>
                <a:gridCol w="177327">
                  <a:extLst>
                    <a:ext uri="{9D8B030D-6E8A-4147-A177-3AD203B41FA5}">
                      <a16:colId xmlns:a16="http://schemas.microsoft.com/office/drawing/2014/main" val="1003476852"/>
                    </a:ext>
                  </a:extLst>
                </a:gridCol>
                <a:gridCol w="177327">
                  <a:extLst>
                    <a:ext uri="{9D8B030D-6E8A-4147-A177-3AD203B41FA5}">
                      <a16:colId xmlns:a16="http://schemas.microsoft.com/office/drawing/2014/main" val="2914094909"/>
                    </a:ext>
                  </a:extLst>
                </a:gridCol>
                <a:gridCol w="179355">
                  <a:extLst>
                    <a:ext uri="{9D8B030D-6E8A-4147-A177-3AD203B41FA5}">
                      <a16:colId xmlns:a16="http://schemas.microsoft.com/office/drawing/2014/main" val="3126486074"/>
                    </a:ext>
                  </a:extLst>
                </a:gridCol>
              </a:tblGrid>
              <a:tr h="166898">
                <a:tc gridSpan="47">
                  <a:txBody>
                    <a:bodyPr/>
                    <a:lstStyle/>
                    <a:p>
                      <a:pPr marL="0" marR="0" lvl="0" indent="0" algn="ctr" defTabSz="914303" rtl="0" eaLnBrk="1" fontAlgn="b" latinLnBrk="0" hangingPunct="1">
                        <a:lnSpc>
                          <a:spcPct val="100000"/>
                        </a:lnSpc>
                        <a:spcBef>
                          <a:spcPts val="0"/>
                        </a:spcBef>
                        <a:spcAft>
                          <a:spcPts val="0"/>
                        </a:spcAft>
                        <a:buClrTx/>
                        <a:buSzTx/>
                        <a:buFontTx/>
                        <a:buNone/>
                        <a:tabLst/>
                        <a:defRPr/>
                      </a:pPr>
                      <a:r>
                        <a:rPr lang="en-US" altLang="zh-CN" sz="1000" b="1" i="0" u="none" strike="noStrike">
                          <a:solidFill>
                            <a:schemeClr val="bg1"/>
                          </a:solidFill>
                          <a:effectLst/>
                          <a:latin typeface="Calibri"/>
                          <a:ea typeface="KaiTi"/>
                          <a:cs typeface="Calibri"/>
                        </a:rPr>
                        <a:t>2025</a:t>
                      </a:r>
                      <a:r>
                        <a:rPr lang="zh-TW" altLang="en-US" sz="1000" b="1" i="0" u="none" strike="noStrike">
                          <a:solidFill>
                            <a:schemeClr val="bg1"/>
                          </a:solidFill>
                          <a:effectLst/>
                          <a:latin typeface="Calibri"/>
                          <a:ea typeface="KaiTi"/>
                          <a:cs typeface="Calibri"/>
                        </a:rPr>
                        <a:t>年</a:t>
                      </a:r>
                      <a:endParaRPr lang="zh-CN" altLang="en-US" sz="1000" b="1" i="0" u="none" strike="noStrike">
                        <a:solidFill>
                          <a:schemeClr val="bg1"/>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10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654876597"/>
                  </a:ext>
                </a:extLst>
              </a:tr>
              <a:tr h="0">
                <a:tc gridSpan="7">
                  <a:txBody>
                    <a:bodyPr/>
                    <a:lstStyle/>
                    <a:p>
                      <a:pPr algn="ctr" fontAlgn="b"/>
                      <a:r>
                        <a:rPr lang="zh-CN" altLang="en-US" sz="900" b="1" i="0" u="none" strike="noStrike">
                          <a:solidFill>
                            <a:schemeClr val="tx1"/>
                          </a:solidFill>
                          <a:effectLst/>
                          <a:latin typeface="Calibri"/>
                          <a:ea typeface="KaiTi"/>
                          <a:cs typeface="Calibri"/>
                        </a:rPr>
                        <a:t>七月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八月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九月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十一月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十二月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363705868"/>
                  </a:ext>
                </a:extLst>
              </a:tr>
              <a:tr h="56606">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65871770"/>
                  </a:ext>
                </a:extLst>
              </a:tr>
              <a:tr h="56606">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rPr>
                        <a:t>1</a:t>
                      </a:r>
                      <a:endParaRPr lang="en-US" sz="800" b="0" i="0" u="none" strike="noStrike">
                        <a:solidFill>
                          <a:schemeClr val="accent3"/>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chemeClr val="tx1"/>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0755468"/>
                  </a:ext>
                </a:extLst>
              </a:tr>
              <a:tr h="56606">
                <a:tc>
                  <a:txBody>
                    <a:bodyPr/>
                    <a:lstStyle/>
                    <a:p>
                      <a:pPr algn="ctr" fontAlgn="b"/>
                      <a:r>
                        <a:rPr lang="en-US" sz="800" b="0" i="0" u="none" strike="noStrike">
                          <a:solidFill>
                            <a:srgbClr val="C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2"/>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7850027"/>
                  </a:ext>
                </a:extLst>
              </a:tr>
              <a:tr h="75284">
                <a:tc>
                  <a:txBody>
                    <a:bodyPr/>
                    <a:lstStyle/>
                    <a:p>
                      <a:pPr algn="ctr" fontAlgn="b"/>
                      <a:r>
                        <a:rPr lang="en-US" sz="800" b="0" i="0" u="none" strike="noStrike">
                          <a:solidFill>
                            <a:srgbClr val="C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6722627"/>
                  </a:ext>
                </a:extLst>
              </a:tr>
              <a:tr h="56606">
                <a:tc>
                  <a:txBody>
                    <a:bodyPr/>
                    <a:lstStyle/>
                    <a:p>
                      <a:pPr algn="ctr" fontAlgn="b"/>
                      <a:r>
                        <a:rPr lang="en-US" sz="800" b="0" i="0" u="none" strike="noStrike">
                          <a:solidFill>
                            <a:srgbClr val="C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accent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accent1"/>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7577297"/>
                  </a:ext>
                </a:extLst>
              </a:tr>
              <a:tr h="103918">
                <a:tc>
                  <a:txBody>
                    <a:bodyPr/>
                    <a:lstStyle/>
                    <a:p>
                      <a:pPr algn="ctr" fontAlgn="b"/>
                      <a:r>
                        <a:rPr lang="en-US" sz="800" b="0" i="0" u="none" strike="noStrike">
                          <a:solidFill>
                            <a:srgbClr val="C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dirty="0">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0248100"/>
                  </a:ext>
                </a:extLst>
              </a:tr>
              <a:tr h="56606">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5904094"/>
                  </a:ext>
                </a:extLst>
              </a:tr>
              <a:tr h="56606">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8002859"/>
                  </a:ext>
                </a:extLst>
              </a:tr>
              <a:tr h="56606">
                <a:tc gridSpan="6">
                  <a:txBody>
                    <a:bodyPr/>
                    <a:lstStyle/>
                    <a:p>
                      <a:pPr algn="l" fontAlgn="b"/>
                      <a:r>
                        <a:rPr lang="zh-TW"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香港公眾假期</a:t>
                      </a:r>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dirty="0">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93343203"/>
                  </a:ext>
                </a:extLst>
              </a:tr>
            </a:tbl>
          </a:graphicData>
        </a:graphic>
      </p:graphicFrame>
      <p:graphicFrame>
        <p:nvGraphicFramePr>
          <p:cNvPr id="7" name="object 28">
            <a:extLst>
              <a:ext uri="{FF2B5EF4-FFF2-40B4-BE49-F238E27FC236}">
                <a16:creationId xmlns:a16="http://schemas.microsoft.com/office/drawing/2014/main" id="{90B85D19-D6FB-4A3A-9A02-691B0E9D75BA}"/>
              </a:ext>
            </a:extLst>
          </p:cNvPr>
          <p:cNvGraphicFramePr>
            <a:graphicFrameLocks noGrp="1"/>
          </p:cNvGraphicFramePr>
          <p:nvPr>
            <p:extLst>
              <p:ext uri="{D42A27DB-BD31-4B8C-83A1-F6EECF244321}">
                <p14:modId xmlns:p14="http://schemas.microsoft.com/office/powerpoint/2010/main" val="1528475016"/>
              </p:ext>
            </p:extLst>
          </p:nvPr>
        </p:nvGraphicFramePr>
        <p:xfrm>
          <a:off x="271934" y="2671518"/>
          <a:ext cx="8628833" cy="3241603"/>
        </p:xfrm>
        <a:graphic>
          <a:graphicData uri="http://schemas.openxmlformats.org/drawingml/2006/table">
            <a:tbl>
              <a:tblPr firstRow="1" bandRow="1">
                <a:tableStyleId>{2D5ABB26-0587-4C30-8999-92F81FD0307C}</a:tableStyleId>
              </a:tblPr>
              <a:tblGrid>
                <a:gridCol w="1156272">
                  <a:extLst>
                    <a:ext uri="{9D8B030D-6E8A-4147-A177-3AD203B41FA5}">
                      <a16:colId xmlns:a16="http://schemas.microsoft.com/office/drawing/2014/main" val="20000"/>
                    </a:ext>
                  </a:extLst>
                </a:gridCol>
                <a:gridCol w="4831583">
                  <a:extLst>
                    <a:ext uri="{9D8B030D-6E8A-4147-A177-3AD203B41FA5}">
                      <a16:colId xmlns:a16="http://schemas.microsoft.com/office/drawing/2014/main" val="20001"/>
                    </a:ext>
                  </a:extLst>
                </a:gridCol>
                <a:gridCol w="2640978">
                  <a:extLst>
                    <a:ext uri="{9D8B030D-6E8A-4147-A177-3AD203B41FA5}">
                      <a16:colId xmlns:a16="http://schemas.microsoft.com/office/drawing/2014/main" val="20002"/>
                    </a:ext>
                  </a:extLst>
                </a:gridCol>
              </a:tblGrid>
              <a:tr h="163899">
                <a:tc>
                  <a:txBody>
                    <a:bodyPr/>
                    <a:lstStyle/>
                    <a:p>
                      <a:pPr marL="85725" algn="l">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日期</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w="12700">
                      <a:noFill/>
                      <a:prstDash val="solid"/>
                    </a:lnL>
                    <a:lnR>
                      <a:noFill/>
                    </a:lnR>
                    <a:lnT w="12700">
                      <a:noFill/>
                      <a:prstDash val="solid"/>
                    </a:lnT>
                    <a:lnB w="6350">
                      <a:noFill/>
                      <a:prstDash val="solid"/>
                    </a:lnB>
                    <a:lnTlToBr w="12700" cmpd="sng">
                      <a:noFill/>
                      <a:prstDash val="solid"/>
                    </a:lnTlToBr>
                    <a:lnBlToTr w="12700" cmpd="sng">
                      <a:noFill/>
                      <a:prstDash val="solid"/>
                    </a:lnBlToTr>
                    <a:solidFill>
                      <a:srgbClr val="C00000"/>
                    </a:solidFill>
                  </a:tcPr>
                </a:tc>
                <a:tc>
                  <a:txBody>
                    <a:bodyPr/>
                    <a:lstStyle/>
                    <a:p>
                      <a:pPr marL="93345" algn="ctr">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主要事項</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a:noFill/>
                    </a:lnL>
                    <a:lnR>
                      <a:noFill/>
                    </a:lnR>
                    <a:lnT w="12700">
                      <a:noFill/>
                      <a:prstDash val="solid"/>
                    </a:lnT>
                    <a:lnB w="6350">
                      <a:noFill/>
                      <a:prstDash val="solid"/>
                    </a:lnB>
                    <a:lnTlToBr w="12700" cmpd="sng">
                      <a:noFill/>
                      <a:prstDash val="solid"/>
                    </a:lnTlToBr>
                    <a:lnBlToTr w="12700" cmpd="sng">
                      <a:noFill/>
                      <a:prstDash val="solid"/>
                    </a:lnBlToTr>
                    <a:solidFill>
                      <a:srgbClr val="C00000"/>
                    </a:solidFill>
                  </a:tcPr>
                </a:tc>
                <a:tc>
                  <a:txBody>
                    <a:bodyPr/>
                    <a:lstStyle/>
                    <a:p>
                      <a:pPr marL="95250" algn="ctr">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主要負責方</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a:noFill/>
                    </a:lnL>
                    <a:lnR w="12700">
                      <a:noFill/>
                      <a:prstDash val="solid"/>
                    </a:lnR>
                    <a:lnT w="12700">
                      <a:noFill/>
                      <a:prstDash val="solid"/>
                    </a:lnT>
                    <a:lnB w="6350">
                      <a:noFill/>
                      <a:prstDash val="soli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0000"/>
                  </a:ext>
                </a:extLst>
              </a:tr>
              <a:tr h="139317">
                <a:tc gridSpan="3">
                  <a:txBody>
                    <a:bodyPr/>
                    <a:lstStyle/>
                    <a:p>
                      <a:pPr marL="85725">
                        <a:lnSpc>
                          <a:spcPct val="100000"/>
                        </a:lnSpc>
                        <a:spcBef>
                          <a:spcPts val="315"/>
                        </a:spcBef>
                      </a:pPr>
                      <a:r>
                        <a:rPr lang="en-US" altLang="zh-CN" sz="1000" b="1" u="none">
                          <a:solidFill>
                            <a:schemeClr val="tx1"/>
                          </a:solidFill>
                          <a:latin typeface="Calibri" panose="020F0502020204030204" pitchFamily="34" charset="0"/>
                          <a:ea typeface="KaiTi" panose="02010609060101010101" pitchFamily="49" charset="-122"/>
                          <a:cs typeface="Calibri" panose="020F0502020204030204" pitchFamily="34" charset="0"/>
                        </a:rPr>
                        <a:t>2025</a:t>
                      </a:r>
                      <a:r>
                        <a:rPr lang="zh-CN" altLang="en-US" sz="1000" b="1" u="none">
                          <a:solidFill>
                            <a:schemeClr val="tx1"/>
                          </a:solidFill>
                          <a:latin typeface="Calibri" panose="020F0502020204030204" pitchFamily="34" charset="0"/>
                          <a:ea typeface="KaiTi" panose="02010609060101010101" pitchFamily="49" charset="-122"/>
                          <a:cs typeface="Calibri" panose="020F0502020204030204" pitchFamily="34" charset="0"/>
                        </a:rPr>
                        <a:t>年</a:t>
                      </a:r>
                      <a:endParaRPr sz="1000" b="1" u="none">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marL="0" marR="0" marT="40005" marB="0">
                    <a:lnL>
                      <a:noFill/>
                    </a:lnL>
                    <a:lnR>
                      <a:noFill/>
                    </a:lnR>
                    <a:lnT w="6350">
                      <a:noFill/>
                      <a:prstDash val="soli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332740" indent="-170180">
                        <a:lnSpc>
                          <a:spcPct val="100000"/>
                        </a:lnSpc>
                        <a:spcBef>
                          <a:spcPts val="315"/>
                        </a:spcBef>
                        <a:buClr>
                          <a:srgbClr val="96999B"/>
                        </a:buClr>
                        <a:buFont typeface="Symbol"/>
                        <a:buChar char=""/>
                        <a:tabLst>
                          <a:tab pos="333375" algn="l"/>
                        </a:tabLst>
                      </a:pPr>
                      <a:endParaRPr lang="zh-CN" altLang="en-US" sz="850">
                        <a:solidFill>
                          <a:srgbClr val="52555A"/>
                        </a:solidFill>
                        <a:latin typeface="Calibri" panose="020F0502020204030204" pitchFamily="34" charset="0"/>
                        <a:cs typeface="Calibri" panose="020F0502020204030204" pitchFamily="34" charset="0"/>
                      </a:endParaRPr>
                    </a:p>
                  </a:txBody>
                  <a:tcPr marL="0" marR="0" marT="40005" marB="0">
                    <a:lnL w="6350" cap="flat" cmpd="sng" algn="ctr">
                      <a:solidFill>
                        <a:srgbClr val="52555A"/>
                      </a:solidFill>
                      <a:prstDash val="solid"/>
                      <a:round/>
                      <a:headEnd type="none" w="med" len="med"/>
                      <a:tailEnd type="none" w="med" len="med"/>
                    </a:lnL>
                    <a:lnR w="9525" cap="flat" cmpd="sng" algn="ctr">
                      <a:solidFill>
                        <a:srgbClr val="52555A"/>
                      </a:solidFill>
                      <a:prstDash val="solid"/>
                      <a:round/>
                      <a:headEnd type="none" w="med" len="med"/>
                      <a:tailEnd type="none" w="med" len="med"/>
                    </a:lnR>
                    <a:lnT w="6350">
                      <a:solidFill>
                        <a:srgbClr val="52555A"/>
                      </a:solidFill>
                      <a:prstDash val="solid"/>
                    </a:lnT>
                    <a:lnB w="6350" cap="flat" cmpd="sng" algn="ctr">
                      <a:solidFill>
                        <a:srgbClr val="52555A"/>
                      </a:solidFill>
                      <a:prstDash val="solid"/>
                      <a:round/>
                      <a:headEnd type="none" w="med" len="med"/>
                      <a:tailEnd type="none" w="med" len="med"/>
                    </a:lnB>
                  </a:tcPr>
                </a:tc>
                <a:tc hMerge="1">
                  <a:txBody>
                    <a:bodyPr/>
                    <a:lstStyle/>
                    <a:p>
                      <a:pPr marL="334645" indent="-170180">
                        <a:lnSpc>
                          <a:spcPct val="100000"/>
                        </a:lnSpc>
                        <a:spcBef>
                          <a:spcPts val="315"/>
                        </a:spcBef>
                        <a:buClr>
                          <a:srgbClr val="96999B"/>
                        </a:buClr>
                        <a:buFont typeface="Symbol"/>
                        <a:buChar char=""/>
                        <a:tabLst>
                          <a:tab pos="335280" algn="l"/>
                        </a:tabLst>
                      </a:pPr>
                      <a:endParaRPr sz="850">
                        <a:latin typeface="Calibri" panose="020F0502020204030204" pitchFamily="34" charset="0"/>
                        <a:cs typeface="Calibri" panose="020F0502020204030204" pitchFamily="34" charset="0"/>
                      </a:endParaRPr>
                    </a:p>
                  </a:txBody>
                  <a:tcPr marL="0" marR="0" marT="40005" marB="0">
                    <a:lnL w="9525" cap="flat" cmpd="sng" algn="ctr">
                      <a:solidFill>
                        <a:srgbClr val="52555A"/>
                      </a:solidFill>
                      <a:prstDash val="solid"/>
                      <a:round/>
                      <a:headEnd type="none" w="med" len="med"/>
                      <a:tailEnd type="none" w="med" len="med"/>
                    </a:lnL>
                    <a:lnT w="6350">
                      <a:solidFill>
                        <a:srgbClr val="52555A"/>
                      </a:solidFill>
                      <a:prstDash val="solid"/>
                    </a:lnT>
                    <a:lnB w="6350" cap="flat" cmpd="sng" algn="ctr">
                      <a:solidFill>
                        <a:srgbClr val="52555A"/>
                      </a:solidFill>
                      <a:prstDash val="solid"/>
                      <a:round/>
                      <a:headEnd type="none" w="med" len="med"/>
                      <a:tailEnd type="none" w="med" len="med"/>
                    </a:lnB>
                  </a:tcPr>
                </a:tc>
                <a:extLst>
                  <a:ext uri="{0D108BD9-81ED-4DB2-BD59-A6C34878D82A}">
                    <a16:rowId xmlns:a16="http://schemas.microsoft.com/office/drawing/2014/main" val="32136630"/>
                  </a:ext>
                </a:extLst>
              </a:tr>
              <a:tr h="1428714">
                <a:tc>
                  <a:txBody>
                    <a:bodyPr/>
                    <a:lstStyle/>
                    <a:p>
                      <a:pPr algn="l" rtl="0" fontAlgn="base"/>
                      <a:r>
                        <a:rPr kumimoji="0" lang="en-US" altLang="zh-TW" sz="900" b="0" i="0" u="none" strike="noStrike" kern="1200" cap="none" spc="0" normalizeH="0" baseline="0" noProof="0" dirty="0">
                          <a:ln>
                            <a:noFill/>
                          </a:ln>
                          <a:solidFill>
                            <a:srgbClr val="000000"/>
                          </a:solidFill>
                          <a:effectLst/>
                          <a:uLnTx/>
                          <a:uFillTx/>
                          <a:latin typeface="KaiTi" panose="02010609060101010101" pitchFamily="49" charset="-122"/>
                          <a:ea typeface="KaiTi" panose="02010609060101010101" pitchFamily="49" charset="-122"/>
                          <a:cs typeface="+mn-cs"/>
                        </a:rPr>
                        <a:t>09</a:t>
                      </a:r>
                      <a:r>
                        <a:rPr kumimoji="0" lang="zh-TW" altLang="en-US" sz="900" b="0" i="0" u="none" strike="noStrike" kern="1200" cap="none" spc="0" normalizeH="0" baseline="0" noProof="0" dirty="0">
                          <a:ln>
                            <a:noFill/>
                          </a:ln>
                          <a:solidFill>
                            <a:srgbClr val="000000"/>
                          </a:solidFill>
                          <a:effectLst/>
                          <a:uLnTx/>
                          <a:uFillTx/>
                          <a:latin typeface="KaiTi" panose="02010609060101010101" pitchFamily="49" charset="-122"/>
                          <a:ea typeface="KaiTi" panose="02010609060101010101" pitchFamily="49" charset="-122"/>
                          <a:cs typeface="+mn-cs"/>
                        </a:rPr>
                        <a:t>月</a:t>
                      </a:r>
                      <a:r>
                        <a:rPr kumimoji="0" lang="en-US" altLang="zh-TW" sz="900" b="0" i="0" u="none" strike="noStrike" kern="1200" cap="none" spc="0" normalizeH="0" baseline="0" noProof="0" dirty="0">
                          <a:ln>
                            <a:noFill/>
                          </a:ln>
                          <a:solidFill>
                            <a:srgbClr val="000000"/>
                          </a:solidFill>
                          <a:effectLst/>
                          <a:uLnTx/>
                          <a:uFillTx/>
                          <a:latin typeface="KaiTi" panose="02010609060101010101" pitchFamily="49" charset="-122"/>
                          <a:ea typeface="KaiTi" panose="02010609060101010101" pitchFamily="49" charset="-122"/>
                          <a:cs typeface="+mn-cs"/>
                        </a:rPr>
                        <a:t>29</a:t>
                      </a:r>
                      <a:r>
                        <a:rPr kumimoji="0" lang="zh-TW" altLang="en-US" sz="900" b="0" i="0" u="none" strike="noStrike" kern="1200" cap="none" spc="0" normalizeH="0" baseline="0" noProof="0" dirty="0">
                          <a:ln>
                            <a:noFill/>
                          </a:ln>
                          <a:solidFill>
                            <a:srgbClr val="000000"/>
                          </a:solidFill>
                          <a:effectLst/>
                          <a:uLnTx/>
                          <a:uFillTx/>
                          <a:latin typeface="KaiTi" panose="02010609060101010101" pitchFamily="49" charset="-122"/>
                          <a:ea typeface="KaiTi" panose="02010609060101010101" pitchFamily="49" charset="-122"/>
                          <a:cs typeface="+mn-cs"/>
                        </a:rPr>
                        <a:t>日一周</a:t>
                      </a:r>
                      <a:endParaRPr lang="zh-TW" altLang="en-US" b="0" i="0" dirty="0">
                        <a:solidFill>
                          <a:srgbClr val="000000"/>
                        </a:solidFill>
                        <a:effectLst/>
                        <a:latin typeface="KaiTi" panose="02010609060101010101" pitchFamily="49" charset="-122"/>
                        <a:ea typeface="KaiTi" panose="02010609060101010101" pitchFamily="49" charset="-122"/>
                      </a:endParaRPr>
                    </a:p>
                  </a:txBody>
                  <a:tcPr>
                    <a:lnL>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繼續</a:t>
                      </a:r>
                      <a:r>
                        <a:rPr lang="en-GB"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2022/23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2023/24</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2024/25</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財年及</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2025/26</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財年首</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個</a:t>
                      </a:r>
                      <a:r>
                        <a:rPr lang="zh-CN" altLang="en-US" sz="900" kern="1200">
                          <a:solidFill>
                            <a:schemeClr val="tx1"/>
                          </a:solidFill>
                          <a:latin typeface="Calibri" panose="020F0502020204030204" pitchFamily="34" charset="0"/>
                          <a:ea typeface="KaiTi" panose="02010609060101010101" pitchFamily="49" charset="-122"/>
                          <a:cs typeface="Calibri" panose="020F0502020204030204" pitchFamily="34" charset="0"/>
                        </a:rPr>
                        <a:t>月第三方盡調和實地走訪</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a:solidFill>
                            <a:schemeClr val="tx1"/>
                          </a:solidFill>
                          <a:latin typeface="Calibri" panose="020F0502020204030204" pitchFamily="34" charset="0"/>
                          <a:ea typeface="KaiTi" panose="02010609060101010101" pitchFamily="49" charset="-122"/>
                          <a:cs typeface="Calibri" panose="020F0502020204030204" pitchFamily="34" charset="0"/>
                        </a:rPr>
                        <a:t>持續修改招股書</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a:solidFill>
                            <a:schemeClr val="tx1"/>
                          </a:solidFill>
                          <a:latin typeface="Calibri" panose="020F0502020204030204" pitchFamily="34" charset="0"/>
                          <a:ea typeface="KaiTi" panose="02010609060101010101" pitchFamily="49" charset="-122"/>
                          <a:cs typeface="Calibri" panose="020F0502020204030204" pitchFamily="34" charset="0"/>
                        </a:rPr>
                        <a:t>競爭優勢和發展戰略（</a:t>
                      </a:r>
                      <a:r>
                        <a:rPr lang="en-GB" sz="900" kern="1200">
                          <a:solidFill>
                            <a:schemeClr val="tx1"/>
                          </a:solidFill>
                          <a:latin typeface="Calibri" panose="020F0502020204030204" pitchFamily="34" charset="0"/>
                          <a:ea typeface="KaiTi" panose="02010609060101010101" pitchFamily="49" charset="-122"/>
                          <a:cs typeface="Calibri" panose="020F0502020204030204" pitchFamily="34" charset="0"/>
                        </a:rPr>
                        <a:t>OSS</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）基本定稿</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開始準備債項聲明（截至</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2025</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年</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9</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月</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30</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日）</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635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保薦人、保薦人香港律師、審計師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公司香港律師</a:t>
                      </a: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保薦人</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審計師</a:t>
                      </a: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9525" cap="flat" cmpd="sng" algn="ctr">
                      <a:no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63517302"/>
                  </a:ext>
                </a:extLst>
              </a:tr>
              <a:tr h="1428714">
                <a:tc>
                  <a:txBody>
                    <a:bodyPr/>
                    <a:lstStyle/>
                    <a:p>
                      <a:pPr algn="l" rtl="0" fontAlgn="base"/>
                      <a:r>
                        <a:rPr lang="en-US" altLang="zh-TW" sz="900" b="0" i="0" dirty="0">
                          <a:solidFill>
                            <a:srgbClr val="000000"/>
                          </a:solidFill>
                          <a:effectLst/>
                          <a:latin typeface="KaiTi" panose="02010609060101010101" pitchFamily="49" charset="-122"/>
                          <a:ea typeface="KaiTi" panose="02010609060101010101" pitchFamily="49" charset="-122"/>
                        </a:rPr>
                        <a:t>10</a:t>
                      </a:r>
                      <a:r>
                        <a:rPr lang="zh-TW" altLang="en-US" sz="900" b="0" i="0" dirty="0">
                          <a:solidFill>
                            <a:srgbClr val="000000"/>
                          </a:solidFill>
                          <a:effectLst/>
                          <a:latin typeface="KaiTi" panose="02010609060101010101" pitchFamily="49" charset="-122"/>
                          <a:ea typeface="KaiTi" panose="02010609060101010101" pitchFamily="49" charset="-122"/>
                        </a:rPr>
                        <a:t>月</a:t>
                      </a:r>
                      <a:r>
                        <a:rPr lang="en-US" altLang="zh-TW" sz="900" b="0" i="0" dirty="0">
                          <a:solidFill>
                            <a:srgbClr val="000000"/>
                          </a:solidFill>
                          <a:effectLst/>
                          <a:latin typeface="KaiTi" panose="02010609060101010101" pitchFamily="49" charset="-122"/>
                          <a:ea typeface="KaiTi" panose="02010609060101010101" pitchFamily="49" charset="-122"/>
                        </a:rPr>
                        <a:t>06</a:t>
                      </a:r>
                      <a:r>
                        <a:rPr lang="zh-TW" altLang="en-US" sz="900" b="0" i="0" dirty="0">
                          <a:solidFill>
                            <a:srgbClr val="000000"/>
                          </a:solidFill>
                          <a:effectLst/>
                          <a:latin typeface="KaiTi" panose="02010609060101010101" pitchFamily="49" charset="-122"/>
                          <a:ea typeface="KaiTi" panose="02010609060101010101" pitchFamily="49" charset="-122"/>
                        </a:rPr>
                        <a:t>日一周​</a:t>
                      </a:r>
                      <a:endParaRPr lang="zh-TW" altLang="en-US" b="0" i="0" dirty="0">
                        <a:solidFill>
                          <a:srgbClr val="000000"/>
                        </a:solidFill>
                        <a:effectLst/>
                        <a:latin typeface="KaiTi" panose="02010609060101010101" pitchFamily="49" charset="-122"/>
                        <a:ea typeface="KaiTi" panose="02010609060101010101" pitchFamily="49" charset="-122"/>
                      </a:endParaRPr>
                    </a:p>
                    <a:p>
                      <a:pPr algn="l" rtl="0" fontAlgn="base"/>
                      <a:r>
                        <a:rPr lang="zh-TW" altLang="en-US" sz="900" b="0" i="0" dirty="0">
                          <a:solidFill>
                            <a:srgbClr val="000000"/>
                          </a:solidFill>
                          <a:effectLst/>
                          <a:latin typeface="KaiTi" panose="02010609060101010101" pitchFamily="49" charset="-122"/>
                          <a:ea typeface="KaiTi" panose="02010609060101010101" pitchFamily="49" charset="-122"/>
                        </a:rPr>
                        <a:t>​</a:t>
                      </a:r>
                      <a:endParaRPr lang="zh-TW" altLang="en-US" b="0" i="0" dirty="0">
                        <a:solidFill>
                          <a:srgbClr val="000000"/>
                        </a:solidFill>
                        <a:effectLst/>
                        <a:latin typeface="KaiTi" panose="02010609060101010101" pitchFamily="49" charset="-122"/>
                        <a:ea typeface="KaiTi" panose="02010609060101010101" pitchFamily="49" charset="-122"/>
                      </a:endParaRPr>
                    </a:p>
                  </a:txBody>
                  <a:tcPr>
                    <a:lnL>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傳閱</a:t>
                      </a:r>
                      <a:r>
                        <a:rPr lang="en-GB"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2022/23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2023/24</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2024/25</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財年及</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2025/26</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財年首</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個月審計報告初稿</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繼續</a:t>
                      </a:r>
                      <a:r>
                        <a:rPr lang="en-GB"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2022/23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2023/24</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2024/25</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財年及</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2025/26</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財年首</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個月第三方盡調和實地走訪</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背景調查機構傳閱背景調查報告</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開展背景調查報告相關跟進盡職調查（如需）</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確定獨立非執行董事人選</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傳閱更新版估值模型及盈利和現金流預測備忘錄初稿</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傳閱招股書更新稿（包括准定稿的</a:t>
                      </a:r>
                      <a:r>
                        <a:rPr lang="en-GB"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OSS</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、行業、業務、財務、風險因素、監管環境、董事高管、關連交易、歷史和其他香港章節）</a:t>
                      </a: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635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審計師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保薦人、保薦人香港律師、審計師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背景調查機構</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保薦人、保薦人香港律師</a:t>
                      </a: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公司、保薦人、公司香港律師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公司、保薦人、審計師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公司香港律師</a:t>
                      </a: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9525" cap="flat" cmpd="sng" algn="ctr">
                      <a:no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1987795"/>
                  </a:ext>
                </a:extLst>
              </a:tr>
            </a:tbl>
          </a:graphicData>
        </a:graphic>
      </p:graphicFrame>
      <p:sp>
        <p:nvSpPr>
          <p:cNvPr id="9" name="object 29">
            <a:extLst>
              <a:ext uri="{FF2B5EF4-FFF2-40B4-BE49-F238E27FC236}">
                <a16:creationId xmlns:a16="http://schemas.microsoft.com/office/drawing/2014/main" id="{4C3FA053-95C7-4144-87FB-0CE5B8454618}"/>
              </a:ext>
            </a:extLst>
          </p:cNvPr>
          <p:cNvSpPr txBox="1">
            <a:spLocks/>
          </p:cNvSpPr>
          <p:nvPr/>
        </p:nvSpPr>
        <p:spPr>
          <a:xfrm>
            <a:off x="581296" y="6175879"/>
            <a:ext cx="7221583" cy="120546"/>
          </a:xfrm>
          <a:prstGeom prst="rect">
            <a:avLst/>
          </a:prstGeom>
        </p:spPr>
        <p:txBody>
          <a:bodyPr vert="horz" wrap="square" lIns="0" tIns="12700" rIns="0" bIns="0" rtlCol="0">
            <a:spAutoFit/>
          </a:bodyPr>
          <a:lstStyle>
            <a:defPPr>
              <a:defRPr lang="en-US"/>
            </a:defPPr>
            <a:lvl1pPr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1pPr>
            <a:lvl2pPr marL="457152"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2pPr>
            <a:lvl3pPr marL="914303"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3pPr>
            <a:lvl4pPr marL="1371455"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4pPr>
            <a:lvl5pPr marL="1828606"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5pPr>
            <a:lvl6pPr marL="2285758"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6pPr>
            <a:lvl7pPr marL="2742909"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7pPr>
            <a:lvl8pPr marL="3200061"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8pPr>
            <a:lvl9pPr marL="3657212"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9pPr>
          </a:lstStyle>
          <a:p>
            <a:pPr marL="57150">
              <a:spcBef>
                <a:spcPts val="100"/>
              </a:spcBef>
            </a:pPr>
            <a:r>
              <a:rPr lang="zh-TW" altLang="en-US" sz="700" spc="10">
                <a:latin typeface="KaiTi" panose="02010609060101010101" pitchFamily="49" charset="-122"/>
                <a:ea typeface="KaiTi" panose="02010609060101010101" pitchFamily="49" charset="-122"/>
              </a:rPr>
              <a:t>注：最終上市時間表將取決於監管部門審批速度、資本市場條件等各方面因素影響</a:t>
            </a:r>
            <a:endParaRPr lang="zh-CN" altLang="en-US" sz="700">
              <a:latin typeface="KaiTi" panose="02010609060101010101" pitchFamily="49" charset="-122"/>
              <a:ea typeface="KaiTi" panose="02010609060101010101" pitchFamily="49" charset="-122"/>
              <a:cs typeface="Arial"/>
            </a:endParaRPr>
          </a:p>
        </p:txBody>
      </p:sp>
    </p:spTree>
    <p:extLst>
      <p:ext uri="{BB962C8B-B14F-4D97-AF65-F5344CB8AC3E}">
        <p14:creationId xmlns:p14="http://schemas.microsoft.com/office/powerpoint/2010/main" val="4236864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9" name="Rectangle 2"/>
          <p:cNvSpPr>
            <a:spLocks noGrp="1" noChangeArrowheads="1"/>
          </p:cNvSpPr>
          <p:nvPr>
            <p:ph type="title"/>
          </p:nvPr>
        </p:nvSpPr>
        <p:spPr>
          <a:xfrm>
            <a:off x="663575" y="489692"/>
            <a:ext cx="7845552" cy="469159"/>
          </a:xfrm>
        </p:spPr>
        <p:txBody>
          <a:bodyPr/>
          <a:lstStyle/>
          <a:p>
            <a:r>
              <a:rPr lang="en-US" altLang="zh-CN" dirty="0">
                <a:latin typeface="Calibri" panose="020F0502020204030204" pitchFamily="34" charset="0"/>
                <a:ea typeface="KaiTi" panose="02010609060101010101" pitchFamily="49" charset="-122"/>
                <a:cs typeface="Calibri" panose="020F0502020204030204" pitchFamily="34" charset="0"/>
              </a:rPr>
              <a:t>4.2 </a:t>
            </a:r>
            <a:r>
              <a:rPr lang="zh-CN" altLang="en-US" dirty="0">
                <a:latin typeface="KaiTi" panose="02010609060101010101" pitchFamily="49" charset="-122"/>
                <a:ea typeface="KaiTi" panose="02010609060101010101" pitchFamily="49" charset="-122"/>
                <a:cs typeface="Calibri" panose="020F0502020204030204" pitchFamily="34" charset="0"/>
              </a:rPr>
              <a:t>詳細時間表</a:t>
            </a:r>
            <a:r>
              <a:rPr lang="en-US" altLang="zh-CN" dirty="0">
                <a:latin typeface="KaiTi" panose="02010609060101010101" pitchFamily="49" charset="-122"/>
                <a:ea typeface="KaiTi" panose="02010609060101010101" pitchFamily="49" charset="-122"/>
                <a:cs typeface="Calibri" panose="020F0502020204030204" pitchFamily="34" charset="0"/>
              </a:rPr>
              <a:t>(</a:t>
            </a:r>
            <a:r>
              <a:rPr lang="zh-CN" altLang="en-US" dirty="0">
                <a:latin typeface="KaiTi" panose="02010609060101010101" pitchFamily="49" charset="-122"/>
                <a:ea typeface="KaiTi" panose="02010609060101010101" pitchFamily="49" charset="-122"/>
                <a:cs typeface="Calibri" panose="020F0502020204030204" pitchFamily="34" charset="0"/>
              </a:rPr>
              <a:t>續</a:t>
            </a:r>
            <a:r>
              <a:rPr lang="en-US" altLang="zh-CN" dirty="0">
                <a:latin typeface="KaiTi" panose="02010609060101010101" pitchFamily="49" charset="-122"/>
                <a:ea typeface="KaiTi" panose="02010609060101010101" pitchFamily="49" charset="-122"/>
                <a:cs typeface="Calibri" panose="020F0502020204030204" pitchFamily="34" charset="0"/>
              </a:rPr>
              <a:t>)</a:t>
            </a:r>
            <a:endParaRPr lang="zh-CN" altLang="en-US" dirty="0">
              <a:latin typeface="KaiTi" panose="02010609060101010101" pitchFamily="49" charset="-122"/>
              <a:ea typeface="KaiTi" panose="02010609060101010101" pitchFamily="49" charset="-122"/>
              <a:cs typeface="Calibri" panose="020F0502020204030204" pitchFamily="34" charset="0"/>
            </a:endParaRPr>
          </a:p>
        </p:txBody>
      </p:sp>
      <p:sp>
        <p:nvSpPr>
          <p:cNvPr id="3" name="Slide Number Placeholder 2">
            <a:extLst>
              <a:ext uri="{FF2B5EF4-FFF2-40B4-BE49-F238E27FC236}">
                <a16:creationId xmlns:a16="http://schemas.microsoft.com/office/drawing/2014/main" id="{D2D69C45-4B89-4E7E-9F68-147BA17A180D}"/>
              </a:ext>
            </a:extLst>
          </p:cNvPr>
          <p:cNvSpPr>
            <a:spLocks noGrp="1"/>
          </p:cNvSpPr>
          <p:nvPr>
            <p:ph type="sldNum" sz="quarter" idx="10"/>
          </p:nvPr>
        </p:nvSpPr>
        <p:spPr/>
        <p:txBody>
          <a:bodyPr/>
          <a:lstStyle/>
          <a:p>
            <a:pPr>
              <a:defRPr/>
            </a:pPr>
            <a:fld id="{17AE90FD-2A67-4F1C-8A5E-6FE36A4F61F0}" type="slidenum">
              <a:rPr lang="en-US" altLang="en-US" smtClean="0">
                <a:latin typeface="Calibri" panose="020F0502020204030204" pitchFamily="34" charset="0"/>
                <a:cs typeface="Calibri" panose="020F0502020204030204" pitchFamily="34" charset="0"/>
              </a:rPr>
              <a:pPr>
                <a:defRPr/>
              </a:pPr>
              <a:t>18</a:t>
            </a:fld>
            <a:endParaRPr lang="en-US" altLang="en-US">
              <a:latin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E244F3F2-7B79-4167-8988-FDE4935724FB}"/>
              </a:ext>
            </a:extLst>
          </p:cNvPr>
          <p:cNvGraphicFramePr>
            <a:graphicFrameLocks noGrp="1"/>
          </p:cNvGraphicFramePr>
          <p:nvPr/>
        </p:nvGraphicFramePr>
        <p:xfrm>
          <a:off x="661691" y="1051330"/>
          <a:ext cx="7845552" cy="1455648"/>
        </p:xfrm>
        <a:graphic>
          <a:graphicData uri="http://schemas.openxmlformats.org/drawingml/2006/table">
            <a:tbl>
              <a:tblPr/>
              <a:tblGrid>
                <a:gridCol w="179355">
                  <a:extLst>
                    <a:ext uri="{9D8B030D-6E8A-4147-A177-3AD203B41FA5}">
                      <a16:colId xmlns:a16="http://schemas.microsoft.com/office/drawing/2014/main" val="632863646"/>
                    </a:ext>
                  </a:extLst>
                </a:gridCol>
                <a:gridCol w="179355">
                  <a:extLst>
                    <a:ext uri="{9D8B030D-6E8A-4147-A177-3AD203B41FA5}">
                      <a16:colId xmlns:a16="http://schemas.microsoft.com/office/drawing/2014/main" val="4260500397"/>
                    </a:ext>
                  </a:extLst>
                </a:gridCol>
                <a:gridCol w="179355">
                  <a:extLst>
                    <a:ext uri="{9D8B030D-6E8A-4147-A177-3AD203B41FA5}">
                      <a16:colId xmlns:a16="http://schemas.microsoft.com/office/drawing/2014/main" val="3714215512"/>
                    </a:ext>
                  </a:extLst>
                </a:gridCol>
                <a:gridCol w="179355">
                  <a:extLst>
                    <a:ext uri="{9D8B030D-6E8A-4147-A177-3AD203B41FA5}">
                      <a16:colId xmlns:a16="http://schemas.microsoft.com/office/drawing/2014/main" val="1252371493"/>
                    </a:ext>
                  </a:extLst>
                </a:gridCol>
                <a:gridCol w="179355">
                  <a:extLst>
                    <a:ext uri="{9D8B030D-6E8A-4147-A177-3AD203B41FA5}">
                      <a16:colId xmlns:a16="http://schemas.microsoft.com/office/drawing/2014/main" val="258922648"/>
                    </a:ext>
                  </a:extLst>
                </a:gridCol>
                <a:gridCol w="179355">
                  <a:extLst>
                    <a:ext uri="{9D8B030D-6E8A-4147-A177-3AD203B41FA5}">
                      <a16:colId xmlns:a16="http://schemas.microsoft.com/office/drawing/2014/main" val="2212696656"/>
                    </a:ext>
                  </a:extLst>
                </a:gridCol>
                <a:gridCol w="179355">
                  <a:extLst>
                    <a:ext uri="{9D8B030D-6E8A-4147-A177-3AD203B41FA5}">
                      <a16:colId xmlns:a16="http://schemas.microsoft.com/office/drawing/2014/main" val="2203261074"/>
                    </a:ext>
                  </a:extLst>
                </a:gridCol>
                <a:gridCol w="73885">
                  <a:extLst>
                    <a:ext uri="{9D8B030D-6E8A-4147-A177-3AD203B41FA5}">
                      <a16:colId xmlns:a16="http://schemas.microsoft.com/office/drawing/2014/main" val="3466189971"/>
                    </a:ext>
                  </a:extLst>
                </a:gridCol>
                <a:gridCol w="177327">
                  <a:extLst>
                    <a:ext uri="{9D8B030D-6E8A-4147-A177-3AD203B41FA5}">
                      <a16:colId xmlns:a16="http://schemas.microsoft.com/office/drawing/2014/main" val="3276882706"/>
                    </a:ext>
                  </a:extLst>
                </a:gridCol>
                <a:gridCol w="179355">
                  <a:extLst>
                    <a:ext uri="{9D8B030D-6E8A-4147-A177-3AD203B41FA5}">
                      <a16:colId xmlns:a16="http://schemas.microsoft.com/office/drawing/2014/main" val="703712399"/>
                    </a:ext>
                  </a:extLst>
                </a:gridCol>
                <a:gridCol w="179355">
                  <a:extLst>
                    <a:ext uri="{9D8B030D-6E8A-4147-A177-3AD203B41FA5}">
                      <a16:colId xmlns:a16="http://schemas.microsoft.com/office/drawing/2014/main" val="3928445052"/>
                    </a:ext>
                  </a:extLst>
                </a:gridCol>
                <a:gridCol w="177328">
                  <a:extLst>
                    <a:ext uri="{9D8B030D-6E8A-4147-A177-3AD203B41FA5}">
                      <a16:colId xmlns:a16="http://schemas.microsoft.com/office/drawing/2014/main" val="2193126482"/>
                    </a:ext>
                  </a:extLst>
                </a:gridCol>
                <a:gridCol w="177327">
                  <a:extLst>
                    <a:ext uri="{9D8B030D-6E8A-4147-A177-3AD203B41FA5}">
                      <a16:colId xmlns:a16="http://schemas.microsoft.com/office/drawing/2014/main" val="439283271"/>
                    </a:ext>
                  </a:extLst>
                </a:gridCol>
                <a:gridCol w="179355">
                  <a:extLst>
                    <a:ext uri="{9D8B030D-6E8A-4147-A177-3AD203B41FA5}">
                      <a16:colId xmlns:a16="http://schemas.microsoft.com/office/drawing/2014/main" val="1967768558"/>
                    </a:ext>
                  </a:extLst>
                </a:gridCol>
                <a:gridCol w="177327">
                  <a:extLst>
                    <a:ext uri="{9D8B030D-6E8A-4147-A177-3AD203B41FA5}">
                      <a16:colId xmlns:a16="http://schemas.microsoft.com/office/drawing/2014/main" val="2896965937"/>
                    </a:ext>
                  </a:extLst>
                </a:gridCol>
                <a:gridCol w="73885">
                  <a:extLst>
                    <a:ext uri="{9D8B030D-6E8A-4147-A177-3AD203B41FA5}">
                      <a16:colId xmlns:a16="http://schemas.microsoft.com/office/drawing/2014/main" val="2556315855"/>
                    </a:ext>
                  </a:extLst>
                </a:gridCol>
                <a:gridCol w="177327">
                  <a:extLst>
                    <a:ext uri="{9D8B030D-6E8A-4147-A177-3AD203B41FA5}">
                      <a16:colId xmlns:a16="http://schemas.microsoft.com/office/drawing/2014/main" val="2851345119"/>
                    </a:ext>
                  </a:extLst>
                </a:gridCol>
                <a:gridCol w="177327">
                  <a:extLst>
                    <a:ext uri="{9D8B030D-6E8A-4147-A177-3AD203B41FA5}">
                      <a16:colId xmlns:a16="http://schemas.microsoft.com/office/drawing/2014/main" val="4169969330"/>
                    </a:ext>
                  </a:extLst>
                </a:gridCol>
                <a:gridCol w="177327">
                  <a:extLst>
                    <a:ext uri="{9D8B030D-6E8A-4147-A177-3AD203B41FA5}">
                      <a16:colId xmlns:a16="http://schemas.microsoft.com/office/drawing/2014/main" val="4133801659"/>
                    </a:ext>
                  </a:extLst>
                </a:gridCol>
                <a:gridCol w="177327">
                  <a:extLst>
                    <a:ext uri="{9D8B030D-6E8A-4147-A177-3AD203B41FA5}">
                      <a16:colId xmlns:a16="http://schemas.microsoft.com/office/drawing/2014/main" val="2484976351"/>
                    </a:ext>
                  </a:extLst>
                </a:gridCol>
                <a:gridCol w="177327">
                  <a:extLst>
                    <a:ext uri="{9D8B030D-6E8A-4147-A177-3AD203B41FA5}">
                      <a16:colId xmlns:a16="http://schemas.microsoft.com/office/drawing/2014/main" val="2188070336"/>
                    </a:ext>
                  </a:extLst>
                </a:gridCol>
                <a:gridCol w="177327">
                  <a:extLst>
                    <a:ext uri="{9D8B030D-6E8A-4147-A177-3AD203B41FA5}">
                      <a16:colId xmlns:a16="http://schemas.microsoft.com/office/drawing/2014/main" val="1632072575"/>
                    </a:ext>
                  </a:extLst>
                </a:gridCol>
                <a:gridCol w="177327">
                  <a:extLst>
                    <a:ext uri="{9D8B030D-6E8A-4147-A177-3AD203B41FA5}">
                      <a16:colId xmlns:a16="http://schemas.microsoft.com/office/drawing/2014/main" val="624347247"/>
                    </a:ext>
                  </a:extLst>
                </a:gridCol>
                <a:gridCol w="73885">
                  <a:extLst>
                    <a:ext uri="{9D8B030D-6E8A-4147-A177-3AD203B41FA5}">
                      <a16:colId xmlns:a16="http://schemas.microsoft.com/office/drawing/2014/main" val="1593100744"/>
                    </a:ext>
                  </a:extLst>
                </a:gridCol>
                <a:gridCol w="177327">
                  <a:extLst>
                    <a:ext uri="{9D8B030D-6E8A-4147-A177-3AD203B41FA5}">
                      <a16:colId xmlns:a16="http://schemas.microsoft.com/office/drawing/2014/main" val="37193534"/>
                    </a:ext>
                  </a:extLst>
                </a:gridCol>
                <a:gridCol w="177327">
                  <a:extLst>
                    <a:ext uri="{9D8B030D-6E8A-4147-A177-3AD203B41FA5}">
                      <a16:colId xmlns:a16="http://schemas.microsoft.com/office/drawing/2014/main" val="2912563522"/>
                    </a:ext>
                  </a:extLst>
                </a:gridCol>
                <a:gridCol w="177327">
                  <a:extLst>
                    <a:ext uri="{9D8B030D-6E8A-4147-A177-3AD203B41FA5}">
                      <a16:colId xmlns:a16="http://schemas.microsoft.com/office/drawing/2014/main" val="954881887"/>
                    </a:ext>
                  </a:extLst>
                </a:gridCol>
                <a:gridCol w="177327">
                  <a:extLst>
                    <a:ext uri="{9D8B030D-6E8A-4147-A177-3AD203B41FA5}">
                      <a16:colId xmlns:a16="http://schemas.microsoft.com/office/drawing/2014/main" val="689814166"/>
                    </a:ext>
                  </a:extLst>
                </a:gridCol>
                <a:gridCol w="177327">
                  <a:extLst>
                    <a:ext uri="{9D8B030D-6E8A-4147-A177-3AD203B41FA5}">
                      <a16:colId xmlns:a16="http://schemas.microsoft.com/office/drawing/2014/main" val="928905181"/>
                    </a:ext>
                  </a:extLst>
                </a:gridCol>
                <a:gridCol w="177327">
                  <a:extLst>
                    <a:ext uri="{9D8B030D-6E8A-4147-A177-3AD203B41FA5}">
                      <a16:colId xmlns:a16="http://schemas.microsoft.com/office/drawing/2014/main" val="2690568607"/>
                    </a:ext>
                  </a:extLst>
                </a:gridCol>
                <a:gridCol w="177327">
                  <a:extLst>
                    <a:ext uri="{9D8B030D-6E8A-4147-A177-3AD203B41FA5}">
                      <a16:colId xmlns:a16="http://schemas.microsoft.com/office/drawing/2014/main" val="1150948352"/>
                    </a:ext>
                  </a:extLst>
                </a:gridCol>
                <a:gridCol w="73885">
                  <a:extLst>
                    <a:ext uri="{9D8B030D-6E8A-4147-A177-3AD203B41FA5}">
                      <a16:colId xmlns:a16="http://schemas.microsoft.com/office/drawing/2014/main" val="2770791567"/>
                    </a:ext>
                  </a:extLst>
                </a:gridCol>
                <a:gridCol w="179355">
                  <a:extLst>
                    <a:ext uri="{9D8B030D-6E8A-4147-A177-3AD203B41FA5}">
                      <a16:colId xmlns:a16="http://schemas.microsoft.com/office/drawing/2014/main" val="400803536"/>
                    </a:ext>
                  </a:extLst>
                </a:gridCol>
                <a:gridCol w="177327">
                  <a:extLst>
                    <a:ext uri="{9D8B030D-6E8A-4147-A177-3AD203B41FA5}">
                      <a16:colId xmlns:a16="http://schemas.microsoft.com/office/drawing/2014/main" val="324400351"/>
                    </a:ext>
                  </a:extLst>
                </a:gridCol>
                <a:gridCol w="179355">
                  <a:extLst>
                    <a:ext uri="{9D8B030D-6E8A-4147-A177-3AD203B41FA5}">
                      <a16:colId xmlns:a16="http://schemas.microsoft.com/office/drawing/2014/main" val="3414373981"/>
                    </a:ext>
                  </a:extLst>
                </a:gridCol>
                <a:gridCol w="177327">
                  <a:extLst>
                    <a:ext uri="{9D8B030D-6E8A-4147-A177-3AD203B41FA5}">
                      <a16:colId xmlns:a16="http://schemas.microsoft.com/office/drawing/2014/main" val="2840464089"/>
                    </a:ext>
                  </a:extLst>
                </a:gridCol>
                <a:gridCol w="177327">
                  <a:extLst>
                    <a:ext uri="{9D8B030D-6E8A-4147-A177-3AD203B41FA5}">
                      <a16:colId xmlns:a16="http://schemas.microsoft.com/office/drawing/2014/main" val="2436347823"/>
                    </a:ext>
                  </a:extLst>
                </a:gridCol>
                <a:gridCol w="177327">
                  <a:extLst>
                    <a:ext uri="{9D8B030D-6E8A-4147-A177-3AD203B41FA5}">
                      <a16:colId xmlns:a16="http://schemas.microsoft.com/office/drawing/2014/main" val="121630100"/>
                    </a:ext>
                  </a:extLst>
                </a:gridCol>
                <a:gridCol w="177327">
                  <a:extLst>
                    <a:ext uri="{9D8B030D-6E8A-4147-A177-3AD203B41FA5}">
                      <a16:colId xmlns:a16="http://schemas.microsoft.com/office/drawing/2014/main" val="145758586"/>
                    </a:ext>
                  </a:extLst>
                </a:gridCol>
                <a:gridCol w="73885">
                  <a:extLst>
                    <a:ext uri="{9D8B030D-6E8A-4147-A177-3AD203B41FA5}">
                      <a16:colId xmlns:a16="http://schemas.microsoft.com/office/drawing/2014/main" val="2497428264"/>
                    </a:ext>
                  </a:extLst>
                </a:gridCol>
                <a:gridCol w="177327">
                  <a:extLst>
                    <a:ext uri="{9D8B030D-6E8A-4147-A177-3AD203B41FA5}">
                      <a16:colId xmlns:a16="http://schemas.microsoft.com/office/drawing/2014/main" val="208355606"/>
                    </a:ext>
                  </a:extLst>
                </a:gridCol>
                <a:gridCol w="177327">
                  <a:extLst>
                    <a:ext uri="{9D8B030D-6E8A-4147-A177-3AD203B41FA5}">
                      <a16:colId xmlns:a16="http://schemas.microsoft.com/office/drawing/2014/main" val="42835667"/>
                    </a:ext>
                  </a:extLst>
                </a:gridCol>
                <a:gridCol w="179355">
                  <a:extLst>
                    <a:ext uri="{9D8B030D-6E8A-4147-A177-3AD203B41FA5}">
                      <a16:colId xmlns:a16="http://schemas.microsoft.com/office/drawing/2014/main" val="3095660120"/>
                    </a:ext>
                  </a:extLst>
                </a:gridCol>
                <a:gridCol w="177327">
                  <a:extLst>
                    <a:ext uri="{9D8B030D-6E8A-4147-A177-3AD203B41FA5}">
                      <a16:colId xmlns:a16="http://schemas.microsoft.com/office/drawing/2014/main" val="1582095268"/>
                    </a:ext>
                  </a:extLst>
                </a:gridCol>
                <a:gridCol w="177327">
                  <a:extLst>
                    <a:ext uri="{9D8B030D-6E8A-4147-A177-3AD203B41FA5}">
                      <a16:colId xmlns:a16="http://schemas.microsoft.com/office/drawing/2014/main" val="1003476852"/>
                    </a:ext>
                  </a:extLst>
                </a:gridCol>
                <a:gridCol w="177327">
                  <a:extLst>
                    <a:ext uri="{9D8B030D-6E8A-4147-A177-3AD203B41FA5}">
                      <a16:colId xmlns:a16="http://schemas.microsoft.com/office/drawing/2014/main" val="2914094909"/>
                    </a:ext>
                  </a:extLst>
                </a:gridCol>
                <a:gridCol w="179355">
                  <a:extLst>
                    <a:ext uri="{9D8B030D-6E8A-4147-A177-3AD203B41FA5}">
                      <a16:colId xmlns:a16="http://schemas.microsoft.com/office/drawing/2014/main" val="3126486074"/>
                    </a:ext>
                  </a:extLst>
                </a:gridCol>
              </a:tblGrid>
              <a:tr h="166898">
                <a:tc gridSpan="47">
                  <a:txBody>
                    <a:bodyPr/>
                    <a:lstStyle/>
                    <a:p>
                      <a:pPr marL="0" marR="0" lvl="0" indent="0" algn="ctr" defTabSz="914303" rtl="0" eaLnBrk="1" fontAlgn="b" latinLnBrk="0" hangingPunct="1">
                        <a:lnSpc>
                          <a:spcPct val="100000"/>
                        </a:lnSpc>
                        <a:spcBef>
                          <a:spcPts val="0"/>
                        </a:spcBef>
                        <a:spcAft>
                          <a:spcPts val="0"/>
                        </a:spcAft>
                        <a:buClrTx/>
                        <a:buSzTx/>
                        <a:buFontTx/>
                        <a:buNone/>
                        <a:tabLst/>
                        <a:defRPr/>
                      </a:pPr>
                      <a:r>
                        <a:rPr lang="en-US" altLang="zh-CN" sz="1000" b="1" i="0" u="none" strike="noStrike">
                          <a:solidFill>
                            <a:schemeClr val="bg1"/>
                          </a:solidFill>
                          <a:effectLst/>
                          <a:latin typeface="Calibri"/>
                          <a:ea typeface="KaiTi"/>
                          <a:cs typeface="Calibri"/>
                        </a:rPr>
                        <a:t>2025</a:t>
                      </a:r>
                      <a:r>
                        <a:rPr lang="zh-TW" altLang="en-US" sz="1000" b="1" i="0" u="none" strike="noStrike">
                          <a:solidFill>
                            <a:schemeClr val="bg1"/>
                          </a:solidFill>
                          <a:effectLst/>
                          <a:latin typeface="Calibri"/>
                          <a:ea typeface="KaiTi"/>
                          <a:cs typeface="Calibri"/>
                        </a:rPr>
                        <a:t>年</a:t>
                      </a:r>
                      <a:endParaRPr lang="zh-CN" altLang="en-US" sz="1000" b="1" i="0" u="none" strike="noStrike">
                        <a:solidFill>
                          <a:schemeClr val="bg1"/>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10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654876597"/>
                  </a:ext>
                </a:extLst>
              </a:tr>
              <a:tr h="0">
                <a:tc gridSpan="7">
                  <a:txBody>
                    <a:bodyPr/>
                    <a:lstStyle/>
                    <a:p>
                      <a:pPr algn="ctr" fontAlgn="b"/>
                      <a:r>
                        <a:rPr lang="zh-CN" altLang="en-US" sz="900" b="1" i="0" u="none" strike="noStrike">
                          <a:solidFill>
                            <a:schemeClr val="tx1"/>
                          </a:solidFill>
                          <a:effectLst/>
                          <a:latin typeface="Calibri"/>
                          <a:ea typeface="KaiTi"/>
                          <a:cs typeface="Calibri"/>
                        </a:rPr>
                        <a:t>七月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八月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九月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十一月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十二月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363705868"/>
                  </a:ext>
                </a:extLst>
              </a:tr>
              <a:tr h="56606">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65871770"/>
                  </a:ext>
                </a:extLst>
              </a:tr>
              <a:tr h="56606">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rPr>
                        <a:t>1</a:t>
                      </a:r>
                      <a:endParaRPr lang="en-US" sz="800" b="0" i="0" u="none" strike="noStrike">
                        <a:solidFill>
                          <a:schemeClr val="accent3"/>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chemeClr val="tx1"/>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0755468"/>
                  </a:ext>
                </a:extLst>
              </a:tr>
              <a:tr h="56606">
                <a:tc>
                  <a:txBody>
                    <a:bodyPr/>
                    <a:lstStyle/>
                    <a:p>
                      <a:pPr algn="ctr" fontAlgn="b"/>
                      <a:r>
                        <a:rPr lang="en-US" sz="800" b="0" i="0" u="none" strike="noStrike">
                          <a:solidFill>
                            <a:srgbClr val="C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2"/>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7850027"/>
                  </a:ext>
                </a:extLst>
              </a:tr>
              <a:tr h="75284">
                <a:tc>
                  <a:txBody>
                    <a:bodyPr/>
                    <a:lstStyle/>
                    <a:p>
                      <a:pPr algn="ctr" fontAlgn="b"/>
                      <a:r>
                        <a:rPr lang="en-US" sz="800" b="0" i="0" u="none" strike="noStrike">
                          <a:solidFill>
                            <a:srgbClr val="C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6722627"/>
                  </a:ext>
                </a:extLst>
              </a:tr>
              <a:tr h="56606">
                <a:tc>
                  <a:txBody>
                    <a:bodyPr/>
                    <a:lstStyle/>
                    <a:p>
                      <a:pPr algn="ctr" fontAlgn="b"/>
                      <a:r>
                        <a:rPr lang="en-US" sz="800" b="0" i="0" u="none" strike="noStrike">
                          <a:solidFill>
                            <a:srgbClr val="C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accent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accent1"/>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7577297"/>
                  </a:ext>
                </a:extLst>
              </a:tr>
              <a:tr h="103918">
                <a:tc>
                  <a:txBody>
                    <a:bodyPr/>
                    <a:lstStyle/>
                    <a:p>
                      <a:pPr algn="ctr" fontAlgn="b"/>
                      <a:r>
                        <a:rPr lang="en-US" sz="800" b="0" i="0" u="none" strike="noStrike">
                          <a:solidFill>
                            <a:srgbClr val="C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0248100"/>
                  </a:ext>
                </a:extLst>
              </a:tr>
              <a:tr h="56606">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5904094"/>
                  </a:ext>
                </a:extLst>
              </a:tr>
              <a:tr h="56606">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8002859"/>
                  </a:ext>
                </a:extLst>
              </a:tr>
              <a:tr h="56606">
                <a:tc gridSpan="6">
                  <a:txBody>
                    <a:bodyPr/>
                    <a:lstStyle/>
                    <a:p>
                      <a:pPr algn="l" fontAlgn="b"/>
                      <a:r>
                        <a:rPr lang="zh-TW"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香港公眾假期</a:t>
                      </a:r>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93343203"/>
                  </a:ext>
                </a:extLst>
              </a:tr>
            </a:tbl>
          </a:graphicData>
        </a:graphic>
      </p:graphicFrame>
      <p:graphicFrame>
        <p:nvGraphicFramePr>
          <p:cNvPr id="7" name="object 28">
            <a:extLst>
              <a:ext uri="{FF2B5EF4-FFF2-40B4-BE49-F238E27FC236}">
                <a16:creationId xmlns:a16="http://schemas.microsoft.com/office/drawing/2014/main" id="{90B85D19-D6FB-4A3A-9A02-691B0E9D75BA}"/>
              </a:ext>
            </a:extLst>
          </p:cNvPr>
          <p:cNvGraphicFramePr>
            <a:graphicFrameLocks noGrp="1"/>
          </p:cNvGraphicFramePr>
          <p:nvPr>
            <p:extLst>
              <p:ext uri="{D42A27DB-BD31-4B8C-83A1-F6EECF244321}">
                <p14:modId xmlns:p14="http://schemas.microsoft.com/office/powerpoint/2010/main" val="2426322097"/>
              </p:ext>
            </p:extLst>
          </p:nvPr>
        </p:nvGraphicFramePr>
        <p:xfrm>
          <a:off x="271934" y="2671518"/>
          <a:ext cx="8628833" cy="3275929"/>
        </p:xfrm>
        <a:graphic>
          <a:graphicData uri="http://schemas.openxmlformats.org/drawingml/2006/table">
            <a:tbl>
              <a:tblPr firstRow="1" bandRow="1">
                <a:tableStyleId>{2D5ABB26-0587-4C30-8999-92F81FD0307C}</a:tableStyleId>
              </a:tblPr>
              <a:tblGrid>
                <a:gridCol w="1156272">
                  <a:extLst>
                    <a:ext uri="{9D8B030D-6E8A-4147-A177-3AD203B41FA5}">
                      <a16:colId xmlns:a16="http://schemas.microsoft.com/office/drawing/2014/main" val="20000"/>
                    </a:ext>
                  </a:extLst>
                </a:gridCol>
                <a:gridCol w="4831583">
                  <a:extLst>
                    <a:ext uri="{9D8B030D-6E8A-4147-A177-3AD203B41FA5}">
                      <a16:colId xmlns:a16="http://schemas.microsoft.com/office/drawing/2014/main" val="20001"/>
                    </a:ext>
                  </a:extLst>
                </a:gridCol>
                <a:gridCol w="2640978">
                  <a:extLst>
                    <a:ext uri="{9D8B030D-6E8A-4147-A177-3AD203B41FA5}">
                      <a16:colId xmlns:a16="http://schemas.microsoft.com/office/drawing/2014/main" val="20002"/>
                    </a:ext>
                  </a:extLst>
                </a:gridCol>
              </a:tblGrid>
              <a:tr h="163899">
                <a:tc>
                  <a:txBody>
                    <a:bodyPr/>
                    <a:lstStyle/>
                    <a:p>
                      <a:pPr marL="85725" algn="l">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日期</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w="12700">
                      <a:noFill/>
                      <a:prstDash val="solid"/>
                    </a:lnL>
                    <a:lnR>
                      <a:noFill/>
                    </a:lnR>
                    <a:lnT w="12700">
                      <a:noFill/>
                      <a:prstDash val="solid"/>
                    </a:lnT>
                    <a:lnB w="6350">
                      <a:noFill/>
                      <a:prstDash val="solid"/>
                    </a:lnB>
                    <a:lnTlToBr w="12700" cmpd="sng">
                      <a:noFill/>
                      <a:prstDash val="solid"/>
                    </a:lnTlToBr>
                    <a:lnBlToTr w="12700" cmpd="sng">
                      <a:noFill/>
                      <a:prstDash val="solid"/>
                    </a:lnBlToTr>
                    <a:solidFill>
                      <a:srgbClr val="C00000"/>
                    </a:solidFill>
                  </a:tcPr>
                </a:tc>
                <a:tc>
                  <a:txBody>
                    <a:bodyPr/>
                    <a:lstStyle/>
                    <a:p>
                      <a:pPr marL="93345" algn="ctr">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主要事項</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a:noFill/>
                    </a:lnL>
                    <a:lnR>
                      <a:noFill/>
                    </a:lnR>
                    <a:lnT w="12700">
                      <a:noFill/>
                      <a:prstDash val="solid"/>
                    </a:lnT>
                    <a:lnB w="6350">
                      <a:noFill/>
                      <a:prstDash val="solid"/>
                    </a:lnB>
                    <a:lnTlToBr w="12700" cmpd="sng">
                      <a:noFill/>
                      <a:prstDash val="solid"/>
                    </a:lnTlToBr>
                    <a:lnBlToTr w="12700" cmpd="sng">
                      <a:noFill/>
                      <a:prstDash val="solid"/>
                    </a:lnBlToTr>
                    <a:solidFill>
                      <a:srgbClr val="C00000"/>
                    </a:solidFill>
                  </a:tcPr>
                </a:tc>
                <a:tc>
                  <a:txBody>
                    <a:bodyPr/>
                    <a:lstStyle/>
                    <a:p>
                      <a:pPr marL="95250" algn="ctr">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主要負責方</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a:noFill/>
                    </a:lnL>
                    <a:lnR w="12700">
                      <a:noFill/>
                      <a:prstDash val="solid"/>
                    </a:lnR>
                    <a:lnT w="12700">
                      <a:noFill/>
                      <a:prstDash val="solid"/>
                    </a:lnT>
                    <a:lnB w="6350">
                      <a:noFill/>
                      <a:prstDash val="soli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0000"/>
                  </a:ext>
                </a:extLst>
              </a:tr>
              <a:tr h="139317">
                <a:tc gridSpan="3">
                  <a:txBody>
                    <a:bodyPr/>
                    <a:lstStyle/>
                    <a:p>
                      <a:pPr marL="85725">
                        <a:lnSpc>
                          <a:spcPct val="100000"/>
                        </a:lnSpc>
                        <a:spcBef>
                          <a:spcPts val="315"/>
                        </a:spcBef>
                      </a:pPr>
                      <a:r>
                        <a:rPr lang="en-US" altLang="zh-CN" sz="1000" b="1" u="none" dirty="0">
                          <a:solidFill>
                            <a:schemeClr val="tx1"/>
                          </a:solidFill>
                          <a:latin typeface="Calibri" panose="020F0502020204030204" pitchFamily="34" charset="0"/>
                          <a:ea typeface="KaiTi" panose="02010609060101010101" pitchFamily="49" charset="-122"/>
                          <a:cs typeface="Calibri" panose="020F0502020204030204" pitchFamily="34" charset="0"/>
                        </a:rPr>
                        <a:t>2025</a:t>
                      </a:r>
                      <a:r>
                        <a:rPr lang="zh-CN" altLang="en-US" sz="1000" b="1" u="none" dirty="0">
                          <a:solidFill>
                            <a:schemeClr val="tx1"/>
                          </a:solidFill>
                          <a:latin typeface="Calibri" panose="020F0502020204030204" pitchFamily="34" charset="0"/>
                          <a:ea typeface="KaiTi" panose="02010609060101010101" pitchFamily="49" charset="-122"/>
                          <a:cs typeface="Calibri" panose="020F0502020204030204" pitchFamily="34" charset="0"/>
                        </a:rPr>
                        <a:t>年</a:t>
                      </a:r>
                      <a:endParaRPr sz="1000" b="1" u="none"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marL="0" marR="0" marT="40005" marB="0">
                    <a:lnL>
                      <a:noFill/>
                    </a:lnL>
                    <a:lnR>
                      <a:noFill/>
                    </a:lnR>
                    <a:lnT w="6350">
                      <a:noFill/>
                      <a:prstDash val="soli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332740" indent="-170180">
                        <a:lnSpc>
                          <a:spcPct val="100000"/>
                        </a:lnSpc>
                        <a:spcBef>
                          <a:spcPts val="315"/>
                        </a:spcBef>
                        <a:buClr>
                          <a:srgbClr val="96999B"/>
                        </a:buClr>
                        <a:buFont typeface="Symbol"/>
                        <a:buChar char=""/>
                        <a:tabLst>
                          <a:tab pos="333375" algn="l"/>
                        </a:tabLst>
                      </a:pPr>
                      <a:endParaRPr lang="zh-CN" altLang="en-US" sz="850">
                        <a:solidFill>
                          <a:srgbClr val="52555A"/>
                        </a:solidFill>
                        <a:latin typeface="Calibri" panose="020F0502020204030204" pitchFamily="34" charset="0"/>
                        <a:cs typeface="Calibri" panose="020F0502020204030204" pitchFamily="34" charset="0"/>
                      </a:endParaRPr>
                    </a:p>
                  </a:txBody>
                  <a:tcPr marL="0" marR="0" marT="40005" marB="0">
                    <a:lnL w="6350" cap="flat" cmpd="sng" algn="ctr">
                      <a:solidFill>
                        <a:srgbClr val="52555A"/>
                      </a:solidFill>
                      <a:prstDash val="solid"/>
                      <a:round/>
                      <a:headEnd type="none" w="med" len="med"/>
                      <a:tailEnd type="none" w="med" len="med"/>
                    </a:lnL>
                    <a:lnR w="9525" cap="flat" cmpd="sng" algn="ctr">
                      <a:solidFill>
                        <a:srgbClr val="52555A"/>
                      </a:solidFill>
                      <a:prstDash val="solid"/>
                      <a:round/>
                      <a:headEnd type="none" w="med" len="med"/>
                      <a:tailEnd type="none" w="med" len="med"/>
                    </a:lnR>
                    <a:lnT w="6350">
                      <a:solidFill>
                        <a:srgbClr val="52555A"/>
                      </a:solidFill>
                      <a:prstDash val="solid"/>
                    </a:lnT>
                    <a:lnB w="6350" cap="flat" cmpd="sng" algn="ctr">
                      <a:solidFill>
                        <a:srgbClr val="52555A"/>
                      </a:solidFill>
                      <a:prstDash val="solid"/>
                      <a:round/>
                      <a:headEnd type="none" w="med" len="med"/>
                      <a:tailEnd type="none" w="med" len="med"/>
                    </a:lnB>
                  </a:tcPr>
                </a:tc>
                <a:tc hMerge="1">
                  <a:txBody>
                    <a:bodyPr/>
                    <a:lstStyle/>
                    <a:p>
                      <a:pPr marL="334645" indent="-170180">
                        <a:lnSpc>
                          <a:spcPct val="100000"/>
                        </a:lnSpc>
                        <a:spcBef>
                          <a:spcPts val="315"/>
                        </a:spcBef>
                        <a:buClr>
                          <a:srgbClr val="96999B"/>
                        </a:buClr>
                        <a:buFont typeface="Symbol"/>
                        <a:buChar char=""/>
                        <a:tabLst>
                          <a:tab pos="335280" algn="l"/>
                        </a:tabLst>
                      </a:pPr>
                      <a:endParaRPr sz="850">
                        <a:latin typeface="Calibri" panose="020F0502020204030204" pitchFamily="34" charset="0"/>
                        <a:cs typeface="Calibri" panose="020F0502020204030204" pitchFamily="34" charset="0"/>
                      </a:endParaRPr>
                    </a:p>
                  </a:txBody>
                  <a:tcPr marL="0" marR="0" marT="40005" marB="0">
                    <a:lnL w="9525" cap="flat" cmpd="sng" algn="ctr">
                      <a:solidFill>
                        <a:srgbClr val="52555A"/>
                      </a:solidFill>
                      <a:prstDash val="solid"/>
                      <a:round/>
                      <a:headEnd type="none" w="med" len="med"/>
                      <a:tailEnd type="none" w="med" len="med"/>
                    </a:lnL>
                    <a:lnT w="6350">
                      <a:solidFill>
                        <a:srgbClr val="52555A"/>
                      </a:solidFill>
                      <a:prstDash val="solid"/>
                    </a:lnT>
                    <a:lnB w="6350" cap="flat" cmpd="sng" algn="ctr">
                      <a:solidFill>
                        <a:srgbClr val="52555A"/>
                      </a:solidFill>
                      <a:prstDash val="solid"/>
                      <a:round/>
                      <a:headEnd type="none" w="med" len="med"/>
                      <a:tailEnd type="none" w="med" len="med"/>
                    </a:lnB>
                  </a:tcPr>
                </a:tc>
                <a:extLst>
                  <a:ext uri="{0D108BD9-81ED-4DB2-BD59-A6C34878D82A}">
                    <a16:rowId xmlns:a16="http://schemas.microsoft.com/office/drawing/2014/main" val="32136630"/>
                  </a:ext>
                </a:extLst>
              </a:tr>
              <a:tr h="1428714">
                <a:tc>
                  <a:txBody>
                    <a:bodyPr/>
                    <a:lstStyle/>
                    <a:p>
                      <a:pPr marL="0" marR="0" lvl="0" indent="0" algn="l" defTabSz="914303" rtl="0" eaLnBrk="1" fontAlgn="base" latinLnBrk="0" hangingPunct="1">
                        <a:lnSpc>
                          <a:spcPct val="100000"/>
                        </a:lnSpc>
                        <a:spcBef>
                          <a:spcPts val="0"/>
                        </a:spcBef>
                        <a:spcAft>
                          <a:spcPts val="0"/>
                        </a:spcAft>
                        <a:buClrTx/>
                        <a:buSzTx/>
                        <a:buFontTx/>
                        <a:buNone/>
                        <a:tabLst/>
                        <a:defRPr/>
                      </a:pPr>
                      <a:r>
                        <a:rPr kumimoji="0" lang="en-US" altLang="zh-TW" sz="900" b="0" i="0" u="none" strike="noStrike" kern="1200" cap="none" spc="0" normalizeH="0" baseline="0" noProof="0" dirty="0">
                          <a:ln>
                            <a:noFill/>
                          </a:ln>
                          <a:solidFill>
                            <a:srgbClr val="000000"/>
                          </a:solidFill>
                          <a:effectLst/>
                          <a:uLnTx/>
                          <a:uFillTx/>
                          <a:latin typeface="KaiTi" panose="02010609060101010101" pitchFamily="49" charset="-122"/>
                          <a:ea typeface="KaiTi" panose="02010609060101010101" pitchFamily="49" charset="-122"/>
                          <a:cs typeface="+mn-cs"/>
                        </a:rPr>
                        <a:t>10</a:t>
                      </a:r>
                      <a:r>
                        <a:rPr kumimoji="0" lang="zh-TW" altLang="en-US" sz="900" b="0" i="0" u="none" strike="noStrike" kern="1200" cap="none" spc="0" normalizeH="0" baseline="0" noProof="0" dirty="0">
                          <a:ln>
                            <a:noFill/>
                          </a:ln>
                          <a:solidFill>
                            <a:srgbClr val="000000"/>
                          </a:solidFill>
                          <a:effectLst/>
                          <a:uLnTx/>
                          <a:uFillTx/>
                          <a:latin typeface="KaiTi" panose="02010609060101010101" pitchFamily="49" charset="-122"/>
                          <a:ea typeface="KaiTi" panose="02010609060101010101" pitchFamily="49" charset="-122"/>
                          <a:cs typeface="+mn-cs"/>
                        </a:rPr>
                        <a:t>月</a:t>
                      </a:r>
                      <a:r>
                        <a:rPr kumimoji="0" lang="en-US" altLang="zh-TW" sz="900" b="0" i="0" u="none" strike="noStrike" kern="1200" cap="none" spc="0" normalizeH="0" baseline="0" noProof="0" dirty="0">
                          <a:ln>
                            <a:noFill/>
                          </a:ln>
                          <a:solidFill>
                            <a:srgbClr val="000000"/>
                          </a:solidFill>
                          <a:effectLst/>
                          <a:uLnTx/>
                          <a:uFillTx/>
                          <a:latin typeface="KaiTi" panose="02010609060101010101" pitchFamily="49" charset="-122"/>
                          <a:ea typeface="KaiTi" panose="02010609060101010101" pitchFamily="49" charset="-122"/>
                          <a:cs typeface="+mn-cs"/>
                        </a:rPr>
                        <a:t>13</a:t>
                      </a:r>
                      <a:r>
                        <a:rPr kumimoji="0" lang="zh-TW" altLang="en-US" sz="900" b="0" i="0" u="none" strike="noStrike" kern="1200" cap="none" spc="0" normalizeH="0" baseline="0" noProof="0" dirty="0">
                          <a:ln>
                            <a:noFill/>
                          </a:ln>
                          <a:solidFill>
                            <a:srgbClr val="000000"/>
                          </a:solidFill>
                          <a:effectLst/>
                          <a:uLnTx/>
                          <a:uFillTx/>
                          <a:latin typeface="KaiTi" panose="02010609060101010101" pitchFamily="49" charset="-122"/>
                          <a:ea typeface="KaiTi" panose="02010609060101010101" pitchFamily="49" charset="-122"/>
                          <a:cs typeface="+mn-cs"/>
                        </a:rPr>
                        <a:t>日一周​</a:t>
                      </a:r>
                      <a:endParaRPr kumimoji="0" lang="zh-TW" altLang="en-US" sz="1800" b="0" i="0" u="none" strike="noStrike" kern="1200" cap="none" spc="0" normalizeH="0" baseline="0" noProof="0" dirty="0">
                        <a:ln>
                          <a:noFill/>
                        </a:ln>
                        <a:solidFill>
                          <a:srgbClr val="000000"/>
                        </a:solidFill>
                        <a:effectLst/>
                        <a:uLnTx/>
                        <a:uFillTx/>
                        <a:latin typeface="KaiTi" panose="02010609060101010101" pitchFamily="49" charset="-122"/>
                        <a:ea typeface="KaiTi" panose="02010609060101010101" pitchFamily="49" charset="-122"/>
                        <a:cs typeface="+mn-cs"/>
                      </a:endParaRPr>
                    </a:p>
                    <a:p>
                      <a:pPr algn="l" rtl="0" fontAlgn="base"/>
                      <a:endParaRPr lang="zh-TW" altLang="en-US" b="0" i="0" dirty="0">
                        <a:solidFill>
                          <a:srgbClr val="000000"/>
                        </a:solidFill>
                        <a:effectLst/>
                        <a:latin typeface="KaiTi" panose="02010609060101010101" pitchFamily="49" charset="-122"/>
                        <a:ea typeface="KaiTi" panose="02010609060101010101" pitchFamily="49" charset="-122"/>
                      </a:endParaRPr>
                    </a:p>
                  </a:txBody>
                  <a:tcPr>
                    <a:lnL>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傳閱財務盡職調查問卷</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開展</a:t>
                      </a:r>
                      <a:r>
                        <a:rPr lang="en-GB"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2022/23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2023/24</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2024/25</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財年及</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2025/26</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財年首</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個月財務盡調</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召開第二次招股書討論大會</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開始傳閱驗證文件需求清單；公司開始提供驗證支持文件</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繼續</a:t>
                      </a:r>
                      <a:r>
                        <a:rPr lang="en-GB"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2022/23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2023/24</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2024/25</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財年及</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2025/26</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財年首</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個月第三方盡調和實地走訪</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就公司新確定的獨立非執行董事及主要供應商等進行補充背景調查（如需）</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完成重組工作</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定稿重組備忘錄</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内控整改進度更新</a:t>
                      </a: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635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保薦人、保薦人香港律師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全體</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全體</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公司、保薦人香港律師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保薦人、保薦人香港律師、審計師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背景調查</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公司、公司香港律師、保薦人</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公司、内控顧問</a:t>
                      </a: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9525" cap="flat" cmpd="sng" algn="ctr">
                      <a:no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25181863"/>
                  </a:ext>
                </a:extLst>
              </a:tr>
              <a:tr h="1428714">
                <a:tc>
                  <a:txBody>
                    <a:bodyPr/>
                    <a:lstStyle/>
                    <a:p>
                      <a:pPr algn="l" rtl="0" fontAlgn="base"/>
                      <a:r>
                        <a:rPr lang="en-US" altLang="zh-TW" sz="900" b="0" i="0" dirty="0">
                          <a:solidFill>
                            <a:srgbClr val="000000"/>
                          </a:solidFill>
                          <a:effectLst/>
                          <a:latin typeface="KaiTi" panose="02010609060101010101" pitchFamily="49" charset="-122"/>
                          <a:ea typeface="KaiTi" panose="02010609060101010101" pitchFamily="49" charset="-122"/>
                        </a:rPr>
                        <a:t>10</a:t>
                      </a:r>
                      <a:r>
                        <a:rPr lang="zh-TW" altLang="en-US" sz="900" b="0" i="0" dirty="0">
                          <a:solidFill>
                            <a:srgbClr val="000000"/>
                          </a:solidFill>
                          <a:effectLst/>
                          <a:latin typeface="KaiTi" panose="02010609060101010101" pitchFamily="49" charset="-122"/>
                          <a:ea typeface="KaiTi" panose="02010609060101010101" pitchFamily="49" charset="-122"/>
                        </a:rPr>
                        <a:t>月</a:t>
                      </a:r>
                      <a:r>
                        <a:rPr lang="en-US" altLang="zh-TW" sz="900" b="0" i="0" dirty="0">
                          <a:solidFill>
                            <a:srgbClr val="000000"/>
                          </a:solidFill>
                          <a:effectLst/>
                          <a:latin typeface="KaiTi" panose="02010609060101010101" pitchFamily="49" charset="-122"/>
                          <a:ea typeface="KaiTi" panose="02010609060101010101" pitchFamily="49" charset="-122"/>
                        </a:rPr>
                        <a:t>20</a:t>
                      </a:r>
                      <a:r>
                        <a:rPr lang="zh-TW" altLang="en-US" sz="900" b="0" i="0" dirty="0">
                          <a:solidFill>
                            <a:srgbClr val="000000"/>
                          </a:solidFill>
                          <a:effectLst/>
                          <a:latin typeface="KaiTi" panose="02010609060101010101" pitchFamily="49" charset="-122"/>
                          <a:ea typeface="KaiTi" panose="02010609060101010101" pitchFamily="49" charset="-122"/>
                        </a:rPr>
                        <a:t>日一周​</a:t>
                      </a:r>
                      <a:endParaRPr lang="zh-TW" altLang="en-US" b="0" i="0" dirty="0">
                        <a:solidFill>
                          <a:srgbClr val="000000"/>
                        </a:solidFill>
                        <a:effectLst/>
                        <a:latin typeface="KaiTi" panose="02010609060101010101" pitchFamily="49" charset="-122"/>
                        <a:ea typeface="KaiTi" panose="02010609060101010101" pitchFamily="49" charset="-122"/>
                      </a:endParaRPr>
                    </a:p>
                    <a:p>
                      <a:pPr algn="l" rtl="0" fontAlgn="base"/>
                      <a:r>
                        <a:rPr lang="zh-TW" altLang="en-US" sz="900" b="0" i="0" dirty="0">
                          <a:solidFill>
                            <a:srgbClr val="000000"/>
                          </a:solidFill>
                          <a:effectLst/>
                          <a:latin typeface="KaiTi" panose="02010609060101010101" pitchFamily="49" charset="-122"/>
                          <a:ea typeface="KaiTi" panose="02010609060101010101" pitchFamily="49" charset="-122"/>
                        </a:rPr>
                        <a:t>​</a:t>
                      </a:r>
                      <a:endParaRPr lang="zh-TW" altLang="en-US" b="0" i="0" dirty="0">
                        <a:solidFill>
                          <a:srgbClr val="000000"/>
                        </a:solidFill>
                        <a:effectLst/>
                        <a:latin typeface="KaiTi" panose="02010609060101010101" pitchFamily="49" charset="-122"/>
                        <a:ea typeface="KaiTi" panose="02010609060101010101" pitchFamily="49" charset="-122"/>
                      </a:endParaRPr>
                    </a:p>
                  </a:txBody>
                  <a:tcPr>
                    <a:lnL>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a:solidFill>
                            <a:schemeClr val="tx1"/>
                          </a:solidFill>
                          <a:latin typeface="Calibri" panose="020F0502020204030204" pitchFamily="34" charset="0"/>
                          <a:ea typeface="KaiTi" panose="02010609060101010101" pitchFamily="49" charset="-122"/>
                          <a:cs typeface="Calibri" panose="020F0502020204030204" pitchFamily="34" charset="0"/>
                        </a:rPr>
                        <a:t>傳閱</a:t>
                      </a:r>
                      <a:r>
                        <a:rPr lang="en-GB" sz="900" kern="1200">
                          <a:solidFill>
                            <a:schemeClr val="tx1"/>
                          </a:solidFill>
                          <a:latin typeface="Calibri" panose="020F0502020204030204" pitchFamily="34" charset="0"/>
                          <a:ea typeface="KaiTi" panose="02010609060101010101" pitchFamily="49" charset="-122"/>
                          <a:cs typeface="Calibri" panose="020F0502020204030204" pitchFamily="34" charset="0"/>
                        </a:rPr>
                        <a:t>A1</a:t>
                      </a:r>
                      <a:r>
                        <a:rPr lang="zh-CN" altLang="en-US" sz="900" kern="1200">
                          <a:solidFill>
                            <a:schemeClr val="tx1"/>
                          </a:solidFill>
                          <a:latin typeface="Calibri" panose="020F0502020204030204" pitchFamily="34" charset="0"/>
                          <a:ea typeface="KaiTi" panose="02010609060101010101" pitchFamily="49" charset="-122"/>
                          <a:cs typeface="Calibri" panose="020F0502020204030204" pitchFamily="34" charset="0"/>
                        </a:rPr>
                        <a:t>申請檔清單及分工</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a:solidFill>
                            <a:schemeClr val="tx1"/>
                          </a:solidFill>
                          <a:latin typeface="Calibri" panose="020F0502020204030204" pitchFamily="34" charset="0"/>
                          <a:ea typeface="KaiTi" panose="02010609060101010101" pitchFamily="49" charset="-122"/>
                          <a:cs typeface="Calibri" panose="020F0502020204030204" pitchFamily="34" charset="0"/>
                        </a:rPr>
                        <a:t>完成委任合規顧問及股票登記處</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繼續</a:t>
                      </a:r>
                      <a:r>
                        <a:rPr lang="en-GB"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2022/23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2023/24</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2024/25</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財年及</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2025/26</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財年首</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個</a:t>
                      </a:r>
                      <a:r>
                        <a:rPr lang="zh-CN" altLang="en-US" sz="900" kern="1200">
                          <a:solidFill>
                            <a:schemeClr val="tx1"/>
                          </a:solidFill>
                          <a:latin typeface="Calibri" panose="020F0502020204030204" pitchFamily="34" charset="0"/>
                          <a:ea typeface="KaiTi" panose="02010609060101010101" pitchFamily="49" charset="-122"/>
                          <a:cs typeface="Calibri" panose="020F0502020204030204" pitchFamily="34" charset="0"/>
                        </a:rPr>
                        <a:t>月第三方盡調和實地走訪</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a:solidFill>
                            <a:schemeClr val="tx1"/>
                          </a:solidFill>
                          <a:latin typeface="Calibri" panose="020F0502020204030204" pitchFamily="34" charset="0"/>
                          <a:ea typeface="KaiTi" panose="02010609060101010101" pitchFamily="49" charset="-122"/>
                          <a:cs typeface="Calibri" panose="020F0502020204030204" pitchFamily="34" charset="0"/>
                        </a:rPr>
                        <a:t>開始準備安慰函、安排函及招股書圈數並傳閱初稿</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a:solidFill>
                            <a:schemeClr val="tx1"/>
                          </a:solidFill>
                          <a:latin typeface="Calibri" panose="020F0502020204030204" pitchFamily="34" charset="0"/>
                          <a:ea typeface="KaiTi" panose="02010609060101010101" pitchFamily="49" charset="-122"/>
                          <a:cs typeface="Calibri" panose="020F0502020204030204" pitchFamily="34" charset="0"/>
                        </a:rPr>
                        <a:t>傳閱財務章節初稿</a:t>
                      </a: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635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保薦人香港律師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保薦人、保薦人香港律師、審計師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審計師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公司香港律師</a:t>
                      </a: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9525" cap="flat" cmpd="sng" algn="ctr">
                      <a:no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74147766"/>
                  </a:ext>
                </a:extLst>
              </a:tr>
            </a:tbl>
          </a:graphicData>
        </a:graphic>
      </p:graphicFrame>
      <p:sp>
        <p:nvSpPr>
          <p:cNvPr id="9" name="object 29">
            <a:extLst>
              <a:ext uri="{FF2B5EF4-FFF2-40B4-BE49-F238E27FC236}">
                <a16:creationId xmlns:a16="http://schemas.microsoft.com/office/drawing/2014/main" id="{4C3FA053-95C7-4144-87FB-0CE5B8454618}"/>
              </a:ext>
            </a:extLst>
          </p:cNvPr>
          <p:cNvSpPr txBox="1">
            <a:spLocks/>
          </p:cNvSpPr>
          <p:nvPr/>
        </p:nvSpPr>
        <p:spPr>
          <a:xfrm>
            <a:off x="581296" y="6175879"/>
            <a:ext cx="7221583" cy="120546"/>
          </a:xfrm>
          <a:prstGeom prst="rect">
            <a:avLst/>
          </a:prstGeom>
        </p:spPr>
        <p:txBody>
          <a:bodyPr vert="horz" wrap="square" lIns="0" tIns="12700" rIns="0" bIns="0" rtlCol="0">
            <a:spAutoFit/>
          </a:bodyPr>
          <a:lstStyle>
            <a:defPPr>
              <a:defRPr lang="en-US"/>
            </a:defPPr>
            <a:lvl1pPr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1pPr>
            <a:lvl2pPr marL="457152"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2pPr>
            <a:lvl3pPr marL="914303"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3pPr>
            <a:lvl4pPr marL="1371455"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4pPr>
            <a:lvl5pPr marL="1828606"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5pPr>
            <a:lvl6pPr marL="2285758"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6pPr>
            <a:lvl7pPr marL="2742909"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7pPr>
            <a:lvl8pPr marL="3200061"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8pPr>
            <a:lvl9pPr marL="3657212"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9pPr>
          </a:lstStyle>
          <a:p>
            <a:pPr marL="57150">
              <a:spcBef>
                <a:spcPts val="100"/>
              </a:spcBef>
            </a:pPr>
            <a:r>
              <a:rPr lang="zh-TW" altLang="en-US" sz="700" spc="10">
                <a:latin typeface="KaiTi" panose="02010609060101010101" pitchFamily="49" charset="-122"/>
                <a:ea typeface="KaiTi" panose="02010609060101010101" pitchFamily="49" charset="-122"/>
              </a:rPr>
              <a:t>注：最終上市時間表將取決於監管部門審批速度、資本市場條件等各方面因素影響</a:t>
            </a:r>
            <a:endParaRPr lang="zh-CN" altLang="en-US" sz="700">
              <a:latin typeface="KaiTi" panose="02010609060101010101" pitchFamily="49" charset="-122"/>
              <a:ea typeface="KaiTi" panose="02010609060101010101" pitchFamily="49" charset="-122"/>
              <a:cs typeface="Arial"/>
            </a:endParaRPr>
          </a:p>
        </p:txBody>
      </p:sp>
    </p:spTree>
    <p:extLst>
      <p:ext uri="{BB962C8B-B14F-4D97-AF65-F5344CB8AC3E}">
        <p14:creationId xmlns:p14="http://schemas.microsoft.com/office/powerpoint/2010/main" val="18567123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9" name="Rectangle 2"/>
          <p:cNvSpPr>
            <a:spLocks noGrp="1" noChangeArrowheads="1"/>
          </p:cNvSpPr>
          <p:nvPr>
            <p:ph type="title"/>
          </p:nvPr>
        </p:nvSpPr>
        <p:spPr>
          <a:xfrm>
            <a:off x="663575" y="489692"/>
            <a:ext cx="7845552" cy="469159"/>
          </a:xfrm>
        </p:spPr>
        <p:txBody>
          <a:bodyPr/>
          <a:lstStyle/>
          <a:p>
            <a:r>
              <a:rPr lang="en-US" altLang="zh-CN" dirty="0">
                <a:latin typeface="Calibri" panose="020F0502020204030204" pitchFamily="34" charset="0"/>
                <a:ea typeface="KaiTi" panose="02010609060101010101" pitchFamily="49" charset="-122"/>
                <a:cs typeface="Calibri" panose="020F0502020204030204" pitchFamily="34" charset="0"/>
              </a:rPr>
              <a:t>4.2 </a:t>
            </a:r>
            <a:r>
              <a:rPr lang="zh-CN" altLang="en-US" dirty="0">
                <a:latin typeface="KaiTi" panose="02010609060101010101" pitchFamily="49" charset="-122"/>
                <a:ea typeface="KaiTi" panose="02010609060101010101" pitchFamily="49" charset="-122"/>
                <a:cs typeface="Calibri" panose="020F0502020204030204" pitchFamily="34" charset="0"/>
              </a:rPr>
              <a:t>詳細時間表</a:t>
            </a:r>
            <a:r>
              <a:rPr lang="en-US" altLang="zh-CN" dirty="0">
                <a:latin typeface="KaiTi" panose="02010609060101010101" pitchFamily="49" charset="-122"/>
                <a:ea typeface="KaiTi" panose="02010609060101010101" pitchFamily="49" charset="-122"/>
                <a:cs typeface="Calibri" panose="020F0502020204030204" pitchFamily="34" charset="0"/>
              </a:rPr>
              <a:t>(</a:t>
            </a:r>
            <a:r>
              <a:rPr lang="zh-CN" altLang="en-US" dirty="0">
                <a:latin typeface="KaiTi" panose="02010609060101010101" pitchFamily="49" charset="-122"/>
                <a:ea typeface="KaiTi" panose="02010609060101010101" pitchFamily="49" charset="-122"/>
                <a:cs typeface="Calibri" panose="020F0502020204030204" pitchFamily="34" charset="0"/>
              </a:rPr>
              <a:t>續</a:t>
            </a:r>
            <a:r>
              <a:rPr lang="en-US" altLang="zh-CN" dirty="0">
                <a:latin typeface="KaiTi" panose="02010609060101010101" pitchFamily="49" charset="-122"/>
                <a:ea typeface="KaiTi" panose="02010609060101010101" pitchFamily="49" charset="-122"/>
                <a:cs typeface="Calibri" panose="020F0502020204030204" pitchFamily="34" charset="0"/>
              </a:rPr>
              <a:t>)</a:t>
            </a:r>
            <a:endParaRPr lang="zh-CN" altLang="en-US" dirty="0">
              <a:latin typeface="KaiTi" panose="02010609060101010101" pitchFamily="49" charset="-122"/>
              <a:ea typeface="KaiTi" panose="02010609060101010101" pitchFamily="49" charset="-122"/>
              <a:cs typeface="Calibri" panose="020F0502020204030204" pitchFamily="34" charset="0"/>
            </a:endParaRPr>
          </a:p>
        </p:txBody>
      </p:sp>
      <p:sp>
        <p:nvSpPr>
          <p:cNvPr id="3" name="Slide Number Placeholder 2">
            <a:extLst>
              <a:ext uri="{FF2B5EF4-FFF2-40B4-BE49-F238E27FC236}">
                <a16:creationId xmlns:a16="http://schemas.microsoft.com/office/drawing/2014/main" id="{D2D69C45-4B89-4E7E-9F68-147BA17A180D}"/>
              </a:ext>
            </a:extLst>
          </p:cNvPr>
          <p:cNvSpPr>
            <a:spLocks noGrp="1"/>
          </p:cNvSpPr>
          <p:nvPr>
            <p:ph type="sldNum" sz="quarter" idx="10"/>
          </p:nvPr>
        </p:nvSpPr>
        <p:spPr/>
        <p:txBody>
          <a:bodyPr/>
          <a:lstStyle/>
          <a:p>
            <a:pPr>
              <a:defRPr/>
            </a:pPr>
            <a:fld id="{17AE90FD-2A67-4F1C-8A5E-6FE36A4F61F0}" type="slidenum">
              <a:rPr lang="en-US" altLang="en-US" smtClean="0">
                <a:latin typeface="Calibri" panose="020F0502020204030204" pitchFamily="34" charset="0"/>
                <a:cs typeface="Calibri" panose="020F0502020204030204" pitchFamily="34" charset="0"/>
              </a:rPr>
              <a:pPr>
                <a:defRPr/>
              </a:pPr>
              <a:t>19</a:t>
            </a:fld>
            <a:endParaRPr lang="en-US" altLang="en-US">
              <a:latin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E244F3F2-7B79-4167-8988-FDE4935724FB}"/>
              </a:ext>
            </a:extLst>
          </p:cNvPr>
          <p:cNvGraphicFramePr>
            <a:graphicFrameLocks noGrp="1"/>
          </p:cNvGraphicFramePr>
          <p:nvPr/>
        </p:nvGraphicFramePr>
        <p:xfrm>
          <a:off x="661691" y="1051330"/>
          <a:ext cx="7845552" cy="1455648"/>
        </p:xfrm>
        <a:graphic>
          <a:graphicData uri="http://schemas.openxmlformats.org/drawingml/2006/table">
            <a:tbl>
              <a:tblPr/>
              <a:tblGrid>
                <a:gridCol w="179355">
                  <a:extLst>
                    <a:ext uri="{9D8B030D-6E8A-4147-A177-3AD203B41FA5}">
                      <a16:colId xmlns:a16="http://schemas.microsoft.com/office/drawing/2014/main" val="632863646"/>
                    </a:ext>
                  </a:extLst>
                </a:gridCol>
                <a:gridCol w="179355">
                  <a:extLst>
                    <a:ext uri="{9D8B030D-6E8A-4147-A177-3AD203B41FA5}">
                      <a16:colId xmlns:a16="http://schemas.microsoft.com/office/drawing/2014/main" val="4260500397"/>
                    </a:ext>
                  </a:extLst>
                </a:gridCol>
                <a:gridCol w="179355">
                  <a:extLst>
                    <a:ext uri="{9D8B030D-6E8A-4147-A177-3AD203B41FA5}">
                      <a16:colId xmlns:a16="http://schemas.microsoft.com/office/drawing/2014/main" val="3714215512"/>
                    </a:ext>
                  </a:extLst>
                </a:gridCol>
                <a:gridCol w="179355">
                  <a:extLst>
                    <a:ext uri="{9D8B030D-6E8A-4147-A177-3AD203B41FA5}">
                      <a16:colId xmlns:a16="http://schemas.microsoft.com/office/drawing/2014/main" val="1252371493"/>
                    </a:ext>
                  </a:extLst>
                </a:gridCol>
                <a:gridCol w="179355">
                  <a:extLst>
                    <a:ext uri="{9D8B030D-6E8A-4147-A177-3AD203B41FA5}">
                      <a16:colId xmlns:a16="http://schemas.microsoft.com/office/drawing/2014/main" val="258922648"/>
                    </a:ext>
                  </a:extLst>
                </a:gridCol>
                <a:gridCol w="179355">
                  <a:extLst>
                    <a:ext uri="{9D8B030D-6E8A-4147-A177-3AD203B41FA5}">
                      <a16:colId xmlns:a16="http://schemas.microsoft.com/office/drawing/2014/main" val="2212696656"/>
                    </a:ext>
                  </a:extLst>
                </a:gridCol>
                <a:gridCol w="179355">
                  <a:extLst>
                    <a:ext uri="{9D8B030D-6E8A-4147-A177-3AD203B41FA5}">
                      <a16:colId xmlns:a16="http://schemas.microsoft.com/office/drawing/2014/main" val="2203261074"/>
                    </a:ext>
                  </a:extLst>
                </a:gridCol>
                <a:gridCol w="73885">
                  <a:extLst>
                    <a:ext uri="{9D8B030D-6E8A-4147-A177-3AD203B41FA5}">
                      <a16:colId xmlns:a16="http://schemas.microsoft.com/office/drawing/2014/main" val="3466189971"/>
                    </a:ext>
                  </a:extLst>
                </a:gridCol>
                <a:gridCol w="177327">
                  <a:extLst>
                    <a:ext uri="{9D8B030D-6E8A-4147-A177-3AD203B41FA5}">
                      <a16:colId xmlns:a16="http://schemas.microsoft.com/office/drawing/2014/main" val="3276882706"/>
                    </a:ext>
                  </a:extLst>
                </a:gridCol>
                <a:gridCol w="179355">
                  <a:extLst>
                    <a:ext uri="{9D8B030D-6E8A-4147-A177-3AD203B41FA5}">
                      <a16:colId xmlns:a16="http://schemas.microsoft.com/office/drawing/2014/main" val="703712399"/>
                    </a:ext>
                  </a:extLst>
                </a:gridCol>
                <a:gridCol w="179355">
                  <a:extLst>
                    <a:ext uri="{9D8B030D-6E8A-4147-A177-3AD203B41FA5}">
                      <a16:colId xmlns:a16="http://schemas.microsoft.com/office/drawing/2014/main" val="3928445052"/>
                    </a:ext>
                  </a:extLst>
                </a:gridCol>
                <a:gridCol w="177328">
                  <a:extLst>
                    <a:ext uri="{9D8B030D-6E8A-4147-A177-3AD203B41FA5}">
                      <a16:colId xmlns:a16="http://schemas.microsoft.com/office/drawing/2014/main" val="2193126482"/>
                    </a:ext>
                  </a:extLst>
                </a:gridCol>
                <a:gridCol w="177327">
                  <a:extLst>
                    <a:ext uri="{9D8B030D-6E8A-4147-A177-3AD203B41FA5}">
                      <a16:colId xmlns:a16="http://schemas.microsoft.com/office/drawing/2014/main" val="439283271"/>
                    </a:ext>
                  </a:extLst>
                </a:gridCol>
                <a:gridCol w="179355">
                  <a:extLst>
                    <a:ext uri="{9D8B030D-6E8A-4147-A177-3AD203B41FA5}">
                      <a16:colId xmlns:a16="http://schemas.microsoft.com/office/drawing/2014/main" val="1967768558"/>
                    </a:ext>
                  </a:extLst>
                </a:gridCol>
                <a:gridCol w="177327">
                  <a:extLst>
                    <a:ext uri="{9D8B030D-6E8A-4147-A177-3AD203B41FA5}">
                      <a16:colId xmlns:a16="http://schemas.microsoft.com/office/drawing/2014/main" val="2896965937"/>
                    </a:ext>
                  </a:extLst>
                </a:gridCol>
                <a:gridCol w="73885">
                  <a:extLst>
                    <a:ext uri="{9D8B030D-6E8A-4147-A177-3AD203B41FA5}">
                      <a16:colId xmlns:a16="http://schemas.microsoft.com/office/drawing/2014/main" val="2556315855"/>
                    </a:ext>
                  </a:extLst>
                </a:gridCol>
                <a:gridCol w="177327">
                  <a:extLst>
                    <a:ext uri="{9D8B030D-6E8A-4147-A177-3AD203B41FA5}">
                      <a16:colId xmlns:a16="http://schemas.microsoft.com/office/drawing/2014/main" val="2851345119"/>
                    </a:ext>
                  </a:extLst>
                </a:gridCol>
                <a:gridCol w="177327">
                  <a:extLst>
                    <a:ext uri="{9D8B030D-6E8A-4147-A177-3AD203B41FA5}">
                      <a16:colId xmlns:a16="http://schemas.microsoft.com/office/drawing/2014/main" val="4169969330"/>
                    </a:ext>
                  </a:extLst>
                </a:gridCol>
                <a:gridCol w="177327">
                  <a:extLst>
                    <a:ext uri="{9D8B030D-6E8A-4147-A177-3AD203B41FA5}">
                      <a16:colId xmlns:a16="http://schemas.microsoft.com/office/drawing/2014/main" val="4133801659"/>
                    </a:ext>
                  </a:extLst>
                </a:gridCol>
                <a:gridCol w="177327">
                  <a:extLst>
                    <a:ext uri="{9D8B030D-6E8A-4147-A177-3AD203B41FA5}">
                      <a16:colId xmlns:a16="http://schemas.microsoft.com/office/drawing/2014/main" val="2484976351"/>
                    </a:ext>
                  </a:extLst>
                </a:gridCol>
                <a:gridCol w="177327">
                  <a:extLst>
                    <a:ext uri="{9D8B030D-6E8A-4147-A177-3AD203B41FA5}">
                      <a16:colId xmlns:a16="http://schemas.microsoft.com/office/drawing/2014/main" val="2188070336"/>
                    </a:ext>
                  </a:extLst>
                </a:gridCol>
                <a:gridCol w="177327">
                  <a:extLst>
                    <a:ext uri="{9D8B030D-6E8A-4147-A177-3AD203B41FA5}">
                      <a16:colId xmlns:a16="http://schemas.microsoft.com/office/drawing/2014/main" val="1632072575"/>
                    </a:ext>
                  </a:extLst>
                </a:gridCol>
                <a:gridCol w="177327">
                  <a:extLst>
                    <a:ext uri="{9D8B030D-6E8A-4147-A177-3AD203B41FA5}">
                      <a16:colId xmlns:a16="http://schemas.microsoft.com/office/drawing/2014/main" val="624347247"/>
                    </a:ext>
                  </a:extLst>
                </a:gridCol>
                <a:gridCol w="73885">
                  <a:extLst>
                    <a:ext uri="{9D8B030D-6E8A-4147-A177-3AD203B41FA5}">
                      <a16:colId xmlns:a16="http://schemas.microsoft.com/office/drawing/2014/main" val="1593100744"/>
                    </a:ext>
                  </a:extLst>
                </a:gridCol>
                <a:gridCol w="177327">
                  <a:extLst>
                    <a:ext uri="{9D8B030D-6E8A-4147-A177-3AD203B41FA5}">
                      <a16:colId xmlns:a16="http://schemas.microsoft.com/office/drawing/2014/main" val="37193534"/>
                    </a:ext>
                  </a:extLst>
                </a:gridCol>
                <a:gridCol w="177327">
                  <a:extLst>
                    <a:ext uri="{9D8B030D-6E8A-4147-A177-3AD203B41FA5}">
                      <a16:colId xmlns:a16="http://schemas.microsoft.com/office/drawing/2014/main" val="2912563522"/>
                    </a:ext>
                  </a:extLst>
                </a:gridCol>
                <a:gridCol w="177327">
                  <a:extLst>
                    <a:ext uri="{9D8B030D-6E8A-4147-A177-3AD203B41FA5}">
                      <a16:colId xmlns:a16="http://schemas.microsoft.com/office/drawing/2014/main" val="954881887"/>
                    </a:ext>
                  </a:extLst>
                </a:gridCol>
                <a:gridCol w="177327">
                  <a:extLst>
                    <a:ext uri="{9D8B030D-6E8A-4147-A177-3AD203B41FA5}">
                      <a16:colId xmlns:a16="http://schemas.microsoft.com/office/drawing/2014/main" val="689814166"/>
                    </a:ext>
                  </a:extLst>
                </a:gridCol>
                <a:gridCol w="177327">
                  <a:extLst>
                    <a:ext uri="{9D8B030D-6E8A-4147-A177-3AD203B41FA5}">
                      <a16:colId xmlns:a16="http://schemas.microsoft.com/office/drawing/2014/main" val="928905181"/>
                    </a:ext>
                  </a:extLst>
                </a:gridCol>
                <a:gridCol w="177327">
                  <a:extLst>
                    <a:ext uri="{9D8B030D-6E8A-4147-A177-3AD203B41FA5}">
                      <a16:colId xmlns:a16="http://schemas.microsoft.com/office/drawing/2014/main" val="2690568607"/>
                    </a:ext>
                  </a:extLst>
                </a:gridCol>
                <a:gridCol w="177327">
                  <a:extLst>
                    <a:ext uri="{9D8B030D-6E8A-4147-A177-3AD203B41FA5}">
                      <a16:colId xmlns:a16="http://schemas.microsoft.com/office/drawing/2014/main" val="1150948352"/>
                    </a:ext>
                  </a:extLst>
                </a:gridCol>
                <a:gridCol w="73885">
                  <a:extLst>
                    <a:ext uri="{9D8B030D-6E8A-4147-A177-3AD203B41FA5}">
                      <a16:colId xmlns:a16="http://schemas.microsoft.com/office/drawing/2014/main" val="2770791567"/>
                    </a:ext>
                  </a:extLst>
                </a:gridCol>
                <a:gridCol w="179355">
                  <a:extLst>
                    <a:ext uri="{9D8B030D-6E8A-4147-A177-3AD203B41FA5}">
                      <a16:colId xmlns:a16="http://schemas.microsoft.com/office/drawing/2014/main" val="400803536"/>
                    </a:ext>
                  </a:extLst>
                </a:gridCol>
                <a:gridCol w="177327">
                  <a:extLst>
                    <a:ext uri="{9D8B030D-6E8A-4147-A177-3AD203B41FA5}">
                      <a16:colId xmlns:a16="http://schemas.microsoft.com/office/drawing/2014/main" val="324400351"/>
                    </a:ext>
                  </a:extLst>
                </a:gridCol>
                <a:gridCol w="179355">
                  <a:extLst>
                    <a:ext uri="{9D8B030D-6E8A-4147-A177-3AD203B41FA5}">
                      <a16:colId xmlns:a16="http://schemas.microsoft.com/office/drawing/2014/main" val="3414373981"/>
                    </a:ext>
                  </a:extLst>
                </a:gridCol>
                <a:gridCol w="177327">
                  <a:extLst>
                    <a:ext uri="{9D8B030D-6E8A-4147-A177-3AD203B41FA5}">
                      <a16:colId xmlns:a16="http://schemas.microsoft.com/office/drawing/2014/main" val="2840464089"/>
                    </a:ext>
                  </a:extLst>
                </a:gridCol>
                <a:gridCol w="177327">
                  <a:extLst>
                    <a:ext uri="{9D8B030D-6E8A-4147-A177-3AD203B41FA5}">
                      <a16:colId xmlns:a16="http://schemas.microsoft.com/office/drawing/2014/main" val="2436347823"/>
                    </a:ext>
                  </a:extLst>
                </a:gridCol>
                <a:gridCol w="177327">
                  <a:extLst>
                    <a:ext uri="{9D8B030D-6E8A-4147-A177-3AD203B41FA5}">
                      <a16:colId xmlns:a16="http://schemas.microsoft.com/office/drawing/2014/main" val="121630100"/>
                    </a:ext>
                  </a:extLst>
                </a:gridCol>
                <a:gridCol w="177327">
                  <a:extLst>
                    <a:ext uri="{9D8B030D-6E8A-4147-A177-3AD203B41FA5}">
                      <a16:colId xmlns:a16="http://schemas.microsoft.com/office/drawing/2014/main" val="145758586"/>
                    </a:ext>
                  </a:extLst>
                </a:gridCol>
                <a:gridCol w="73885">
                  <a:extLst>
                    <a:ext uri="{9D8B030D-6E8A-4147-A177-3AD203B41FA5}">
                      <a16:colId xmlns:a16="http://schemas.microsoft.com/office/drawing/2014/main" val="2497428264"/>
                    </a:ext>
                  </a:extLst>
                </a:gridCol>
                <a:gridCol w="177327">
                  <a:extLst>
                    <a:ext uri="{9D8B030D-6E8A-4147-A177-3AD203B41FA5}">
                      <a16:colId xmlns:a16="http://schemas.microsoft.com/office/drawing/2014/main" val="208355606"/>
                    </a:ext>
                  </a:extLst>
                </a:gridCol>
                <a:gridCol w="177327">
                  <a:extLst>
                    <a:ext uri="{9D8B030D-6E8A-4147-A177-3AD203B41FA5}">
                      <a16:colId xmlns:a16="http://schemas.microsoft.com/office/drawing/2014/main" val="42835667"/>
                    </a:ext>
                  </a:extLst>
                </a:gridCol>
                <a:gridCol w="179355">
                  <a:extLst>
                    <a:ext uri="{9D8B030D-6E8A-4147-A177-3AD203B41FA5}">
                      <a16:colId xmlns:a16="http://schemas.microsoft.com/office/drawing/2014/main" val="3095660120"/>
                    </a:ext>
                  </a:extLst>
                </a:gridCol>
                <a:gridCol w="177327">
                  <a:extLst>
                    <a:ext uri="{9D8B030D-6E8A-4147-A177-3AD203B41FA5}">
                      <a16:colId xmlns:a16="http://schemas.microsoft.com/office/drawing/2014/main" val="1582095268"/>
                    </a:ext>
                  </a:extLst>
                </a:gridCol>
                <a:gridCol w="177327">
                  <a:extLst>
                    <a:ext uri="{9D8B030D-6E8A-4147-A177-3AD203B41FA5}">
                      <a16:colId xmlns:a16="http://schemas.microsoft.com/office/drawing/2014/main" val="1003476852"/>
                    </a:ext>
                  </a:extLst>
                </a:gridCol>
                <a:gridCol w="177327">
                  <a:extLst>
                    <a:ext uri="{9D8B030D-6E8A-4147-A177-3AD203B41FA5}">
                      <a16:colId xmlns:a16="http://schemas.microsoft.com/office/drawing/2014/main" val="2914094909"/>
                    </a:ext>
                  </a:extLst>
                </a:gridCol>
                <a:gridCol w="179355">
                  <a:extLst>
                    <a:ext uri="{9D8B030D-6E8A-4147-A177-3AD203B41FA5}">
                      <a16:colId xmlns:a16="http://schemas.microsoft.com/office/drawing/2014/main" val="3126486074"/>
                    </a:ext>
                  </a:extLst>
                </a:gridCol>
              </a:tblGrid>
              <a:tr h="166898">
                <a:tc gridSpan="47">
                  <a:txBody>
                    <a:bodyPr/>
                    <a:lstStyle/>
                    <a:p>
                      <a:pPr marL="0" marR="0" lvl="0" indent="0" algn="ctr" defTabSz="914303" rtl="0" eaLnBrk="1" fontAlgn="b" latinLnBrk="0" hangingPunct="1">
                        <a:lnSpc>
                          <a:spcPct val="100000"/>
                        </a:lnSpc>
                        <a:spcBef>
                          <a:spcPts val="0"/>
                        </a:spcBef>
                        <a:spcAft>
                          <a:spcPts val="0"/>
                        </a:spcAft>
                        <a:buClrTx/>
                        <a:buSzTx/>
                        <a:buFontTx/>
                        <a:buNone/>
                        <a:tabLst/>
                        <a:defRPr/>
                      </a:pPr>
                      <a:r>
                        <a:rPr lang="en-US" altLang="zh-CN" sz="1000" b="1" i="0" u="none" strike="noStrike">
                          <a:solidFill>
                            <a:schemeClr val="bg1"/>
                          </a:solidFill>
                          <a:effectLst/>
                          <a:latin typeface="Calibri"/>
                          <a:ea typeface="KaiTi"/>
                          <a:cs typeface="Calibri"/>
                        </a:rPr>
                        <a:t>2025</a:t>
                      </a:r>
                      <a:r>
                        <a:rPr lang="zh-TW" altLang="en-US" sz="1000" b="1" i="0" u="none" strike="noStrike">
                          <a:solidFill>
                            <a:schemeClr val="bg1"/>
                          </a:solidFill>
                          <a:effectLst/>
                          <a:latin typeface="Calibri"/>
                          <a:ea typeface="KaiTi"/>
                          <a:cs typeface="Calibri"/>
                        </a:rPr>
                        <a:t>年</a:t>
                      </a:r>
                      <a:endParaRPr lang="zh-CN" altLang="en-US" sz="1000" b="1" i="0" u="none" strike="noStrike">
                        <a:solidFill>
                          <a:schemeClr val="bg1"/>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10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654876597"/>
                  </a:ext>
                </a:extLst>
              </a:tr>
              <a:tr h="0">
                <a:tc gridSpan="7">
                  <a:txBody>
                    <a:bodyPr/>
                    <a:lstStyle/>
                    <a:p>
                      <a:pPr algn="ctr" fontAlgn="b"/>
                      <a:r>
                        <a:rPr lang="zh-CN" altLang="en-US" sz="900" b="1" i="0" u="none" strike="noStrike">
                          <a:solidFill>
                            <a:schemeClr val="tx1"/>
                          </a:solidFill>
                          <a:effectLst/>
                          <a:latin typeface="Calibri"/>
                          <a:ea typeface="KaiTi"/>
                          <a:cs typeface="Calibri"/>
                        </a:rPr>
                        <a:t>七月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八月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九月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十一月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十二月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363705868"/>
                  </a:ext>
                </a:extLst>
              </a:tr>
              <a:tr h="56606">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65871770"/>
                  </a:ext>
                </a:extLst>
              </a:tr>
              <a:tr h="56606">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rPr>
                        <a:t>1</a:t>
                      </a:r>
                      <a:endParaRPr lang="en-US" sz="800" b="0" i="0" u="none" strike="noStrike">
                        <a:solidFill>
                          <a:schemeClr val="accent3"/>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chemeClr val="tx1"/>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0755468"/>
                  </a:ext>
                </a:extLst>
              </a:tr>
              <a:tr h="56606">
                <a:tc>
                  <a:txBody>
                    <a:bodyPr/>
                    <a:lstStyle/>
                    <a:p>
                      <a:pPr algn="ctr" fontAlgn="b"/>
                      <a:r>
                        <a:rPr lang="en-US" sz="800" b="0" i="0" u="none" strike="noStrike">
                          <a:solidFill>
                            <a:srgbClr val="C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2"/>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7850027"/>
                  </a:ext>
                </a:extLst>
              </a:tr>
              <a:tr h="75284">
                <a:tc>
                  <a:txBody>
                    <a:bodyPr/>
                    <a:lstStyle/>
                    <a:p>
                      <a:pPr algn="ctr" fontAlgn="b"/>
                      <a:r>
                        <a:rPr lang="en-US" sz="800" b="0" i="0" u="none" strike="noStrike">
                          <a:solidFill>
                            <a:srgbClr val="C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6722627"/>
                  </a:ext>
                </a:extLst>
              </a:tr>
              <a:tr h="56606">
                <a:tc>
                  <a:txBody>
                    <a:bodyPr/>
                    <a:lstStyle/>
                    <a:p>
                      <a:pPr algn="ctr" fontAlgn="b"/>
                      <a:r>
                        <a:rPr lang="en-US" sz="800" b="0" i="0" u="none" strike="noStrike">
                          <a:solidFill>
                            <a:srgbClr val="C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accent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accent1"/>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7577297"/>
                  </a:ext>
                </a:extLst>
              </a:tr>
              <a:tr h="103918">
                <a:tc>
                  <a:txBody>
                    <a:bodyPr/>
                    <a:lstStyle/>
                    <a:p>
                      <a:pPr algn="ctr" fontAlgn="b"/>
                      <a:r>
                        <a:rPr lang="en-US" sz="800" b="0" i="0" u="none" strike="noStrike">
                          <a:solidFill>
                            <a:srgbClr val="C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0248100"/>
                  </a:ext>
                </a:extLst>
              </a:tr>
              <a:tr h="56606">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5904094"/>
                  </a:ext>
                </a:extLst>
              </a:tr>
              <a:tr h="56606">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8002859"/>
                  </a:ext>
                </a:extLst>
              </a:tr>
              <a:tr h="56606">
                <a:tc gridSpan="6">
                  <a:txBody>
                    <a:bodyPr/>
                    <a:lstStyle/>
                    <a:p>
                      <a:pPr algn="l" fontAlgn="b"/>
                      <a:r>
                        <a:rPr lang="zh-TW"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香港公眾假期</a:t>
                      </a:r>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93343203"/>
                  </a:ext>
                </a:extLst>
              </a:tr>
            </a:tbl>
          </a:graphicData>
        </a:graphic>
      </p:graphicFrame>
      <p:graphicFrame>
        <p:nvGraphicFramePr>
          <p:cNvPr id="7" name="object 28">
            <a:extLst>
              <a:ext uri="{FF2B5EF4-FFF2-40B4-BE49-F238E27FC236}">
                <a16:creationId xmlns:a16="http://schemas.microsoft.com/office/drawing/2014/main" id="{90B85D19-D6FB-4A3A-9A02-691B0E9D75BA}"/>
              </a:ext>
            </a:extLst>
          </p:cNvPr>
          <p:cNvGraphicFramePr>
            <a:graphicFrameLocks noGrp="1"/>
          </p:cNvGraphicFramePr>
          <p:nvPr>
            <p:extLst>
              <p:ext uri="{D42A27DB-BD31-4B8C-83A1-F6EECF244321}">
                <p14:modId xmlns:p14="http://schemas.microsoft.com/office/powerpoint/2010/main" val="2435014676"/>
              </p:ext>
            </p:extLst>
          </p:nvPr>
        </p:nvGraphicFramePr>
        <p:xfrm>
          <a:off x="271934" y="2671518"/>
          <a:ext cx="8628833" cy="3275929"/>
        </p:xfrm>
        <a:graphic>
          <a:graphicData uri="http://schemas.openxmlformats.org/drawingml/2006/table">
            <a:tbl>
              <a:tblPr firstRow="1" bandRow="1">
                <a:tableStyleId>{2D5ABB26-0587-4C30-8999-92F81FD0307C}</a:tableStyleId>
              </a:tblPr>
              <a:tblGrid>
                <a:gridCol w="1156272">
                  <a:extLst>
                    <a:ext uri="{9D8B030D-6E8A-4147-A177-3AD203B41FA5}">
                      <a16:colId xmlns:a16="http://schemas.microsoft.com/office/drawing/2014/main" val="20000"/>
                    </a:ext>
                  </a:extLst>
                </a:gridCol>
                <a:gridCol w="4831583">
                  <a:extLst>
                    <a:ext uri="{9D8B030D-6E8A-4147-A177-3AD203B41FA5}">
                      <a16:colId xmlns:a16="http://schemas.microsoft.com/office/drawing/2014/main" val="20001"/>
                    </a:ext>
                  </a:extLst>
                </a:gridCol>
                <a:gridCol w="2640978">
                  <a:extLst>
                    <a:ext uri="{9D8B030D-6E8A-4147-A177-3AD203B41FA5}">
                      <a16:colId xmlns:a16="http://schemas.microsoft.com/office/drawing/2014/main" val="20002"/>
                    </a:ext>
                  </a:extLst>
                </a:gridCol>
              </a:tblGrid>
              <a:tr h="163899">
                <a:tc>
                  <a:txBody>
                    <a:bodyPr/>
                    <a:lstStyle/>
                    <a:p>
                      <a:pPr marL="85725" algn="l">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日期</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w="12700">
                      <a:noFill/>
                      <a:prstDash val="solid"/>
                    </a:lnL>
                    <a:lnR>
                      <a:noFill/>
                    </a:lnR>
                    <a:lnT w="12700">
                      <a:noFill/>
                      <a:prstDash val="solid"/>
                    </a:lnT>
                    <a:lnB w="6350">
                      <a:noFill/>
                      <a:prstDash val="solid"/>
                    </a:lnB>
                    <a:lnTlToBr w="12700" cmpd="sng">
                      <a:noFill/>
                      <a:prstDash val="solid"/>
                    </a:lnTlToBr>
                    <a:lnBlToTr w="12700" cmpd="sng">
                      <a:noFill/>
                      <a:prstDash val="solid"/>
                    </a:lnBlToTr>
                    <a:solidFill>
                      <a:srgbClr val="C00000"/>
                    </a:solidFill>
                  </a:tcPr>
                </a:tc>
                <a:tc>
                  <a:txBody>
                    <a:bodyPr/>
                    <a:lstStyle/>
                    <a:p>
                      <a:pPr marL="93345" algn="ctr">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主要事項</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a:noFill/>
                    </a:lnL>
                    <a:lnR>
                      <a:noFill/>
                    </a:lnR>
                    <a:lnT w="12700">
                      <a:noFill/>
                      <a:prstDash val="solid"/>
                    </a:lnT>
                    <a:lnB w="6350">
                      <a:noFill/>
                      <a:prstDash val="solid"/>
                    </a:lnB>
                    <a:lnTlToBr w="12700" cmpd="sng">
                      <a:noFill/>
                      <a:prstDash val="solid"/>
                    </a:lnTlToBr>
                    <a:lnBlToTr w="12700" cmpd="sng">
                      <a:noFill/>
                      <a:prstDash val="solid"/>
                    </a:lnBlToTr>
                    <a:solidFill>
                      <a:srgbClr val="C00000"/>
                    </a:solidFill>
                  </a:tcPr>
                </a:tc>
                <a:tc>
                  <a:txBody>
                    <a:bodyPr/>
                    <a:lstStyle/>
                    <a:p>
                      <a:pPr marL="95250" algn="ctr">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主要負責方</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a:noFill/>
                    </a:lnL>
                    <a:lnR w="12700">
                      <a:noFill/>
                      <a:prstDash val="solid"/>
                    </a:lnR>
                    <a:lnT w="12700">
                      <a:noFill/>
                      <a:prstDash val="solid"/>
                    </a:lnT>
                    <a:lnB w="6350">
                      <a:noFill/>
                      <a:prstDash val="soli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0000"/>
                  </a:ext>
                </a:extLst>
              </a:tr>
              <a:tr h="139317">
                <a:tc gridSpan="3">
                  <a:txBody>
                    <a:bodyPr/>
                    <a:lstStyle/>
                    <a:p>
                      <a:pPr marL="85725">
                        <a:lnSpc>
                          <a:spcPct val="100000"/>
                        </a:lnSpc>
                        <a:spcBef>
                          <a:spcPts val="315"/>
                        </a:spcBef>
                      </a:pPr>
                      <a:r>
                        <a:rPr lang="en-US" altLang="zh-CN" sz="1000" b="1" u="none">
                          <a:solidFill>
                            <a:schemeClr val="tx1"/>
                          </a:solidFill>
                          <a:latin typeface="Calibri" panose="020F0502020204030204" pitchFamily="34" charset="0"/>
                          <a:ea typeface="KaiTi" panose="02010609060101010101" pitchFamily="49" charset="-122"/>
                          <a:cs typeface="Calibri" panose="020F0502020204030204" pitchFamily="34" charset="0"/>
                        </a:rPr>
                        <a:t>2025</a:t>
                      </a:r>
                      <a:r>
                        <a:rPr lang="zh-CN" altLang="en-US" sz="1000" b="1" u="none">
                          <a:solidFill>
                            <a:schemeClr val="tx1"/>
                          </a:solidFill>
                          <a:latin typeface="Calibri" panose="020F0502020204030204" pitchFamily="34" charset="0"/>
                          <a:ea typeface="KaiTi" panose="02010609060101010101" pitchFamily="49" charset="-122"/>
                          <a:cs typeface="Calibri" panose="020F0502020204030204" pitchFamily="34" charset="0"/>
                        </a:rPr>
                        <a:t>年</a:t>
                      </a:r>
                      <a:endParaRPr sz="1000" b="1" u="none">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marL="0" marR="0" marT="40005" marB="0">
                    <a:lnL>
                      <a:noFill/>
                    </a:lnL>
                    <a:lnR>
                      <a:noFill/>
                    </a:lnR>
                    <a:lnT w="6350">
                      <a:noFill/>
                      <a:prstDash val="soli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332740" indent="-170180">
                        <a:lnSpc>
                          <a:spcPct val="100000"/>
                        </a:lnSpc>
                        <a:spcBef>
                          <a:spcPts val="315"/>
                        </a:spcBef>
                        <a:buClr>
                          <a:srgbClr val="96999B"/>
                        </a:buClr>
                        <a:buFont typeface="Symbol"/>
                        <a:buChar char=""/>
                        <a:tabLst>
                          <a:tab pos="333375" algn="l"/>
                        </a:tabLst>
                      </a:pPr>
                      <a:endParaRPr lang="zh-CN" altLang="en-US" sz="850">
                        <a:solidFill>
                          <a:srgbClr val="52555A"/>
                        </a:solidFill>
                        <a:latin typeface="Calibri" panose="020F0502020204030204" pitchFamily="34" charset="0"/>
                        <a:cs typeface="Calibri" panose="020F0502020204030204" pitchFamily="34" charset="0"/>
                      </a:endParaRPr>
                    </a:p>
                  </a:txBody>
                  <a:tcPr marL="0" marR="0" marT="40005" marB="0">
                    <a:lnL w="6350" cap="flat" cmpd="sng" algn="ctr">
                      <a:solidFill>
                        <a:srgbClr val="52555A"/>
                      </a:solidFill>
                      <a:prstDash val="solid"/>
                      <a:round/>
                      <a:headEnd type="none" w="med" len="med"/>
                      <a:tailEnd type="none" w="med" len="med"/>
                    </a:lnL>
                    <a:lnR w="9525" cap="flat" cmpd="sng" algn="ctr">
                      <a:solidFill>
                        <a:srgbClr val="52555A"/>
                      </a:solidFill>
                      <a:prstDash val="solid"/>
                      <a:round/>
                      <a:headEnd type="none" w="med" len="med"/>
                      <a:tailEnd type="none" w="med" len="med"/>
                    </a:lnR>
                    <a:lnT w="6350">
                      <a:solidFill>
                        <a:srgbClr val="52555A"/>
                      </a:solidFill>
                      <a:prstDash val="solid"/>
                    </a:lnT>
                    <a:lnB w="6350" cap="flat" cmpd="sng" algn="ctr">
                      <a:solidFill>
                        <a:srgbClr val="52555A"/>
                      </a:solidFill>
                      <a:prstDash val="solid"/>
                      <a:round/>
                      <a:headEnd type="none" w="med" len="med"/>
                      <a:tailEnd type="none" w="med" len="med"/>
                    </a:lnB>
                  </a:tcPr>
                </a:tc>
                <a:tc hMerge="1">
                  <a:txBody>
                    <a:bodyPr/>
                    <a:lstStyle/>
                    <a:p>
                      <a:pPr marL="334645" indent="-170180">
                        <a:lnSpc>
                          <a:spcPct val="100000"/>
                        </a:lnSpc>
                        <a:spcBef>
                          <a:spcPts val="315"/>
                        </a:spcBef>
                        <a:buClr>
                          <a:srgbClr val="96999B"/>
                        </a:buClr>
                        <a:buFont typeface="Symbol"/>
                        <a:buChar char=""/>
                        <a:tabLst>
                          <a:tab pos="335280" algn="l"/>
                        </a:tabLst>
                      </a:pPr>
                      <a:endParaRPr sz="850">
                        <a:latin typeface="Calibri" panose="020F0502020204030204" pitchFamily="34" charset="0"/>
                        <a:cs typeface="Calibri" panose="020F0502020204030204" pitchFamily="34" charset="0"/>
                      </a:endParaRPr>
                    </a:p>
                  </a:txBody>
                  <a:tcPr marL="0" marR="0" marT="40005" marB="0">
                    <a:lnL w="9525" cap="flat" cmpd="sng" algn="ctr">
                      <a:solidFill>
                        <a:srgbClr val="52555A"/>
                      </a:solidFill>
                      <a:prstDash val="solid"/>
                      <a:round/>
                      <a:headEnd type="none" w="med" len="med"/>
                      <a:tailEnd type="none" w="med" len="med"/>
                    </a:lnL>
                    <a:lnT w="6350">
                      <a:solidFill>
                        <a:srgbClr val="52555A"/>
                      </a:solidFill>
                      <a:prstDash val="solid"/>
                    </a:lnT>
                    <a:lnB w="6350" cap="flat" cmpd="sng" algn="ctr">
                      <a:solidFill>
                        <a:srgbClr val="52555A"/>
                      </a:solidFill>
                      <a:prstDash val="solid"/>
                      <a:round/>
                      <a:headEnd type="none" w="med" len="med"/>
                      <a:tailEnd type="none" w="med" len="med"/>
                    </a:lnB>
                  </a:tcPr>
                </a:tc>
                <a:extLst>
                  <a:ext uri="{0D108BD9-81ED-4DB2-BD59-A6C34878D82A}">
                    <a16:rowId xmlns:a16="http://schemas.microsoft.com/office/drawing/2014/main" val="32136630"/>
                  </a:ext>
                </a:extLst>
              </a:tr>
              <a:tr h="1428714">
                <a:tc>
                  <a:txBody>
                    <a:bodyPr/>
                    <a:lstStyle/>
                    <a:p>
                      <a:pPr marL="0" marR="0" lvl="0" indent="0" algn="l" defTabSz="914303" rtl="0" eaLnBrk="1" fontAlgn="base" latinLnBrk="0" hangingPunct="1">
                        <a:lnSpc>
                          <a:spcPct val="100000"/>
                        </a:lnSpc>
                        <a:spcBef>
                          <a:spcPts val="0"/>
                        </a:spcBef>
                        <a:spcAft>
                          <a:spcPts val="0"/>
                        </a:spcAft>
                        <a:buClrTx/>
                        <a:buSzTx/>
                        <a:buFontTx/>
                        <a:buNone/>
                        <a:tabLst/>
                        <a:defRPr/>
                      </a:pPr>
                      <a:r>
                        <a:rPr kumimoji="0" lang="en-US" altLang="zh-TW" sz="900" b="0" i="0" u="none" strike="noStrike" kern="1200" cap="none" spc="0" normalizeH="0" baseline="0" noProof="0" dirty="0">
                          <a:ln>
                            <a:noFill/>
                          </a:ln>
                          <a:solidFill>
                            <a:srgbClr val="000000"/>
                          </a:solidFill>
                          <a:effectLst/>
                          <a:uLnTx/>
                          <a:uFillTx/>
                          <a:latin typeface="KaiTi" panose="02010609060101010101" pitchFamily="49" charset="-122"/>
                          <a:ea typeface="KaiTi" panose="02010609060101010101" pitchFamily="49" charset="-122"/>
                          <a:cs typeface="+mn-cs"/>
                        </a:rPr>
                        <a:t>10</a:t>
                      </a:r>
                      <a:r>
                        <a:rPr kumimoji="0" lang="zh-TW" altLang="en-US" sz="900" b="0" i="0" u="none" strike="noStrike" kern="1200" cap="none" spc="0" normalizeH="0" baseline="0" noProof="0" dirty="0">
                          <a:ln>
                            <a:noFill/>
                          </a:ln>
                          <a:solidFill>
                            <a:srgbClr val="000000"/>
                          </a:solidFill>
                          <a:effectLst/>
                          <a:uLnTx/>
                          <a:uFillTx/>
                          <a:latin typeface="KaiTi" panose="02010609060101010101" pitchFamily="49" charset="-122"/>
                          <a:ea typeface="KaiTi" panose="02010609060101010101" pitchFamily="49" charset="-122"/>
                          <a:cs typeface="+mn-cs"/>
                        </a:rPr>
                        <a:t>月</a:t>
                      </a:r>
                      <a:r>
                        <a:rPr kumimoji="0" lang="en-US" altLang="zh-TW" sz="900" b="0" i="0" u="none" strike="noStrike" kern="1200" cap="none" spc="0" normalizeH="0" baseline="0" noProof="0" dirty="0">
                          <a:ln>
                            <a:noFill/>
                          </a:ln>
                          <a:solidFill>
                            <a:srgbClr val="000000"/>
                          </a:solidFill>
                          <a:effectLst/>
                          <a:uLnTx/>
                          <a:uFillTx/>
                          <a:latin typeface="KaiTi" panose="02010609060101010101" pitchFamily="49" charset="-122"/>
                          <a:ea typeface="KaiTi" panose="02010609060101010101" pitchFamily="49" charset="-122"/>
                          <a:cs typeface="+mn-cs"/>
                        </a:rPr>
                        <a:t>27</a:t>
                      </a:r>
                      <a:r>
                        <a:rPr kumimoji="0" lang="zh-TW" altLang="en-US" sz="900" b="0" i="0" u="none" strike="noStrike" kern="1200" cap="none" spc="0" normalizeH="0" baseline="0" noProof="0" dirty="0">
                          <a:ln>
                            <a:noFill/>
                          </a:ln>
                          <a:solidFill>
                            <a:srgbClr val="000000"/>
                          </a:solidFill>
                          <a:effectLst/>
                          <a:uLnTx/>
                          <a:uFillTx/>
                          <a:latin typeface="KaiTi" panose="02010609060101010101" pitchFamily="49" charset="-122"/>
                          <a:ea typeface="KaiTi" panose="02010609060101010101" pitchFamily="49" charset="-122"/>
                          <a:cs typeface="+mn-cs"/>
                        </a:rPr>
                        <a:t>日一周​</a:t>
                      </a:r>
                      <a:endParaRPr kumimoji="0" lang="zh-TW" altLang="en-US" sz="1800" b="0" i="0" u="none" strike="noStrike" kern="1200" cap="none" spc="0" normalizeH="0" baseline="0" noProof="0" dirty="0">
                        <a:ln>
                          <a:noFill/>
                        </a:ln>
                        <a:solidFill>
                          <a:srgbClr val="000000"/>
                        </a:solidFill>
                        <a:effectLst/>
                        <a:uLnTx/>
                        <a:uFillTx/>
                        <a:latin typeface="KaiTi" panose="02010609060101010101" pitchFamily="49" charset="-122"/>
                        <a:ea typeface="KaiTi" panose="02010609060101010101" pitchFamily="49" charset="-122"/>
                        <a:cs typeface="+mn-cs"/>
                      </a:endParaRPr>
                    </a:p>
                    <a:p>
                      <a:pPr algn="l" rtl="0" fontAlgn="base"/>
                      <a:endParaRPr lang="zh-TW" altLang="en-US" b="0" i="0" dirty="0">
                        <a:solidFill>
                          <a:srgbClr val="000000"/>
                        </a:solidFill>
                        <a:effectLst/>
                        <a:latin typeface="KaiTi" panose="02010609060101010101" pitchFamily="49" charset="-122"/>
                        <a:ea typeface="KaiTi" panose="02010609060101010101" pitchFamily="49" charset="-122"/>
                      </a:endParaRPr>
                    </a:p>
                  </a:txBody>
                  <a:tcPr>
                    <a:lnL>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審計報告定稿（</a:t>
                      </a:r>
                      <a:r>
                        <a:rPr lang="en-GB"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2022/23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2023/24</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2024/25</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財年及</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2025/26</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財年首</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個月財務數據）</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定稿</a:t>
                      </a:r>
                      <a:r>
                        <a:rPr lang="en-GB"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A1</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版行業報告</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傳閱安慰函、安排函，及招股書圈數更新稿</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傳閱更新完整版招股書（須反映</a:t>
                      </a:r>
                      <a:r>
                        <a:rPr lang="en-GB"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2022/23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2023/24</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2024/25</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財年及</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2025/26</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財年首</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個月的業務及財務數據、包括業務、財務、行業、風險因素、董事高管、關連交易、歷史和其他香港章節）</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召開第三次招股書討論大會</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繼續</a:t>
                      </a:r>
                      <a:r>
                        <a:rPr lang="en-GB"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2022/23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2023/24</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2024/25</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財年及</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2025/26</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財年首</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3</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個月第三方盡調和實地走訪</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傳閱更新版估值模型及盈利和現金流預測備忘錄</a:t>
                      </a: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635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審計師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行業顧問</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審計師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公司及保薦人香港律師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全體</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保薦人、保薦人香港律師、審計師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公司、保薦人、審計師</a:t>
                      </a: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9525" cap="flat" cmpd="sng" algn="ctr">
                      <a:no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57932161"/>
                  </a:ext>
                </a:extLst>
              </a:tr>
              <a:tr h="1428714">
                <a:tc>
                  <a:txBody>
                    <a:bodyPr/>
                    <a:lstStyle/>
                    <a:p>
                      <a:pPr algn="l" rtl="0" fontAlgn="base"/>
                      <a:r>
                        <a:rPr lang="en-US" altLang="zh-TW" sz="900" b="0" i="0" dirty="0">
                          <a:solidFill>
                            <a:srgbClr val="000000"/>
                          </a:solidFill>
                          <a:effectLst/>
                          <a:latin typeface="KaiTi" panose="02010609060101010101" pitchFamily="49" charset="-122"/>
                          <a:ea typeface="KaiTi" panose="02010609060101010101" pitchFamily="49" charset="-122"/>
                        </a:rPr>
                        <a:t>11</a:t>
                      </a:r>
                      <a:r>
                        <a:rPr lang="zh-TW" altLang="en-US" sz="900" b="0" i="0" dirty="0">
                          <a:solidFill>
                            <a:srgbClr val="000000"/>
                          </a:solidFill>
                          <a:effectLst/>
                          <a:latin typeface="KaiTi" panose="02010609060101010101" pitchFamily="49" charset="-122"/>
                          <a:ea typeface="KaiTi" panose="02010609060101010101" pitchFamily="49" charset="-122"/>
                        </a:rPr>
                        <a:t>月</a:t>
                      </a:r>
                      <a:r>
                        <a:rPr lang="en-US" altLang="zh-TW" sz="900" b="0" i="0" dirty="0">
                          <a:solidFill>
                            <a:srgbClr val="000000"/>
                          </a:solidFill>
                          <a:effectLst/>
                          <a:latin typeface="KaiTi" panose="02010609060101010101" pitchFamily="49" charset="-122"/>
                          <a:ea typeface="KaiTi" panose="02010609060101010101" pitchFamily="49" charset="-122"/>
                        </a:rPr>
                        <a:t>03</a:t>
                      </a:r>
                      <a:r>
                        <a:rPr lang="zh-TW" altLang="en-US" sz="900" b="0" i="0" dirty="0">
                          <a:solidFill>
                            <a:srgbClr val="000000"/>
                          </a:solidFill>
                          <a:effectLst/>
                          <a:latin typeface="KaiTi" panose="02010609060101010101" pitchFamily="49" charset="-122"/>
                          <a:ea typeface="KaiTi" panose="02010609060101010101" pitchFamily="49" charset="-122"/>
                        </a:rPr>
                        <a:t>日一周​</a:t>
                      </a:r>
                      <a:endParaRPr lang="zh-TW" altLang="en-US" b="0" i="0" dirty="0">
                        <a:solidFill>
                          <a:srgbClr val="000000"/>
                        </a:solidFill>
                        <a:effectLst/>
                        <a:latin typeface="KaiTi" panose="02010609060101010101" pitchFamily="49" charset="-122"/>
                        <a:ea typeface="KaiTi" panose="02010609060101010101" pitchFamily="49" charset="-122"/>
                      </a:endParaRPr>
                    </a:p>
                    <a:p>
                      <a:pPr algn="l" rtl="0" fontAlgn="base"/>
                      <a:r>
                        <a:rPr lang="zh-TW" altLang="en-US" sz="900" b="0" i="0" dirty="0">
                          <a:solidFill>
                            <a:srgbClr val="000000"/>
                          </a:solidFill>
                          <a:effectLst/>
                          <a:latin typeface="KaiTi" panose="02010609060101010101" pitchFamily="49" charset="-122"/>
                          <a:ea typeface="KaiTi" panose="02010609060101010101" pitchFamily="49" charset="-122"/>
                        </a:rPr>
                        <a:t>​</a:t>
                      </a:r>
                      <a:endParaRPr lang="zh-TW" altLang="en-US" b="0" i="0" dirty="0">
                        <a:solidFill>
                          <a:srgbClr val="000000"/>
                        </a:solidFill>
                        <a:effectLst/>
                        <a:latin typeface="KaiTi" panose="02010609060101010101" pitchFamily="49" charset="-122"/>
                        <a:ea typeface="KaiTi" panose="02010609060101010101" pitchFamily="49" charset="-122"/>
                      </a:endParaRPr>
                    </a:p>
                  </a:txBody>
                  <a:tcPr>
                    <a:lnL>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傳閱</a:t>
                      </a:r>
                      <a:r>
                        <a:rPr lang="en-GB"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A1</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文件包草稿</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完成所有第三方盡調及現場走訪</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公司完成內控整改</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出具內控審閱報告（內控整改後）</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香港法律意見書、物業法律意見書（如適用）定稿</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635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全體</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保薦人、保薦人香港律師、審計師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內控顧問</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公司香港律師</a:t>
                      </a: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9525" cap="flat" cmpd="sng" algn="ctr">
                      <a:no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6551710"/>
                  </a:ext>
                </a:extLst>
              </a:tr>
            </a:tbl>
          </a:graphicData>
        </a:graphic>
      </p:graphicFrame>
      <p:sp>
        <p:nvSpPr>
          <p:cNvPr id="9" name="object 29">
            <a:extLst>
              <a:ext uri="{FF2B5EF4-FFF2-40B4-BE49-F238E27FC236}">
                <a16:creationId xmlns:a16="http://schemas.microsoft.com/office/drawing/2014/main" id="{4C3FA053-95C7-4144-87FB-0CE5B8454618}"/>
              </a:ext>
            </a:extLst>
          </p:cNvPr>
          <p:cNvSpPr txBox="1">
            <a:spLocks/>
          </p:cNvSpPr>
          <p:nvPr/>
        </p:nvSpPr>
        <p:spPr>
          <a:xfrm>
            <a:off x="581296" y="6175879"/>
            <a:ext cx="7221583" cy="120546"/>
          </a:xfrm>
          <a:prstGeom prst="rect">
            <a:avLst/>
          </a:prstGeom>
        </p:spPr>
        <p:txBody>
          <a:bodyPr vert="horz" wrap="square" lIns="0" tIns="12700" rIns="0" bIns="0" rtlCol="0">
            <a:spAutoFit/>
          </a:bodyPr>
          <a:lstStyle>
            <a:defPPr>
              <a:defRPr lang="en-US"/>
            </a:defPPr>
            <a:lvl1pPr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1pPr>
            <a:lvl2pPr marL="457152"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2pPr>
            <a:lvl3pPr marL="914303"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3pPr>
            <a:lvl4pPr marL="1371455"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4pPr>
            <a:lvl5pPr marL="1828606"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5pPr>
            <a:lvl6pPr marL="2285758"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6pPr>
            <a:lvl7pPr marL="2742909"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7pPr>
            <a:lvl8pPr marL="3200061"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8pPr>
            <a:lvl9pPr marL="3657212"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9pPr>
          </a:lstStyle>
          <a:p>
            <a:pPr marL="57150">
              <a:spcBef>
                <a:spcPts val="100"/>
              </a:spcBef>
            </a:pPr>
            <a:r>
              <a:rPr lang="zh-TW" altLang="en-US" sz="700" spc="10">
                <a:latin typeface="KaiTi" panose="02010609060101010101" pitchFamily="49" charset="-122"/>
                <a:ea typeface="KaiTi" panose="02010609060101010101" pitchFamily="49" charset="-122"/>
              </a:rPr>
              <a:t>注：最終上市時間表將取決於監管部門審批速度、資本市場條件等各方面因素影響</a:t>
            </a:r>
            <a:endParaRPr lang="zh-CN" altLang="en-US" sz="700">
              <a:latin typeface="KaiTi" panose="02010609060101010101" pitchFamily="49" charset="-122"/>
              <a:ea typeface="KaiTi" panose="02010609060101010101" pitchFamily="49" charset="-122"/>
              <a:cs typeface="Arial"/>
            </a:endParaRPr>
          </a:p>
        </p:txBody>
      </p:sp>
    </p:spTree>
    <p:extLst>
      <p:ext uri="{BB962C8B-B14F-4D97-AF65-F5344CB8AC3E}">
        <p14:creationId xmlns:p14="http://schemas.microsoft.com/office/powerpoint/2010/main" val="216756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9" name="Rectangle 2"/>
          <p:cNvSpPr>
            <a:spLocks noGrp="1" noChangeArrowheads="1"/>
          </p:cNvSpPr>
          <p:nvPr>
            <p:ph type="title"/>
          </p:nvPr>
        </p:nvSpPr>
        <p:spPr>
          <a:xfrm>
            <a:off x="663575" y="489692"/>
            <a:ext cx="7845552" cy="469159"/>
          </a:xfrm>
        </p:spPr>
        <p:txBody>
          <a:bodyPr/>
          <a:lstStyle/>
          <a:p>
            <a:r>
              <a:rPr lang="en-US" altLang="zh-CN" dirty="0">
                <a:latin typeface="Calibri" panose="020F0502020204030204" pitchFamily="34" charset="0"/>
                <a:ea typeface="KaiTi" panose="02010609060101010101" pitchFamily="49" charset="-122"/>
                <a:cs typeface="Calibri" panose="020F0502020204030204" pitchFamily="34" charset="0"/>
              </a:rPr>
              <a:t>4.2 </a:t>
            </a:r>
            <a:r>
              <a:rPr lang="zh-CN" altLang="en-US" dirty="0">
                <a:latin typeface="KaiTi" panose="02010609060101010101" pitchFamily="49" charset="-122"/>
                <a:ea typeface="KaiTi" panose="02010609060101010101" pitchFamily="49" charset="-122"/>
                <a:cs typeface="Calibri" panose="020F0502020204030204" pitchFamily="34" charset="0"/>
              </a:rPr>
              <a:t>詳細時間表</a:t>
            </a:r>
            <a:r>
              <a:rPr lang="en-US" altLang="zh-CN" dirty="0">
                <a:latin typeface="KaiTi" panose="02010609060101010101" pitchFamily="49" charset="-122"/>
                <a:ea typeface="KaiTi" panose="02010609060101010101" pitchFamily="49" charset="-122"/>
                <a:cs typeface="Calibri" panose="020F0502020204030204" pitchFamily="34" charset="0"/>
              </a:rPr>
              <a:t>(</a:t>
            </a:r>
            <a:r>
              <a:rPr lang="zh-CN" altLang="en-US" dirty="0">
                <a:latin typeface="KaiTi" panose="02010609060101010101" pitchFamily="49" charset="-122"/>
                <a:ea typeface="KaiTi" panose="02010609060101010101" pitchFamily="49" charset="-122"/>
                <a:cs typeface="Calibri" panose="020F0502020204030204" pitchFamily="34" charset="0"/>
              </a:rPr>
              <a:t>續</a:t>
            </a:r>
            <a:r>
              <a:rPr lang="en-US" altLang="zh-CN" dirty="0">
                <a:latin typeface="KaiTi" panose="02010609060101010101" pitchFamily="49" charset="-122"/>
                <a:ea typeface="KaiTi" panose="02010609060101010101" pitchFamily="49" charset="-122"/>
                <a:cs typeface="Calibri" panose="020F0502020204030204" pitchFamily="34" charset="0"/>
              </a:rPr>
              <a:t>)</a:t>
            </a:r>
            <a:endParaRPr lang="zh-CN" altLang="en-US" dirty="0">
              <a:latin typeface="KaiTi" panose="02010609060101010101" pitchFamily="49" charset="-122"/>
              <a:ea typeface="KaiTi" panose="02010609060101010101" pitchFamily="49" charset="-122"/>
              <a:cs typeface="Calibri" panose="020F0502020204030204" pitchFamily="34" charset="0"/>
            </a:endParaRPr>
          </a:p>
        </p:txBody>
      </p:sp>
      <p:sp>
        <p:nvSpPr>
          <p:cNvPr id="3" name="Slide Number Placeholder 2">
            <a:extLst>
              <a:ext uri="{FF2B5EF4-FFF2-40B4-BE49-F238E27FC236}">
                <a16:creationId xmlns:a16="http://schemas.microsoft.com/office/drawing/2014/main" id="{D2D69C45-4B89-4E7E-9F68-147BA17A180D}"/>
              </a:ext>
            </a:extLst>
          </p:cNvPr>
          <p:cNvSpPr>
            <a:spLocks noGrp="1"/>
          </p:cNvSpPr>
          <p:nvPr>
            <p:ph type="sldNum" sz="quarter" idx="10"/>
          </p:nvPr>
        </p:nvSpPr>
        <p:spPr/>
        <p:txBody>
          <a:bodyPr/>
          <a:lstStyle/>
          <a:p>
            <a:pPr>
              <a:defRPr/>
            </a:pPr>
            <a:fld id="{17AE90FD-2A67-4F1C-8A5E-6FE36A4F61F0}" type="slidenum">
              <a:rPr lang="en-US" altLang="en-US" smtClean="0">
                <a:latin typeface="Calibri" panose="020F0502020204030204" pitchFamily="34" charset="0"/>
                <a:cs typeface="Calibri" panose="020F0502020204030204" pitchFamily="34" charset="0"/>
              </a:rPr>
              <a:pPr>
                <a:defRPr/>
              </a:pPr>
              <a:t>20</a:t>
            </a:fld>
            <a:endParaRPr lang="en-US" altLang="en-US">
              <a:latin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E244F3F2-7B79-4167-8988-FDE4935724FB}"/>
              </a:ext>
            </a:extLst>
          </p:cNvPr>
          <p:cNvGraphicFramePr>
            <a:graphicFrameLocks noGrp="1"/>
          </p:cNvGraphicFramePr>
          <p:nvPr/>
        </p:nvGraphicFramePr>
        <p:xfrm>
          <a:off x="661691" y="1051330"/>
          <a:ext cx="7845552" cy="1455648"/>
        </p:xfrm>
        <a:graphic>
          <a:graphicData uri="http://schemas.openxmlformats.org/drawingml/2006/table">
            <a:tbl>
              <a:tblPr/>
              <a:tblGrid>
                <a:gridCol w="179355">
                  <a:extLst>
                    <a:ext uri="{9D8B030D-6E8A-4147-A177-3AD203B41FA5}">
                      <a16:colId xmlns:a16="http://schemas.microsoft.com/office/drawing/2014/main" val="632863646"/>
                    </a:ext>
                  </a:extLst>
                </a:gridCol>
                <a:gridCol w="179355">
                  <a:extLst>
                    <a:ext uri="{9D8B030D-6E8A-4147-A177-3AD203B41FA5}">
                      <a16:colId xmlns:a16="http://schemas.microsoft.com/office/drawing/2014/main" val="4260500397"/>
                    </a:ext>
                  </a:extLst>
                </a:gridCol>
                <a:gridCol w="179355">
                  <a:extLst>
                    <a:ext uri="{9D8B030D-6E8A-4147-A177-3AD203B41FA5}">
                      <a16:colId xmlns:a16="http://schemas.microsoft.com/office/drawing/2014/main" val="3714215512"/>
                    </a:ext>
                  </a:extLst>
                </a:gridCol>
                <a:gridCol w="179355">
                  <a:extLst>
                    <a:ext uri="{9D8B030D-6E8A-4147-A177-3AD203B41FA5}">
                      <a16:colId xmlns:a16="http://schemas.microsoft.com/office/drawing/2014/main" val="1252371493"/>
                    </a:ext>
                  </a:extLst>
                </a:gridCol>
                <a:gridCol w="179355">
                  <a:extLst>
                    <a:ext uri="{9D8B030D-6E8A-4147-A177-3AD203B41FA5}">
                      <a16:colId xmlns:a16="http://schemas.microsoft.com/office/drawing/2014/main" val="258922648"/>
                    </a:ext>
                  </a:extLst>
                </a:gridCol>
                <a:gridCol w="179355">
                  <a:extLst>
                    <a:ext uri="{9D8B030D-6E8A-4147-A177-3AD203B41FA5}">
                      <a16:colId xmlns:a16="http://schemas.microsoft.com/office/drawing/2014/main" val="2212696656"/>
                    </a:ext>
                  </a:extLst>
                </a:gridCol>
                <a:gridCol w="179355">
                  <a:extLst>
                    <a:ext uri="{9D8B030D-6E8A-4147-A177-3AD203B41FA5}">
                      <a16:colId xmlns:a16="http://schemas.microsoft.com/office/drawing/2014/main" val="2203261074"/>
                    </a:ext>
                  </a:extLst>
                </a:gridCol>
                <a:gridCol w="73885">
                  <a:extLst>
                    <a:ext uri="{9D8B030D-6E8A-4147-A177-3AD203B41FA5}">
                      <a16:colId xmlns:a16="http://schemas.microsoft.com/office/drawing/2014/main" val="3466189971"/>
                    </a:ext>
                  </a:extLst>
                </a:gridCol>
                <a:gridCol w="177327">
                  <a:extLst>
                    <a:ext uri="{9D8B030D-6E8A-4147-A177-3AD203B41FA5}">
                      <a16:colId xmlns:a16="http://schemas.microsoft.com/office/drawing/2014/main" val="3276882706"/>
                    </a:ext>
                  </a:extLst>
                </a:gridCol>
                <a:gridCol w="179355">
                  <a:extLst>
                    <a:ext uri="{9D8B030D-6E8A-4147-A177-3AD203B41FA5}">
                      <a16:colId xmlns:a16="http://schemas.microsoft.com/office/drawing/2014/main" val="703712399"/>
                    </a:ext>
                  </a:extLst>
                </a:gridCol>
                <a:gridCol w="179355">
                  <a:extLst>
                    <a:ext uri="{9D8B030D-6E8A-4147-A177-3AD203B41FA5}">
                      <a16:colId xmlns:a16="http://schemas.microsoft.com/office/drawing/2014/main" val="3928445052"/>
                    </a:ext>
                  </a:extLst>
                </a:gridCol>
                <a:gridCol w="177328">
                  <a:extLst>
                    <a:ext uri="{9D8B030D-6E8A-4147-A177-3AD203B41FA5}">
                      <a16:colId xmlns:a16="http://schemas.microsoft.com/office/drawing/2014/main" val="2193126482"/>
                    </a:ext>
                  </a:extLst>
                </a:gridCol>
                <a:gridCol w="177327">
                  <a:extLst>
                    <a:ext uri="{9D8B030D-6E8A-4147-A177-3AD203B41FA5}">
                      <a16:colId xmlns:a16="http://schemas.microsoft.com/office/drawing/2014/main" val="439283271"/>
                    </a:ext>
                  </a:extLst>
                </a:gridCol>
                <a:gridCol w="179355">
                  <a:extLst>
                    <a:ext uri="{9D8B030D-6E8A-4147-A177-3AD203B41FA5}">
                      <a16:colId xmlns:a16="http://schemas.microsoft.com/office/drawing/2014/main" val="1967768558"/>
                    </a:ext>
                  </a:extLst>
                </a:gridCol>
                <a:gridCol w="177327">
                  <a:extLst>
                    <a:ext uri="{9D8B030D-6E8A-4147-A177-3AD203B41FA5}">
                      <a16:colId xmlns:a16="http://schemas.microsoft.com/office/drawing/2014/main" val="2896965937"/>
                    </a:ext>
                  </a:extLst>
                </a:gridCol>
                <a:gridCol w="73885">
                  <a:extLst>
                    <a:ext uri="{9D8B030D-6E8A-4147-A177-3AD203B41FA5}">
                      <a16:colId xmlns:a16="http://schemas.microsoft.com/office/drawing/2014/main" val="2556315855"/>
                    </a:ext>
                  </a:extLst>
                </a:gridCol>
                <a:gridCol w="177327">
                  <a:extLst>
                    <a:ext uri="{9D8B030D-6E8A-4147-A177-3AD203B41FA5}">
                      <a16:colId xmlns:a16="http://schemas.microsoft.com/office/drawing/2014/main" val="2851345119"/>
                    </a:ext>
                  </a:extLst>
                </a:gridCol>
                <a:gridCol w="177327">
                  <a:extLst>
                    <a:ext uri="{9D8B030D-6E8A-4147-A177-3AD203B41FA5}">
                      <a16:colId xmlns:a16="http://schemas.microsoft.com/office/drawing/2014/main" val="4169969330"/>
                    </a:ext>
                  </a:extLst>
                </a:gridCol>
                <a:gridCol w="177327">
                  <a:extLst>
                    <a:ext uri="{9D8B030D-6E8A-4147-A177-3AD203B41FA5}">
                      <a16:colId xmlns:a16="http://schemas.microsoft.com/office/drawing/2014/main" val="4133801659"/>
                    </a:ext>
                  </a:extLst>
                </a:gridCol>
                <a:gridCol w="177327">
                  <a:extLst>
                    <a:ext uri="{9D8B030D-6E8A-4147-A177-3AD203B41FA5}">
                      <a16:colId xmlns:a16="http://schemas.microsoft.com/office/drawing/2014/main" val="2484976351"/>
                    </a:ext>
                  </a:extLst>
                </a:gridCol>
                <a:gridCol w="177327">
                  <a:extLst>
                    <a:ext uri="{9D8B030D-6E8A-4147-A177-3AD203B41FA5}">
                      <a16:colId xmlns:a16="http://schemas.microsoft.com/office/drawing/2014/main" val="2188070336"/>
                    </a:ext>
                  </a:extLst>
                </a:gridCol>
                <a:gridCol w="177327">
                  <a:extLst>
                    <a:ext uri="{9D8B030D-6E8A-4147-A177-3AD203B41FA5}">
                      <a16:colId xmlns:a16="http://schemas.microsoft.com/office/drawing/2014/main" val="1632072575"/>
                    </a:ext>
                  </a:extLst>
                </a:gridCol>
                <a:gridCol w="177327">
                  <a:extLst>
                    <a:ext uri="{9D8B030D-6E8A-4147-A177-3AD203B41FA5}">
                      <a16:colId xmlns:a16="http://schemas.microsoft.com/office/drawing/2014/main" val="624347247"/>
                    </a:ext>
                  </a:extLst>
                </a:gridCol>
                <a:gridCol w="73885">
                  <a:extLst>
                    <a:ext uri="{9D8B030D-6E8A-4147-A177-3AD203B41FA5}">
                      <a16:colId xmlns:a16="http://schemas.microsoft.com/office/drawing/2014/main" val="1593100744"/>
                    </a:ext>
                  </a:extLst>
                </a:gridCol>
                <a:gridCol w="177327">
                  <a:extLst>
                    <a:ext uri="{9D8B030D-6E8A-4147-A177-3AD203B41FA5}">
                      <a16:colId xmlns:a16="http://schemas.microsoft.com/office/drawing/2014/main" val="37193534"/>
                    </a:ext>
                  </a:extLst>
                </a:gridCol>
                <a:gridCol w="177327">
                  <a:extLst>
                    <a:ext uri="{9D8B030D-6E8A-4147-A177-3AD203B41FA5}">
                      <a16:colId xmlns:a16="http://schemas.microsoft.com/office/drawing/2014/main" val="2912563522"/>
                    </a:ext>
                  </a:extLst>
                </a:gridCol>
                <a:gridCol w="177327">
                  <a:extLst>
                    <a:ext uri="{9D8B030D-6E8A-4147-A177-3AD203B41FA5}">
                      <a16:colId xmlns:a16="http://schemas.microsoft.com/office/drawing/2014/main" val="954881887"/>
                    </a:ext>
                  </a:extLst>
                </a:gridCol>
                <a:gridCol w="177327">
                  <a:extLst>
                    <a:ext uri="{9D8B030D-6E8A-4147-A177-3AD203B41FA5}">
                      <a16:colId xmlns:a16="http://schemas.microsoft.com/office/drawing/2014/main" val="689814166"/>
                    </a:ext>
                  </a:extLst>
                </a:gridCol>
                <a:gridCol w="177327">
                  <a:extLst>
                    <a:ext uri="{9D8B030D-6E8A-4147-A177-3AD203B41FA5}">
                      <a16:colId xmlns:a16="http://schemas.microsoft.com/office/drawing/2014/main" val="928905181"/>
                    </a:ext>
                  </a:extLst>
                </a:gridCol>
                <a:gridCol w="177327">
                  <a:extLst>
                    <a:ext uri="{9D8B030D-6E8A-4147-A177-3AD203B41FA5}">
                      <a16:colId xmlns:a16="http://schemas.microsoft.com/office/drawing/2014/main" val="2690568607"/>
                    </a:ext>
                  </a:extLst>
                </a:gridCol>
                <a:gridCol w="177327">
                  <a:extLst>
                    <a:ext uri="{9D8B030D-6E8A-4147-A177-3AD203B41FA5}">
                      <a16:colId xmlns:a16="http://schemas.microsoft.com/office/drawing/2014/main" val="1150948352"/>
                    </a:ext>
                  </a:extLst>
                </a:gridCol>
                <a:gridCol w="73885">
                  <a:extLst>
                    <a:ext uri="{9D8B030D-6E8A-4147-A177-3AD203B41FA5}">
                      <a16:colId xmlns:a16="http://schemas.microsoft.com/office/drawing/2014/main" val="2770791567"/>
                    </a:ext>
                  </a:extLst>
                </a:gridCol>
                <a:gridCol w="179355">
                  <a:extLst>
                    <a:ext uri="{9D8B030D-6E8A-4147-A177-3AD203B41FA5}">
                      <a16:colId xmlns:a16="http://schemas.microsoft.com/office/drawing/2014/main" val="400803536"/>
                    </a:ext>
                  </a:extLst>
                </a:gridCol>
                <a:gridCol w="177327">
                  <a:extLst>
                    <a:ext uri="{9D8B030D-6E8A-4147-A177-3AD203B41FA5}">
                      <a16:colId xmlns:a16="http://schemas.microsoft.com/office/drawing/2014/main" val="324400351"/>
                    </a:ext>
                  </a:extLst>
                </a:gridCol>
                <a:gridCol w="179355">
                  <a:extLst>
                    <a:ext uri="{9D8B030D-6E8A-4147-A177-3AD203B41FA5}">
                      <a16:colId xmlns:a16="http://schemas.microsoft.com/office/drawing/2014/main" val="3414373981"/>
                    </a:ext>
                  </a:extLst>
                </a:gridCol>
                <a:gridCol w="177327">
                  <a:extLst>
                    <a:ext uri="{9D8B030D-6E8A-4147-A177-3AD203B41FA5}">
                      <a16:colId xmlns:a16="http://schemas.microsoft.com/office/drawing/2014/main" val="2840464089"/>
                    </a:ext>
                  </a:extLst>
                </a:gridCol>
                <a:gridCol w="177327">
                  <a:extLst>
                    <a:ext uri="{9D8B030D-6E8A-4147-A177-3AD203B41FA5}">
                      <a16:colId xmlns:a16="http://schemas.microsoft.com/office/drawing/2014/main" val="2436347823"/>
                    </a:ext>
                  </a:extLst>
                </a:gridCol>
                <a:gridCol w="177327">
                  <a:extLst>
                    <a:ext uri="{9D8B030D-6E8A-4147-A177-3AD203B41FA5}">
                      <a16:colId xmlns:a16="http://schemas.microsoft.com/office/drawing/2014/main" val="121630100"/>
                    </a:ext>
                  </a:extLst>
                </a:gridCol>
                <a:gridCol w="177327">
                  <a:extLst>
                    <a:ext uri="{9D8B030D-6E8A-4147-A177-3AD203B41FA5}">
                      <a16:colId xmlns:a16="http://schemas.microsoft.com/office/drawing/2014/main" val="145758586"/>
                    </a:ext>
                  </a:extLst>
                </a:gridCol>
                <a:gridCol w="73885">
                  <a:extLst>
                    <a:ext uri="{9D8B030D-6E8A-4147-A177-3AD203B41FA5}">
                      <a16:colId xmlns:a16="http://schemas.microsoft.com/office/drawing/2014/main" val="2497428264"/>
                    </a:ext>
                  </a:extLst>
                </a:gridCol>
                <a:gridCol w="177327">
                  <a:extLst>
                    <a:ext uri="{9D8B030D-6E8A-4147-A177-3AD203B41FA5}">
                      <a16:colId xmlns:a16="http://schemas.microsoft.com/office/drawing/2014/main" val="208355606"/>
                    </a:ext>
                  </a:extLst>
                </a:gridCol>
                <a:gridCol w="177327">
                  <a:extLst>
                    <a:ext uri="{9D8B030D-6E8A-4147-A177-3AD203B41FA5}">
                      <a16:colId xmlns:a16="http://schemas.microsoft.com/office/drawing/2014/main" val="42835667"/>
                    </a:ext>
                  </a:extLst>
                </a:gridCol>
                <a:gridCol w="179355">
                  <a:extLst>
                    <a:ext uri="{9D8B030D-6E8A-4147-A177-3AD203B41FA5}">
                      <a16:colId xmlns:a16="http://schemas.microsoft.com/office/drawing/2014/main" val="3095660120"/>
                    </a:ext>
                  </a:extLst>
                </a:gridCol>
                <a:gridCol w="177327">
                  <a:extLst>
                    <a:ext uri="{9D8B030D-6E8A-4147-A177-3AD203B41FA5}">
                      <a16:colId xmlns:a16="http://schemas.microsoft.com/office/drawing/2014/main" val="1582095268"/>
                    </a:ext>
                  </a:extLst>
                </a:gridCol>
                <a:gridCol w="177327">
                  <a:extLst>
                    <a:ext uri="{9D8B030D-6E8A-4147-A177-3AD203B41FA5}">
                      <a16:colId xmlns:a16="http://schemas.microsoft.com/office/drawing/2014/main" val="1003476852"/>
                    </a:ext>
                  </a:extLst>
                </a:gridCol>
                <a:gridCol w="177327">
                  <a:extLst>
                    <a:ext uri="{9D8B030D-6E8A-4147-A177-3AD203B41FA5}">
                      <a16:colId xmlns:a16="http://schemas.microsoft.com/office/drawing/2014/main" val="2914094909"/>
                    </a:ext>
                  </a:extLst>
                </a:gridCol>
                <a:gridCol w="179355">
                  <a:extLst>
                    <a:ext uri="{9D8B030D-6E8A-4147-A177-3AD203B41FA5}">
                      <a16:colId xmlns:a16="http://schemas.microsoft.com/office/drawing/2014/main" val="3126486074"/>
                    </a:ext>
                  </a:extLst>
                </a:gridCol>
              </a:tblGrid>
              <a:tr h="166898">
                <a:tc gridSpan="47">
                  <a:txBody>
                    <a:bodyPr/>
                    <a:lstStyle/>
                    <a:p>
                      <a:pPr marL="0" marR="0" lvl="0" indent="0" algn="ctr" defTabSz="914303" rtl="0" eaLnBrk="1" fontAlgn="b" latinLnBrk="0" hangingPunct="1">
                        <a:lnSpc>
                          <a:spcPct val="100000"/>
                        </a:lnSpc>
                        <a:spcBef>
                          <a:spcPts val="0"/>
                        </a:spcBef>
                        <a:spcAft>
                          <a:spcPts val="0"/>
                        </a:spcAft>
                        <a:buClrTx/>
                        <a:buSzTx/>
                        <a:buFontTx/>
                        <a:buNone/>
                        <a:tabLst/>
                        <a:defRPr/>
                      </a:pPr>
                      <a:r>
                        <a:rPr lang="en-US" altLang="zh-CN" sz="1000" b="1" i="0" u="none" strike="noStrike">
                          <a:solidFill>
                            <a:schemeClr val="bg1"/>
                          </a:solidFill>
                          <a:effectLst/>
                          <a:latin typeface="Calibri"/>
                          <a:ea typeface="KaiTi"/>
                          <a:cs typeface="Calibri"/>
                        </a:rPr>
                        <a:t>2025</a:t>
                      </a:r>
                      <a:r>
                        <a:rPr lang="zh-TW" altLang="en-US" sz="1000" b="1" i="0" u="none" strike="noStrike">
                          <a:solidFill>
                            <a:schemeClr val="bg1"/>
                          </a:solidFill>
                          <a:effectLst/>
                          <a:latin typeface="Calibri"/>
                          <a:ea typeface="KaiTi"/>
                          <a:cs typeface="Calibri"/>
                        </a:rPr>
                        <a:t>年</a:t>
                      </a:r>
                      <a:endParaRPr lang="zh-CN" altLang="en-US" sz="1000" b="1" i="0" u="none" strike="noStrike">
                        <a:solidFill>
                          <a:schemeClr val="bg1"/>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10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654876597"/>
                  </a:ext>
                </a:extLst>
              </a:tr>
              <a:tr h="0">
                <a:tc gridSpan="7">
                  <a:txBody>
                    <a:bodyPr/>
                    <a:lstStyle/>
                    <a:p>
                      <a:pPr algn="ctr" fontAlgn="b"/>
                      <a:r>
                        <a:rPr lang="zh-CN" altLang="en-US" sz="900" b="1" i="0" u="none" strike="noStrike">
                          <a:solidFill>
                            <a:schemeClr val="tx1"/>
                          </a:solidFill>
                          <a:effectLst/>
                          <a:latin typeface="Calibri"/>
                          <a:ea typeface="KaiTi"/>
                          <a:cs typeface="Calibri"/>
                        </a:rPr>
                        <a:t>七月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八月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九月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十一月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十二月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363705868"/>
                  </a:ext>
                </a:extLst>
              </a:tr>
              <a:tr h="56606">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65871770"/>
                  </a:ext>
                </a:extLst>
              </a:tr>
              <a:tr h="56606">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rPr>
                        <a:t>1</a:t>
                      </a:r>
                      <a:endParaRPr lang="en-US" sz="800" b="0" i="0" u="none" strike="noStrike">
                        <a:solidFill>
                          <a:schemeClr val="accent3"/>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chemeClr val="tx1"/>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0755468"/>
                  </a:ext>
                </a:extLst>
              </a:tr>
              <a:tr h="56606">
                <a:tc>
                  <a:txBody>
                    <a:bodyPr/>
                    <a:lstStyle/>
                    <a:p>
                      <a:pPr algn="ctr" fontAlgn="b"/>
                      <a:r>
                        <a:rPr lang="en-US" sz="800" b="0" i="0" u="none" strike="noStrike">
                          <a:solidFill>
                            <a:srgbClr val="C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2"/>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7850027"/>
                  </a:ext>
                </a:extLst>
              </a:tr>
              <a:tr h="75284">
                <a:tc>
                  <a:txBody>
                    <a:bodyPr/>
                    <a:lstStyle/>
                    <a:p>
                      <a:pPr algn="ctr" fontAlgn="b"/>
                      <a:r>
                        <a:rPr lang="en-US" sz="800" b="0" i="0" u="none" strike="noStrike">
                          <a:solidFill>
                            <a:srgbClr val="C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6722627"/>
                  </a:ext>
                </a:extLst>
              </a:tr>
              <a:tr h="56606">
                <a:tc>
                  <a:txBody>
                    <a:bodyPr/>
                    <a:lstStyle/>
                    <a:p>
                      <a:pPr algn="ctr" fontAlgn="b"/>
                      <a:r>
                        <a:rPr lang="en-US" sz="800" b="0" i="0" u="none" strike="noStrike">
                          <a:solidFill>
                            <a:srgbClr val="C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accent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accent1"/>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7577297"/>
                  </a:ext>
                </a:extLst>
              </a:tr>
              <a:tr h="103918">
                <a:tc>
                  <a:txBody>
                    <a:bodyPr/>
                    <a:lstStyle/>
                    <a:p>
                      <a:pPr algn="ctr" fontAlgn="b"/>
                      <a:r>
                        <a:rPr lang="en-US" sz="800" b="0" i="0" u="none" strike="noStrike">
                          <a:solidFill>
                            <a:srgbClr val="C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0248100"/>
                  </a:ext>
                </a:extLst>
              </a:tr>
              <a:tr h="56606">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5904094"/>
                  </a:ext>
                </a:extLst>
              </a:tr>
              <a:tr h="56606">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8002859"/>
                  </a:ext>
                </a:extLst>
              </a:tr>
              <a:tr h="56606">
                <a:tc gridSpan="6">
                  <a:txBody>
                    <a:bodyPr/>
                    <a:lstStyle/>
                    <a:p>
                      <a:pPr algn="l" fontAlgn="b"/>
                      <a:r>
                        <a:rPr lang="zh-TW"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香港公眾假期</a:t>
                      </a:r>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93343203"/>
                  </a:ext>
                </a:extLst>
              </a:tr>
            </a:tbl>
          </a:graphicData>
        </a:graphic>
      </p:graphicFrame>
      <p:graphicFrame>
        <p:nvGraphicFramePr>
          <p:cNvPr id="7" name="object 28">
            <a:extLst>
              <a:ext uri="{FF2B5EF4-FFF2-40B4-BE49-F238E27FC236}">
                <a16:creationId xmlns:a16="http://schemas.microsoft.com/office/drawing/2014/main" id="{90B85D19-D6FB-4A3A-9A02-691B0E9D75BA}"/>
              </a:ext>
            </a:extLst>
          </p:cNvPr>
          <p:cNvGraphicFramePr>
            <a:graphicFrameLocks noGrp="1"/>
          </p:cNvGraphicFramePr>
          <p:nvPr>
            <p:extLst>
              <p:ext uri="{D42A27DB-BD31-4B8C-83A1-F6EECF244321}">
                <p14:modId xmlns:p14="http://schemas.microsoft.com/office/powerpoint/2010/main" val="3002452897"/>
              </p:ext>
            </p:extLst>
          </p:nvPr>
        </p:nvGraphicFramePr>
        <p:xfrm>
          <a:off x="271934" y="2671518"/>
          <a:ext cx="8628833" cy="3241603"/>
        </p:xfrm>
        <a:graphic>
          <a:graphicData uri="http://schemas.openxmlformats.org/drawingml/2006/table">
            <a:tbl>
              <a:tblPr firstRow="1" bandRow="1">
                <a:tableStyleId>{2D5ABB26-0587-4C30-8999-92F81FD0307C}</a:tableStyleId>
              </a:tblPr>
              <a:tblGrid>
                <a:gridCol w="1156272">
                  <a:extLst>
                    <a:ext uri="{9D8B030D-6E8A-4147-A177-3AD203B41FA5}">
                      <a16:colId xmlns:a16="http://schemas.microsoft.com/office/drawing/2014/main" val="20000"/>
                    </a:ext>
                  </a:extLst>
                </a:gridCol>
                <a:gridCol w="4831583">
                  <a:extLst>
                    <a:ext uri="{9D8B030D-6E8A-4147-A177-3AD203B41FA5}">
                      <a16:colId xmlns:a16="http://schemas.microsoft.com/office/drawing/2014/main" val="20001"/>
                    </a:ext>
                  </a:extLst>
                </a:gridCol>
                <a:gridCol w="2640978">
                  <a:extLst>
                    <a:ext uri="{9D8B030D-6E8A-4147-A177-3AD203B41FA5}">
                      <a16:colId xmlns:a16="http://schemas.microsoft.com/office/drawing/2014/main" val="20002"/>
                    </a:ext>
                  </a:extLst>
                </a:gridCol>
              </a:tblGrid>
              <a:tr h="163899">
                <a:tc>
                  <a:txBody>
                    <a:bodyPr/>
                    <a:lstStyle/>
                    <a:p>
                      <a:pPr marL="85725" algn="l">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日期</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w="12700">
                      <a:noFill/>
                      <a:prstDash val="solid"/>
                    </a:lnL>
                    <a:lnR>
                      <a:noFill/>
                    </a:lnR>
                    <a:lnT w="12700">
                      <a:noFill/>
                      <a:prstDash val="solid"/>
                    </a:lnT>
                    <a:lnB w="6350">
                      <a:noFill/>
                      <a:prstDash val="solid"/>
                    </a:lnB>
                    <a:lnTlToBr w="12700" cmpd="sng">
                      <a:noFill/>
                      <a:prstDash val="solid"/>
                    </a:lnTlToBr>
                    <a:lnBlToTr w="12700" cmpd="sng">
                      <a:noFill/>
                      <a:prstDash val="solid"/>
                    </a:lnBlToTr>
                    <a:solidFill>
                      <a:srgbClr val="C00000"/>
                    </a:solidFill>
                  </a:tcPr>
                </a:tc>
                <a:tc>
                  <a:txBody>
                    <a:bodyPr/>
                    <a:lstStyle/>
                    <a:p>
                      <a:pPr marL="93345" algn="ctr">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主要事項</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a:noFill/>
                    </a:lnL>
                    <a:lnR>
                      <a:noFill/>
                    </a:lnR>
                    <a:lnT w="12700">
                      <a:noFill/>
                      <a:prstDash val="solid"/>
                    </a:lnT>
                    <a:lnB w="6350">
                      <a:noFill/>
                      <a:prstDash val="solid"/>
                    </a:lnB>
                    <a:lnTlToBr w="12700" cmpd="sng">
                      <a:noFill/>
                      <a:prstDash val="solid"/>
                    </a:lnTlToBr>
                    <a:lnBlToTr w="12700" cmpd="sng">
                      <a:noFill/>
                      <a:prstDash val="solid"/>
                    </a:lnBlToTr>
                    <a:solidFill>
                      <a:srgbClr val="C00000"/>
                    </a:solidFill>
                  </a:tcPr>
                </a:tc>
                <a:tc>
                  <a:txBody>
                    <a:bodyPr/>
                    <a:lstStyle/>
                    <a:p>
                      <a:pPr marL="95250" algn="ctr">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主要負責方</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a:noFill/>
                    </a:lnL>
                    <a:lnR w="12700">
                      <a:noFill/>
                      <a:prstDash val="solid"/>
                    </a:lnR>
                    <a:lnT w="12700">
                      <a:noFill/>
                      <a:prstDash val="solid"/>
                    </a:lnT>
                    <a:lnB w="6350">
                      <a:noFill/>
                      <a:prstDash val="soli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0000"/>
                  </a:ext>
                </a:extLst>
              </a:tr>
              <a:tr h="139317">
                <a:tc gridSpan="3">
                  <a:txBody>
                    <a:bodyPr/>
                    <a:lstStyle/>
                    <a:p>
                      <a:pPr marL="85725">
                        <a:lnSpc>
                          <a:spcPct val="100000"/>
                        </a:lnSpc>
                        <a:spcBef>
                          <a:spcPts val="315"/>
                        </a:spcBef>
                      </a:pPr>
                      <a:r>
                        <a:rPr lang="en-US" altLang="zh-CN" sz="1000" b="1" u="none" dirty="0">
                          <a:solidFill>
                            <a:schemeClr val="tx1"/>
                          </a:solidFill>
                          <a:latin typeface="Calibri" panose="020F0502020204030204" pitchFamily="34" charset="0"/>
                          <a:ea typeface="KaiTi" panose="02010609060101010101" pitchFamily="49" charset="-122"/>
                          <a:cs typeface="Calibri" panose="020F0502020204030204" pitchFamily="34" charset="0"/>
                        </a:rPr>
                        <a:t>2025</a:t>
                      </a:r>
                      <a:r>
                        <a:rPr lang="zh-CN" altLang="en-US" sz="1000" b="1" u="none" dirty="0">
                          <a:solidFill>
                            <a:schemeClr val="tx1"/>
                          </a:solidFill>
                          <a:latin typeface="Calibri" panose="020F0502020204030204" pitchFamily="34" charset="0"/>
                          <a:ea typeface="KaiTi" panose="02010609060101010101" pitchFamily="49" charset="-122"/>
                          <a:cs typeface="Calibri" panose="020F0502020204030204" pitchFamily="34" charset="0"/>
                        </a:rPr>
                        <a:t>年</a:t>
                      </a:r>
                      <a:endParaRPr sz="1000" b="1" u="none"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marL="0" marR="0" marT="40005" marB="0">
                    <a:lnL>
                      <a:noFill/>
                    </a:lnL>
                    <a:lnR>
                      <a:noFill/>
                    </a:lnR>
                    <a:lnT w="6350">
                      <a:noFill/>
                      <a:prstDash val="soli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332740" indent="-170180">
                        <a:lnSpc>
                          <a:spcPct val="100000"/>
                        </a:lnSpc>
                        <a:spcBef>
                          <a:spcPts val="315"/>
                        </a:spcBef>
                        <a:buClr>
                          <a:srgbClr val="96999B"/>
                        </a:buClr>
                        <a:buFont typeface="Symbol"/>
                        <a:buChar char=""/>
                        <a:tabLst>
                          <a:tab pos="333375" algn="l"/>
                        </a:tabLst>
                      </a:pPr>
                      <a:endParaRPr lang="zh-CN" altLang="en-US" sz="850">
                        <a:solidFill>
                          <a:srgbClr val="52555A"/>
                        </a:solidFill>
                        <a:latin typeface="Calibri" panose="020F0502020204030204" pitchFamily="34" charset="0"/>
                        <a:cs typeface="Calibri" panose="020F0502020204030204" pitchFamily="34" charset="0"/>
                      </a:endParaRPr>
                    </a:p>
                  </a:txBody>
                  <a:tcPr marL="0" marR="0" marT="40005" marB="0">
                    <a:lnL w="6350" cap="flat" cmpd="sng" algn="ctr">
                      <a:solidFill>
                        <a:srgbClr val="52555A"/>
                      </a:solidFill>
                      <a:prstDash val="solid"/>
                      <a:round/>
                      <a:headEnd type="none" w="med" len="med"/>
                      <a:tailEnd type="none" w="med" len="med"/>
                    </a:lnL>
                    <a:lnR w="9525" cap="flat" cmpd="sng" algn="ctr">
                      <a:solidFill>
                        <a:srgbClr val="52555A"/>
                      </a:solidFill>
                      <a:prstDash val="solid"/>
                      <a:round/>
                      <a:headEnd type="none" w="med" len="med"/>
                      <a:tailEnd type="none" w="med" len="med"/>
                    </a:lnR>
                    <a:lnT w="6350">
                      <a:solidFill>
                        <a:srgbClr val="52555A"/>
                      </a:solidFill>
                      <a:prstDash val="solid"/>
                    </a:lnT>
                    <a:lnB w="6350" cap="flat" cmpd="sng" algn="ctr">
                      <a:solidFill>
                        <a:srgbClr val="52555A"/>
                      </a:solidFill>
                      <a:prstDash val="solid"/>
                      <a:round/>
                      <a:headEnd type="none" w="med" len="med"/>
                      <a:tailEnd type="none" w="med" len="med"/>
                    </a:lnB>
                  </a:tcPr>
                </a:tc>
                <a:tc hMerge="1">
                  <a:txBody>
                    <a:bodyPr/>
                    <a:lstStyle/>
                    <a:p>
                      <a:pPr marL="334645" indent="-170180">
                        <a:lnSpc>
                          <a:spcPct val="100000"/>
                        </a:lnSpc>
                        <a:spcBef>
                          <a:spcPts val="315"/>
                        </a:spcBef>
                        <a:buClr>
                          <a:srgbClr val="96999B"/>
                        </a:buClr>
                        <a:buFont typeface="Symbol"/>
                        <a:buChar char=""/>
                        <a:tabLst>
                          <a:tab pos="335280" algn="l"/>
                        </a:tabLst>
                      </a:pPr>
                      <a:endParaRPr sz="850">
                        <a:latin typeface="Calibri" panose="020F0502020204030204" pitchFamily="34" charset="0"/>
                        <a:cs typeface="Calibri" panose="020F0502020204030204" pitchFamily="34" charset="0"/>
                      </a:endParaRPr>
                    </a:p>
                  </a:txBody>
                  <a:tcPr marL="0" marR="0" marT="40005" marB="0">
                    <a:lnL w="9525" cap="flat" cmpd="sng" algn="ctr">
                      <a:solidFill>
                        <a:srgbClr val="52555A"/>
                      </a:solidFill>
                      <a:prstDash val="solid"/>
                      <a:round/>
                      <a:headEnd type="none" w="med" len="med"/>
                      <a:tailEnd type="none" w="med" len="med"/>
                    </a:lnL>
                    <a:lnT w="6350">
                      <a:solidFill>
                        <a:srgbClr val="52555A"/>
                      </a:solidFill>
                      <a:prstDash val="solid"/>
                    </a:lnT>
                    <a:lnB w="6350" cap="flat" cmpd="sng" algn="ctr">
                      <a:solidFill>
                        <a:srgbClr val="52555A"/>
                      </a:solidFill>
                      <a:prstDash val="solid"/>
                      <a:round/>
                      <a:headEnd type="none" w="med" len="med"/>
                      <a:tailEnd type="none" w="med" len="med"/>
                    </a:lnB>
                  </a:tcPr>
                </a:tc>
                <a:extLst>
                  <a:ext uri="{0D108BD9-81ED-4DB2-BD59-A6C34878D82A}">
                    <a16:rowId xmlns:a16="http://schemas.microsoft.com/office/drawing/2014/main" val="32136630"/>
                  </a:ext>
                </a:extLst>
              </a:tr>
              <a:tr h="1428714">
                <a:tc>
                  <a:txBody>
                    <a:bodyPr/>
                    <a:lstStyle/>
                    <a:p>
                      <a:pPr marL="0" marR="0" lvl="0" indent="0" algn="l" defTabSz="914303" rtl="0" eaLnBrk="1" fontAlgn="base" latinLnBrk="0" hangingPunct="1">
                        <a:lnSpc>
                          <a:spcPct val="100000"/>
                        </a:lnSpc>
                        <a:spcBef>
                          <a:spcPts val="0"/>
                        </a:spcBef>
                        <a:spcAft>
                          <a:spcPts val="0"/>
                        </a:spcAft>
                        <a:buClrTx/>
                        <a:buSzTx/>
                        <a:buFontTx/>
                        <a:buNone/>
                        <a:tabLst/>
                        <a:defRPr/>
                      </a:pPr>
                      <a:r>
                        <a:rPr kumimoji="0" lang="en-US" altLang="zh-TW" sz="900" b="0" i="0" u="none" strike="noStrike" kern="1200" cap="none" spc="0" normalizeH="0" baseline="0" noProof="0" dirty="0">
                          <a:ln>
                            <a:noFill/>
                          </a:ln>
                          <a:solidFill>
                            <a:srgbClr val="000000"/>
                          </a:solidFill>
                          <a:effectLst/>
                          <a:uLnTx/>
                          <a:uFillTx/>
                          <a:latin typeface="KaiTi" panose="02010609060101010101" pitchFamily="49" charset="-122"/>
                          <a:ea typeface="KaiTi" panose="02010609060101010101" pitchFamily="49" charset="-122"/>
                          <a:cs typeface="+mn-cs"/>
                        </a:rPr>
                        <a:t>11</a:t>
                      </a:r>
                      <a:r>
                        <a:rPr kumimoji="0" lang="zh-TW" altLang="en-US" sz="900" b="0" i="0" u="none" strike="noStrike" kern="1200" cap="none" spc="0" normalizeH="0" baseline="0" noProof="0" dirty="0">
                          <a:ln>
                            <a:noFill/>
                          </a:ln>
                          <a:solidFill>
                            <a:srgbClr val="000000"/>
                          </a:solidFill>
                          <a:effectLst/>
                          <a:uLnTx/>
                          <a:uFillTx/>
                          <a:latin typeface="KaiTi" panose="02010609060101010101" pitchFamily="49" charset="-122"/>
                          <a:ea typeface="KaiTi" panose="02010609060101010101" pitchFamily="49" charset="-122"/>
                          <a:cs typeface="+mn-cs"/>
                        </a:rPr>
                        <a:t>月</a:t>
                      </a:r>
                      <a:r>
                        <a:rPr kumimoji="0" lang="en-US" altLang="zh-TW" sz="900" b="0" i="0" u="none" strike="noStrike" kern="1200" cap="none" spc="0" normalizeH="0" baseline="0" noProof="0" dirty="0">
                          <a:ln>
                            <a:noFill/>
                          </a:ln>
                          <a:solidFill>
                            <a:srgbClr val="000000"/>
                          </a:solidFill>
                          <a:effectLst/>
                          <a:uLnTx/>
                          <a:uFillTx/>
                          <a:latin typeface="KaiTi" panose="02010609060101010101" pitchFamily="49" charset="-122"/>
                          <a:ea typeface="KaiTi" panose="02010609060101010101" pitchFamily="49" charset="-122"/>
                          <a:cs typeface="+mn-cs"/>
                        </a:rPr>
                        <a:t>10</a:t>
                      </a:r>
                      <a:r>
                        <a:rPr kumimoji="0" lang="zh-TW" altLang="en-US" sz="900" b="0" i="0" u="none" strike="noStrike" kern="1200" cap="none" spc="0" normalizeH="0" baseline="0" noProof="0" dirty="0">
                          <a:ln>
                            <a:noFill/>
                          </a:ln>
                          <a:solidFill>
                            <a:srgbClr val="000000"/>
                          </a:solidFill>
                          <a:effectLst/>
                          <a:uLnTx/>
                          <a:uFillTx/>
                          <a:latin typeface="KaiTi" panose="02010609060101010101" pitchFamily="49" charset="-122"/>
                          <a:ea typeface="KaiTi" panose="02010609060101010101" pitchFamily="49" charset="-122"/>
                          <a:cs typeface="+mn-cs"/>
                        </a:rPr>
                        <a:t>日一周​</a:t>
                      </a:r>
                      <a:endParaRPr kumimoji="0" lang="zh-TW" altLang="en-US" sz="1800" b="0" i="0" u="none" strike="noStrike" kern="1200" cap="none" spc="0" normalizeH="0" baseline="0" noProof="0" dirty="0">
                        <a:ln>
                          <a:noFill/>
                        </a:ln>
                        <a:solidFill>
                          <a:srgbClr val="000000"/>
                        </a:solidFill>
                        <a:effectLst/>
                        <a:uLnTx/>
                        <a:uFillTx/>
                        <a:latin typeface="KaiTi" panose="02010609060101010101" pitchFamily="49" charset="-122"/>
                        <a:ea typeface="KaiTi" panose="02010609060101010101" pitchFamily="49" charset="-122"/>
                        <a:cs typeface="+mn-cs"/>
                      </a:endParaRPr>
                    </a:p>
                    <a:p>
                      <a:pPr algn="l" rtl="0" fontAlgn="base"/>
                      <a:endParaRPr lang="zh-TW" altLang="en-US" b="0" i="0" dirty="0">
                        <a:solidFill>
                          <a:srgbClr val="000000"/>
                        </a:solidFill>
                        <a:effectLst/>
                        <a:latin typeface="KaiTi" panose="02010609060101010101" pitchFamily="49" charset="-122"/>
                        <a:ea typeface="KaiTi" panose="02010609060101010101" pitchFamily="49" charset="-122"/>
                      </a:endParaRPr>
                    </a:p>
                  </a:txBody>
                  <a:tcPr>
                    <a:lnL>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傳閱</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A1</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申請文件包更新稿</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定稿債項聲明（截至</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2025</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年</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9</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月</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30</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日）</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傳閱</a:t>
                      </a:r>
                      <a:r>
                        <a:rPr 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A1</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版本盈利預測和現金流預測備忘錄近終稿</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635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全體</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審計師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SzTx/>
                        <a:buFont typeface="Symbol"/>
                        <a:buChar char=""/>
                        <a:tabLst>
                          <a:tab pos="333375" algn="l"/>
                        </a:tabLst>
                        <a:defRPr/>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公司、保薦人、審計師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9525" cap="flat" cmpd="sng" algn="ctr">
                      <a:no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3654393"/>
                  </a:ext>
                </a:extLst>
              </a:tr>
              <a:tr h="1428714">
                <a:tc>
                  <a:txBody>
                    <a:bodyPr/>
                    <a:lstStyle/>
                    <a:p>
                      <a:pPr algn="l" rtl="0" fontAlgn="base"/>
                      <a:r>
                        <a:rPr lang="en-US" altLang="zh-TW" sz="900" b="0" i="0">
                          <a:solidFill>
                            <a:srgbClr val="000000"/>
                          </a:solidFill>
                          <a:effectLst/>
                          <a:latin typeface="KaiTi" panose="02010609060101010101" pitchFamily="49" charset="-122"/>
                          <a:ea typeface="KaiTi" panose="02010609060101010101" pitchFamily="49" charset="-122"/>
                        </a:rPr>
                        <a:t>11</a:t>
                      </a:r>
                      <a:r>
                        <a:rPr lang="zh-TW" altLang="en-US" sz="900" b="0" i="0">
                          <a:solidFill>
                            <a:srgbClr val="000000"/>
                          </a:solidFill>
                          <a:effectLst/>
                          <a:latin typeface="KaiTi" panose="02010609060101010101" pitchFamily="49" charset="-122"/>
                          <a:ea typeface="KaiTi" panose="02010609060101010101" pitchFamily="49" charset="-122"/>
                        </a:rPr>
                        <a:t>月</a:t>
                      </a:r>
                      <a:r>
                        <a:rPr lang="en-US" altLang="zh-TW" sz="900" b="0" i="0">
                          <a:solidFill>
                            <a:srgbClr val="000000"/>
                          </a:solidFill>
                          <a:effectLst/>
                          <a:latin typeface="KaiTi" panose="02010609060101010101" pitchFamily="49" charset="-122"/>
                          <a:ea typeface="KaiTi" panose="02010609060101010101" pitchFamily="49" charset="-122"/>
                        </a:rPr>
                        <a:t>17</a:t>
                      </a:r>
                      <a:r>
                        <a:rPr lang="zh-TW" altLang="en-US" sz="900" b="0" i="0">
                          <a:solidFill>
                            <a:srgbClr val="000000"/>
                          </a:solidFill>
                          <a:effectLst/>
                          <a:latin typeface="KaiTi" panose="02010609060101010101" pitchFamily="49" charset="-122"/>
                          <a:ea typeface="KaiTi" panose="02010609060101010101" pitchFamily="49" charset="-122"/>
                        </a:rPr>
                        <a:t>日一周​</a:t>
                      </a:r>
                      <a:endParaRPr lang="zh-TW" altLang="en-US" b="0" i="0">
                        <a:solidFill>
                          <a:srgbClr val="000000"/>
                        </a:solidFill>
                        <a:effectLst/>
                        <a:latin typeface="KaiTi" panose="02010609060101010101" pitchFamily="49" charset="-122"/>
                        <a:ea typeface="KaiTi" panose="02010609060101010101" pitchFamily="49" charset="-122"/>
                      </a:endParaRPr>
                    </a:p>
                    <a:p>
                      <a:pPr algn="l" rtl="0" fontAlgn="base"/>
                      <a:r>
                        <a:rPr lang="zh-TW" altLang="en-US" sz="900" b="0" i="0">
                          <a:solidFill>
                            <a:srgbClr val="000000"/>
                          </a:solidFill>
                          <a:effectLst/>
                          <a:latin typeface="KaiTi" panose="02010609060101010101" pitchFamily="49" charset="-122"/>
                          <a:ea typeface="KaiTi" panose="02010609060101010101" pitchFamily="49" charset="-122"/>
                        </a:rPr>
                        <a:t>​</a:t>
                      </a:r>
                      <a:endParaRPr lang="zh-TW" altLang="en-US" b="0" i="0">
                        <a:solidFill>
                          <a:srgbClr val="000000"/>
                        </a:solidFill>
                        <a:effectLst/>
                        <a:latin typeface="KaiTi" panose="02010609060101010101" pitchFamily="49" charset="-122"/>
                        <a:ea typeface="KaiTi" panose="02010609060101010101" pitchFamily="49" charset="-122"/>
                      </a:endParaRPr>
                    </a:p>
                  </a:txBody>
                  <a:tcPr>
                    <a:lnL>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開始</a:t>
                      </a:r>
                      <a:r>
                        <a:rPr 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A1</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前印刷商環節</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出具</a:t>
                      </a:r>
                      <a:r>
                        <a:rPr 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A1</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版香港法律意見書終稿 </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審計師安排函、安慰函及招股書財務數字圈閱定稿</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安排進行</a:t>
                      </a:r>
                      <a:r>
                        <a:rPr 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A1</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前上市集團訴訟及清盤查冊</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召開</a:t>
                      </a:r>
                      <a:r>
                        <a:rPr 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A1</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前董事會審議相關議案並簽署提交香港聯交所，完成董事及高管培訓及盡職調查訪談</a:t>
                      </a: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635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全體</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審計師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公司、公司香港律師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9525" cap="flat" cmpd="sng" algn="ctr">
                      <a:no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28906422"/>
                  </a:ext>
                </a:extLst>
              </a:tr>
            </a:tbl>
          </a:graphicData>
        </a:graphic>
      </p:graphicFrame>
      <p:sp>
        <p:nvSpPr>
          <p:cNvPr id="9" name="object 29">
            <a:extLst>
              <a:ext uri="{FF2B5EF4-FFF2-40B4-BE49-F238E27FC236}">
                <a16:creationId xmlns:a16="http://schemas.microsoft.com/office/drawing/2014/main" id="{4C3FA053-95C7-4144-87FB-0CE5B8454618}"/>
              </a:ext>
            </a:extLst>
          </p:cNvPr>
          <p:cNvSpPr txBox="1">
            <a:spLocks/>
          </p:cNvSpPr>
          <p:nvPr/>
        </p:nvSpPr>
        <p:spPr>
          <a:xfrm>
            <a:off x="581296" y="6175879"/>
            <a:ext cx="7221583" cy="120546"/>
          </a:xfrm>
          <a:prstGeom prst="rect">
            <a:avLst/>
          </a:prstGeom>
        </p:spPr>
        <p:txBody>
          <a:bodyPr vert="horz" wrap="square" lIns="0" tIns="12700" rIns="0" bIns="0" rtlCol="0">
            <a:spAutoFit/>
          </a:bodyPr>
          <a:lstStyle>
            <a:defPPr>
              <a:defRPr lang="en-US"/>
            </a:defPPr>
            <a:lvl1pPr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1pPr>
            <a:lvl2pPr marL="457152"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2pPr>
            <a:lvl3pPr marL="914303"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3pPr>
            <a:lvl4pPr marL="1371455"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4pPr>
            <a:lvl5pPr marL="1828606"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5pPr>
            <a:lvl6pPr marL="2285758"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6pPr>
            <a:lvl7pPr marL="2742909"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7pPr>
            <a:lvl8pPr marL="3200061"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8pPr>
            <a:lvl9pPr marL="3657212"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9pPr>
          </a:lstStyle>
          <a:p>
            <a:pPr marL="57150">
              <a:spcBef>
                <a:spcPts val="100"/>
              </a:spcBef>
            </a:pPr>
            <a:r>
              <a:rPr lang="zh-TW" altLang="en-US" sz="700" spc="10">
                <a:latin typeface="KaiTi" panose="02010609060101010101" pitchFamily="49" charset="-122"/>
                <a:ea typeface="KaiTi" panose="02010609060101010101" pitchFamily="49" charset="-122"/>
              </a:rPr>
              <a:t>注：最終上市時間表將取決於監管部門審批速度、資本市場條件等各方面因素影響</a:t>
            </a:r>
            <a:endParaRPr lang="zh-CN" altLang="en-US" sz="700">
              <a:latin typeface="KaiTi" panose="02010609060101010101" pitchFamily="49" charset="-122"/>
              <a:ea typeface="KaiTi" panose="02010609060101010101" pitchFamily="49" charset="-122"/>
              <a:cs typeface="Arial"/>
            </a:endParaRPr>
          </a:p>
        </p:txBody>
      </p:sp>
    </p:spTree>
    <p:extLst>
      <p:ext uri="{BB962C8B-B14F-4D97-AF65-F5344CB8AC3E}">
        <p14:creationId xmlns:p14="http://schemas.microsoft.com/office/powerpoint/2010/main" val="28382039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9" name="Rectangle 2"/>
          <p:cNvSpPr>
            <a:spLocks noGrp="1" noChangeArrowheads="1"/>
          </p:cNvSpPr>
          <p:nvPr>
            <p:ph type="title"/>
          </p:nvPr>
        </p:nvSpPr>
        <p:spPr>
          <a:xfrm>
            <a:off x="663575" y="489692"/>
            <a:ext cx="7845552" cy="469159"/>
          </a:xfrm>
        </p:spPr>
        <p:txBody>
          <a:bodyPr/>
          <a:lstStyle/>
          <a:p>
            <a:r>
              <a:rPr lang="en-US" altLang="zh-CN" dirty="0">
                <a:latin typeface="Calibri" panose="020F0502020204030204" pitchFamily="34" charset="0"/>
                <a:ea typeface="KaiTi" panose="02010609060101010101" pitchFamily="49" charset="-122"/>
                <a:cs typeface="Calibri" panose="020F0502020204030204" pitchFamily="34" charset="0"/>
              </a:rPr>
              <a:t>4.2 </a:t>
            </a:r>
            <a:r>
              <a:rPr lang="zh-CN" altLang="en-US" dirty="0">
                <a:latin typeface="KaiTi" panose="02010609060101010101" pitchFamily="49" charset="-122"/>
                <a:ea typeface="KaiTi" panose="02010609060101010101" pitchFamily="49" charset="-122"/>
                <a:cs typeface="Calibri" panose="020F0502020204030204" pitchFamily="34" charset="0"/>
              </a:rPr>
              <a:t>詳細時間表</a:t>
            </a:r>
            <a:r>
              <a:rPr lang="en-US" altLang="zh-CN" dirty="0">
                <a:latin typeface="KaiTi" panose="02010609060101010101" pitchFamily="49" charset="-122"/>
                <a:ea typeface="KaiTi" panose="02010609060101010101" pitchFamily="49" charset="-122"/>
                <a:cs typeface="Calibri" panose="020F0502020204030204" pitchFamily="34" charset="0"/>
              </a:rPr>
              <a:t>(</a:t>
            </a:r>
            <a:r>
              <a:rPr lang="zh-CN" altLang="en-US" dirty="0">
                <a:latin typeface="KaiTi" panose="02010609060101010101" pitchFamily="49" charset="-122"/>
                <a:ea typeface="KaiTi" panose="02010609060101010101" pitchFamily="49" charset="-122"/>
                <a:cs typeface="Calibri" panose="020F0502020204030204" pitchFamily="34" charset="0"/>
              </a:rPr>
              <a:t>續</a:t>
            </a:r>
            <a:r>
              <a:rPr lang="en-US" altLang="zh-CN" dirty="0">
                <a:latin typeface="KaiTi" panose="02010609060101010101" pitchFamily="49" charset="-122"/>
                <a:ea typeface="KaiTi" panose="02010609060101010101" pitchFamily="49" charset="-122"/>
                <a:cs typeface="Calibri" panose="020F0502020204030204" pitchFamily="34" charset="0"/>
              </a:rPr>
              <a:t>)</a:t>
            </a:r>
            <a:endParaRPr lang="zh-CN" altLang="en-US" dirty="0">
              <a:latin typeface="KaiTi" panose="02010609060101010101" pitchFamily="49" charset="-122"/>
              <a:ea typeface="KaiTi" panose="02010609060101010101" pitchFamily="49" charset="-122"/>
              <a:cs typeface="Calibri" panose="020F0502020204030204" pitchFamily="34" charset="0"/>
            </a:endParaRPr>
          </a:p>
        </p:txBody>
      </p:sp>
      <p:sp>
        <p:nvSpPr>
          <p:cNvPr id="3" name="Slide Number Placeholder 2">
            <a:extLst>
              <a:ext uri="{FF2B5EF4-FFF2-40B4-BE49-F238E27FC236}">
                <a16:creationId xmlns:a16="http://schemas.microsoft.com/office/drawing/2014/main" id="{D2D69C45-4B89-4E7E-9F68-147BA17A180D}"/>
              </a:ext>
            </a:extLst>
          </p:cNvPr>
          <p:cNvSpPr>
            <a:spLocks noGrp="1"/>
          </p:cNvSpPr>
          <p:nvPr>
            <p:ph type="sldNum" sz="quarter" idx="10"/>
          </p:nvPr>
        </p:nvSpPr>
        <p:spPr/>
        <p:txBody>
          <a:bodyPr/>
          <a:lstStyle/>
          <a:p>
            <a:pPr>
              <a:defRPr/>
            </a:pPr>
            <a:fld id="{17AE90FD-2A67-4F1C-8A5E-6FE36A4F61F0}" type="slidenum">
              <a:rPr lang="en-US" altLang="en-US" smtClean="0">
                <a:latin typeface="Calibri" panose="020F0502020204030204" pitchFamily="34" charset="0"/>
                <a:cs typeface="Calibri" panose="020F0502020204030204" pitchFamily="34" charset="0"/>
              </a:rPr>
              <a:pPr>
                <a:defRPr/>
              </a:pPr>
              <a:t>21</a:t>
            </a:fld>
            <a:endParaRPr lang="en-US" altLang="en-US">
              <a:latin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E244F3F2-7B79-4167-8988-FDE4935724FB}"/>
              </a:ext>
            </a:extLst>
          </p:cNvPr>
          <p:cNvGraphicFramePr>
            <a:graphicFrameLocks noGrp="1"/>
          </p:cNvGraphicFramePr>
          <p:nvPr/>
        </p:nvGraphicFramePr>
        <p:xfrm>
          <a:off x="661691" y="1051330"/>
          <a:ext cx="7845552" cy="1455648"/>
        </p:xfrm>
        <a:graphic>
          <a:graphicData uri="http://schemas.openxmlformats.org/drawingml/2006/table">
            <a:tbl>
              <a:tblPr/>
              <a:tblGrid>
                <a:gridCol w="179355">
                  <a:extLst>
                    <a:ext uri="{9D8B030D-6E8A-4147-A177-3AD203B41FA5}">
                      <a16:colId xmlns:a16="http://schemas.microsoft.com/office/drawing/2014/main" val="632863646"/>
                    </a:ext>
                  </a:extLst>
                </a:gridCol>
                <a:gridCol w="179355">
                  <a:extLst>
                    <a:ext uri="{9D8B030D-6E8A-4147-A177-3AD203B41FA5}">
                      <a16:colId xmlns:a16="http://schemas.microsoft.com/office/drawing/2014/main" val="4260500397"/>
                    </a:ext>
                  </a:extLst>
                </a:gridCol>
                <a:gridCol w="179355">
                  <a:extLst>
                    <a:ext uri="{9D8B030D-6E8A-4147-A177-3AD203B41FA5}">
                      <a16:colId xmlns:a16="http://schemas.microsoft.com/office/drawing/2014/main" val="3714215512"/>
                    </a:ext>
                  </a:extLst>
                </a:gridCol>
                <a:gridCol w="179355">
                  <a:extLst>
                    <a:ext uri="{9D8B030D-6E8A-4147-A177-3AD203B41FA5}">
                      <a16:colId xmlns:a16="http://schemas.microsoft.com/office/drawing/2014/main" val="1252371493"/>
                    </a:ext>
                  </a:extLst>
                </a:gridCol>
                <a:gridCol w="179355">
                  <a:extLst>
                    <a:ext uri="{9D8B030D-6E8A-4147-A177-3AD203B41FA5}">
                      <a16:colId xmlns:a16="http://schemas.microsoft.com/office/drawing/2014/main" val="258922648"/>
                    </a:ext>
                  </a:extLst>
                </a:gridCol>
                <a:gridCol w="179355">
                  <a:extLst>
                    <a:ext uri="{9D8B030D-6E8A-4147-A177-3AD203B41FA5}">
                      <a16:colId xmlns:a16="http://schemas.microsoft.com/office/drawing/2014/main" val="2212696656"/>
                    </a:ext>
                  </a:extLst>
                </a:gridCol>
                <a:gridCol w="179355">
                  <a:extLst>
                    <a:ext uri="{9D8B030D-6E8A-4147-A177-3AD203B41FA5}">
                      <a16:colId xmlns:a16="http://schemas.microsoft.com/office/drawing/2014/main" val="2203261074"/>
                    </a:ext>
                  </a:extLst>
                </a:gridCol>
                <a:gridCol w="73885">
                  <a:extLst>
                    <a:ext uri="{9D8B030D-6E8A-4147-A177-3AD203B41FA5}">
                      <a16:colId xmlns:a16="http://schemas.microsoft.com/office/drawing/2014/main" val="3466189971"/>
                    </a:ext>
                  </a:extLst>
                </a:gridCol>
                <a:gridCol w="177327">
                  <a:extLst>
                    <a:ext uri="{9D8B030D-6E8A-4147-A177-3AD203B41FA5}">
                      <a16:colId xmlns:a16="http://schemas.microsoft.com/office/drawing/2014/main" val="3276882706"/>
                    </a:ext>
                  </a:extLst>
                </a:gridCol>
                <a:gridCol w="179355">
                  <a:extLst>
                    <a:ext uri="{9D8B030D-6E8A-4147-A177-3AD203B41FA5}">
                      <a16:colId xmlns:a16="http://schemas.microsoft.com/office/drawing/2014/main" val="703712399"/>
                    </a:ext>
                  </a:extLst>
                </a:gridCol>
                <a:gridCol w="179355">
                  <a:extLst>
                    <a:ext uri="{9D8B030D-6E8A-4147-A177-3AD203B41FA5}">
                      <a16:colId xmlns:a16="http://schemas.microsoft.com/office/drawing/2014/main" val="3928445052"/>
                    </a:ext>
                  </a:extLst>
                </a:gridCol>
                <a:gridCol w="177328">
                  <a:extLst>
                    <a:ext uri="{9D8B030D-6E8A-4147-A177-3AD203B41FA5}">
                      <a16:colId xmlns:a16="http://schemas.microsoft.com/office/drawing/2014/main" val="2193126482"/>
                    </a:ext>
                  </a:extLst>
                </a:gridCol>
                <a:gridCol w="177327">
                  <a:extLst>
                    <a:ext uri="{9D8B030D-6E8A-4147-A177-3AD203B41FA5}">
                      <a16:colId xmlns:a16="http://schemas.microsoft.com/office/drawing/2014/main" val="439283271"/>
                    </a:ext>
                  </a:extLst>
                </a:gridCol>
                <a:gridCol w="179355">
                  <a:extLst>
                    <a:ext uri="{9D8B030D-6E8A-4147-A177-3AD203B41FA5}">
                      <a16:colId xmlns:a16="http://schemas.microsoft.com/office/drawing/2014/main" val="1967768558"/>
                    </a:ext>
                  </a:extLst>
                </a:gridCol>
                <a:gridCol w="177327">
                  <a:extLst>
                    <a:ext uri="{9D8B030D-6E8A-4147-A177-3AD203B41FA5}">
                      <a16:colId xmlns:a16="http://schemas.microsoft.com/office/drawing/2014/main" val="2896965937"/>
                    </a:ext>
                  </a:extLst>
                </a:gridCol>
                <a:gridCol w="73885">
                  <a:extLst>
                    <a:ext uri="{9D8B030D-6E8A-4147-A177-3AD203B41FA5}">
                      <a16:colId xmlns:a16="http://schemas.microsoft.com/office/drawing/2014/main" val="2556315855"/>
                    </a:ext>
                  </a:extLst>
                </a:gridCol>
                <a:gridCol w="177327">
                  <a:extLst>
                    <a:ext uri="{9D8B030D-6E8A-4147-A177-3AD203B41FA5}">
                      <a16:colId xmlns:a16="http://schemas.microsoft.com/office/drawing/2014/main" val="2851345119"/>
                    </a:ext>
                  </a:extLst>
                </a:gridCol>
                <a:gridCol w="177327">
                  <a:extLst>
                    <a:ext uri="{9D8B030D-6E8A-4147-A177-3AD203B41FA5}">
                      <a16:colId xmlns:a16="http://schemas.microsoft.com/office/drawing/2014/main" val="4169969330"/>
                    </a:ext>
                  </a:extLst>
                </a:gridCol>
                <a:gridCol w="177327">
                  <a:extLst>
                    <a:ext uri="{9D8B030D-6E8A-4147-A177-3AD203B41FA5}">
                      <a16:colId xmlns:a16="http://schemas.microsoft.com/office/drawing/2014/main" val="4133801659"/>
                    </a:ext>
                  </a:extLst>
                </a:gridCol>
                <a:gridCol w="177327">
                  <a:extLst>
                    <a:ext uri="{9D8B030D-6E8A-4147-A177-3AD203B41FA5}">
                      <a16:colId xmlns:a16="http://schemas.microsoft.com/office/drawing/2014/main" val="2484976351"/>
                    </a:ext>
                  </a:extLst>
                </a:gridCol>
                <a:gridCol w="177327">
                  <a:extLst>
                    <a:ext uri="{9D8B030D-6E8A-4147-A177-3AD203B41FA5}">
                      <a16:colId xmlns:a16="http://schemas.microsoft.com/office/drawing/2014/main" val="2188070336"/>
                    </a:ext>
                  </a:extLst>
                </a:gridCol>
                <a:gridCol w="177327">
                  <a:extLst>
                    <a:ext uri="{9D8B030D-6E8A-4147-A177-3AD203B41FA5}">
                      <a16:colId xmlns:a16="http://schemas.microsoft.com/office/drawing/2014/main" val="1632072575"/>
                    </a:ext>
                  </a:extLst>
                </a:gridCol>
                <a:gridCol w="177327">
                  <a:extLst>
                    <a:ext uri="{9D8B030D-6E8A-4147-A177-3AD203B41FA5}">
                      <a16:colId xmlns:a16="http://schemas.microsoft.com/office/drawing/2014/main" val="624347247"/>
                    </a:ext>
                  </a:extLst>
                </a:gridCol>
                <a:gridCol w="73885">
                  <a:extLst>
                    <a:ext uri="{9D8B030D-6E8A-4147-A177-3AD203B41FA5}">
                      <a16:colId xmlns:a16="http://schemas.microsoft.com/office/drawing/2014/main" val="1593100744"/>
                    </a:ext>
                  </a:extLst>
                </a:gridCol>
                <a:gridCol w="177327">
                  <a:extLst>
                    <a:ext uri="{9D8B030D-6E8A-4147-A177-3AD203B41FA5}">
                      <a16:colId xmlns:a16="http://schemas.microsoft.com/office/drawing/2014/main" val="37193534"/>
                    </a:ext>
                  </a:extLst>
                </a:gridCol>
                <a:gridCol w="177327">
                  <a:extLst>
                    <a:ext uri="{9D8B030D-6E8A-4147-A177-3AD203B41FA5}">
                      <a16:colId xmlns:a16="http://schemas.microsoft.com/office/drawing/2014/main" val="2912563522"/>
                    </a:ext>
                  </a:extLst>
                </a:gridCol>
                <a:gridCol w="177327">
                  <a:extLst>
                    <a:ext uri="{9D8B030D-6E8A-4147-A177-3AD203B41FA5}">
                      <a16:colId xmlns:a16="http://schemas.microsoft.com/office/drawing/2014/main" val="954881887"/>
                    </a:ext>
                  </a:extLst>
                </a:gridCol>
                <a:gridCol w="177327">
                  <a:extLst>
                    <a:ext uri="{9D8B030D-6E8A-4147-A177-3AD203B41FA5}">
                      <a16:colId xmlns:a16="http://schemas.microsoft.com/office/drawing/2014/main" val="689814166"/>
                    </a:ext>
                  </a:extLst>
                </a:gridCol>
                <a:gridCol w="177327">
                  <a:extLst>
                    <a:ext uri="{9D8B030D-6E8A-4147-A177-3AD203B41FA5}">
                      <a16:colId xmlns:a16="http://schemas.microsoft.com/office/drawing/2014/main" val="928905181"/>
                    </a:ext>
                  </a:extLst>
                </a:gridCol>
                <a:gridCol w="177327">
                  <a:extLst>
                    <a:ext uri="{9D8B030D-6E8A-4147-A177-3AD203B41FA5}">
                      <a16:colId xmlns:a16="http://schemas.microsoft.com/office/drawing/2014/main" val="2690568607"/>
                    </a:ext>
                  </a:extLst>
                </a:gridCol>
                <a:gridCol w="177327">
                  <a:extLst>
                    <a:ext uri="{9D8B030D-6E8A-4147-A177-3AD203B41FA5}">
                      <a16:colId xmlns:a16="http://schemas.microsoft.com/office/drawing/2014/main" val="1150948352"/>
                    </a:ext>
                  </a:extLst>
                </a:gridCol>
                <a:gridCol w="73885">
                  <a:extLst>
                    <a:ext uri="{9D8B030D-6E8A-4147-A177-3AD203B41FA5}">
                      <a16:colId xmlns:a16="http://schemas.microsoft.com/office/drawing/2014/main" val="2770791567"/>
                    </a:ext>
                  </a:extLst>
                </a:gridCol>
                <a:gridCol w="179355">
                  <a:extLst>
                    <a:ext uri="{9D8B030D-6E8A-4147-A177-3AD203B41FA5}">
                      <a16:colId xmlns:a16="http://schemas.microsoft.com/office/drawing/2014/main" val="400803536"/>
                    </a:ext>
                  </a:extLst>
                </a:gridCol>
                <a:gridCol w="177327">
                  <a:extLst>
                    <a:ext uri="{9D8B030D-6E8A-4147-A177-3AD203B41FA5}">
                      <a16:colId xmlns:a16="http://schemas.microsoft.com/office/drawing/2014/main" val="324400351"/>
                    </a:ext>
                  </a:extLst>
                </a:gridCol>
                <a:gridCol w="179355">
                  <a:extLst>
                    <a:ext uri="{9D8B030D-6E8A-4147-A177-3AD203B41FA5}">
                      <a16:colId xmlns:a16="http://schemas.microsoft.com/office/drawing/2014/main" val="3414373981"/>
                    </a:ext>
                  </a:extLst>
                </a:gridCol>
                <a:gridCol w="177327">
                  <a:extLst>
                    <a:ext uri="{9D8B030D-6E8A-4147-A177-3AD203B41FA5}">
                      <a16:colId xmlns:a16="http://schemas.microsoft.com/office/drawing/2014/main" val="2840464089"/>
                    </a:ext>
                  </a:extLst>
                </a:gridCol>
                <a:gridCol w="177327">
                  <a:extLst>
                    <a:ext uri="{9D8B030D-6E8A-4147-A177-3AD203B41FA5}">
                      <a16:colId xmlns:a16="http://schemas.microsoft.com/office/drawing/2014/main" val="2436347823"/>
                    </a:ext>
                  </a:extLst>
                </a:gridCol>
                <a:gridCol w="177327">
                  <a:extLst>
                    <a:ext uri="{9D8B030D-6E8A-4147-A177-3AD203B41FA5}">
                      <a16:colId xmlns:a16="http://schemas.microsoft.com/office/drawing/2014/main" val="121630100"/>
                    </a:ext>
                  </a:extLst>
                </a:gridCol>
                <a:gridCol w="177327">
                  <a:extLst>
                    <a:ext uri="{9D8B030D-6E8A-4147-A177-3AD203B41FA5}">
                      <a16:colId xmlns:a16="http://schemas.microsoft.com/office/drawing/2014/main" val="145758586"/>
                    </a:ext>
                  </a:extLst>
                </a:gridCol>
                <a:gridCol w="73885">
                  <a:extLst>
                    <a:ext uri="{9D8B030D-6E8A-4147-A177-3AD203B41FA5}">
                      <a16:colId xmlns:a16="http://schemas.microsoft.com/office/drawing/2014/main" val="2497428264"/>
                    </a:ext>
                  </a:extLst>
                </a:gridCol>
                <a:gridCol w="177327">
                  <a:extLst>
                    <a:ext uri="{9D8B030D-6E8A-4147-A177-3AD203B41FA5}">
                      <a16:colId xmlns:a16="http://schemas.microsoft.com/office/drawing/2014/main" val="208355606"/>
                    </a:ext>
                  </a:extLst>
                </a:gridCol>
                <a:gridCol w="177327">
                  <a:extLst>
                    <a:ext uri="{9D8B030D-6E8A-4147-A177-3AD203B41FA5}">
                      <a16:colId xmlns:a16="http://schemas.microsoft.com/office/drawing/2014/main" val="42835667"/>
                    </a:ext>
                  </a:extLst>
                </a:gridCol>
                <a:gridCol w="179355">
                  <a:extLst>
                    <a:ext uri="{9D8B030D-6E8A-4147-A177-3AD203B41FA5}">
                      <a16:colId xmlns:a16="http://schemas.microsoft.com/office/drawing/2014/main" val="3095660120"/>
                    </a:ext>
                  </a:extLst>
                </a:gridCol>
                <a:gridCol w="177327">
                  <a:extLst>
                    <a:ext uri="{9D8B030D-6E8A-4147-A177-3AD203B41FA5}">
                      <a16:colId xmlns:a16="http://schemas.microsoft.com/office/drawing/2014/main" val="1582095268"/>
                    </a:ext>
                  </a:extLst>
                </a:gridCol>
                <a:gridCol w="177327">
                  <a:extLst>
                    <a:ext uri="{9D8B030D-6E8A-4147-A177-3AD203B41FA5}">
                      <a16:colId xmlns:a16="http://schemas.microsoft.com/office/drawing/2014/main" val="1003476852"/>
                    </a:ext>
                  </a:extLst>
                </a:gridCol>
                <a:gridCol w="177327">
                  <a:extLst>
                    <a:ext uri="{9D8B030D-6E8A-4147-A177-3AD203B41FA5}">
                      <a16:colId xmlns:a16="http://schemas.microsoft.com/office/drawing/2014/main" val="2914094909"/>
                    </a:ext>
                  </a:extLst>
                </a:gridCol>
                <a:gridCol w="179355">
                  <a:extLst>
                    <a:ext uri="{9D8B030D-6E8A-4147-A177-3AD203B41FA5}">
                      <a16:colId xmlns:a16="http://schemas.microsoft.com/office/drawing/2014/main" val="3126486074"/>
                    </a:ext>
                  </a:extLst>
                </a:gridCol>
              </a:tblGrid>
              <a:tr h="166898">
                <a:tc gridSpan="47">
                  <a:txBody>
                    <a:bodyPr/>
                    <a:lstStyle/>
                    <a:p>
                      <a:pPr marL="0" marR="0" lvl="0" indent="0" algn="ctr" defTabSz="914303" rtl="0" eaLnBrk="1" fontAlgn="b" latinLnBrk="0" hangingPunct="1">
                        <a:lnSpc>
                          <a:spcPct val="100000"/>
                        </a:lnSpc>
                        <a:spcBef>
                          <a:spcPts val="0"/>
                        </a:spcBef>
                        <a:spcAft>
                          <a:spcPts val="0"/>
                        </a:spcAft>
                        <a:buClrTx/>
                        <a:buSzTx/>
                        <a:buFontTx/>
                        <a:buNone/>
                        <a:tabLst/>
                        <a:defRPr/>
                      </a:pPr>
                      <a:r>
                        <a:rPr lang="en-US" altLang="zh-CN" sz="1000" b="1" i="0" u="none" strike="noStrike">
                          <a:solidFill>
                            <a:schemeClr val="bg1"/>
                          </a:solidFill>
                          <a:effectLst/>
                          <a:latin typeface="Calibri"/>
                          <a:ea typeface="KaiTi"/>
                          <a:cs typeface="Calibri"/>
                        </a:rPr>
                        <a:t>2025</a:t>
                      </a:r>
                      <a:r>
                        <a:rPr lang="zh-TW" altLang="en-US" sz="1000" b="1" i="0" u="none" strike="noStrike">
                          <a:solidFill>
                            <a:schemeClr val="bg1"/>
                          </a:solidFill>
                          <a:effectLst/>
                          <a:latin typeface="Calibri"/>
                          <a:ea typeface="KaiTi"/>
                          <a:cs typeface="Calibri"/>
                        </a:rPr>
                        <a:t>年</a:t>
                      </a:r>
                      <a:endParaRPr lang="zh-CN" altLang="en-US" sz="1000" b="1" i="0" u="none" strike="noStrike">
                        <a:solidFill>
                          <a:schemeClr val="bg1"/>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10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5431" marR="5431" marT="5431" marB="0" anchor="b">
                    <a:lnL>
                      <a:noFill/>
                    </a:lnL>
                    <a:lnR>
                      <a:noFill/>
                    </a:lnR>
                    <a:lnT>
                      <a:noFill/>
                    </a:lnT>
                    <a:lnB>
                      <a:noFill/>
                    </a:lnB>
                  </a:tcPr>
                </a:tc>
                <a:tc hMerge="1">
                  <a:txBody>
                    <a:bodyPr/>
                    <a:lstStyle/>
                    <a:p>
                      <a:pPr algn="ctr" fontAlgn="b"/>
                      <a:endParaRPr lang="zh-CN" altLang="en-US" sz="800" b="1" i="0" u="none" strike="noStrike">
                        <a:solidFill>
                          <a:srgbClr val="FFFFFF"/>
                        </a:solidFill>
                        <a:effectLst/>
                        <a:latin typeface="DFKaiShu-GB5" panose="03000509000000000000" pitchFamily="65" charset="-128"/>
                        <a:ea typeface="DFKaiShu-GB5" panose="03000509000000000000" pitchFamily="65" charset="-128"/>
                      </a:endParaRPr>
                    </a:p>
                  </a:txBody>
                  <a:tcPr marL="5431" marR="5431" marT="5431" marB="0" anchor="b">
                    <a:lnL>
                      <a:noFill/>
                    </a:lnL>
                    <a:lnR>
                      <a:noFill/>
                    </a:lnR>
                    <a:lnT>
                      <a:noFill/>
                    </a:lnT>
                    <a:lnB>
                      <a:noFill/>
                    </a:lnB>
                    <a:solidFill>
                      <a:srgbClr val="C000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654876597"/>
                  </a:ext>
                </a:extLst>
              </a:tr>
              <a:tr h="0">
                <a:tc gridSpan="7">
                  <a:txBody>
                    <a:bodyPr/>
                    <a:lstStyle/>
                    <a:p>
                      <a:pPr algn="ctr" fontAlgn="b"/>
                      <a:r>
                        <a:rPr lang="zh-CN" altLang="en-US" sz="900" b="1" i="0" u="none" strike="noStrike">
                          <a:solidFill>
                            <a:schemeClr val="tx1"/>
                          </a:solidFill>
                          <a:effectLst/>
                          <a:latin typeface="Calibri"/>
                          <a:ea typeface="KaiTi"/>
                          <a:cs typeface="Calibri"/>
                        </a:rPr>
                        <a:t>七月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八月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九月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十一月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US" sz="9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fontAlgn="b"/>
                      <a:r>
                        <a:rPr lang="zh-CN" altLang="en-US" sz="900" b="1" i="0" u="none" strike="noStrike">
                          <a:solidFill>
                            <a:schemeClr val="tx1"/>
                          </a:solidFill>
                          <a:effectLst/>
                          <a:latin typeface="Calibri"/>
                          <a:ea typeface="KaiTi"/>
                          <a:cs typeface="Calibri"/>
                        </a:rPr>
                        <a:t>十二月</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363705868"/>
                  </a:ext>
                </a:extLst>
              </a:tr>
              <a:tr h="56606">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日</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一</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二</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三</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四</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五</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六</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65871770"/>
                  </a:ext>
                </a:extLst>
              </a:tr>
              <a:tr h="56606">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panose="020F0502020204030204" pitchFamily="34" charset="0"/>
                          <a:ea typeface="KaiTi" panose="02010609060101010101" pitchFamily="49" charset="-122"/>
                          <a:cs typeface="Calibri" panose="020F0502020204030204" pitchFamily="34" charset="0"/>
                        </a:rPr>
                        <a:t>1</a:t>
                      </a:r>
                      <a:endParaRPr lang="en-US" sz="800" b="0" i="0" u="none" strike="noStrike">
                        <a:solidFill>
                          <a:schemeClr val="accent3"/>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chemeClr val="tx1"/>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0755468"/>
                  </a:ext>
                </a:extLst>
              </a:tr>
              <a:tr h="56606">
                <a:tc>
                  <a:txBody>
                    <a:bodyPr/>
                    <a:lstStyle/>
                    <a:p>
                      <a:pPr algn="ctr" fontAlgn="b"/>
                      <a:r>
                        <a:rPr lang="en-US" sz="800" b="0" i="0" u="none" strike="noStrike">
                          <a:solidFill>
                            <a:srgbClr val="C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2"/>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7850027"/>
                  </a:ext>
                </a:extLst>
              </a:tr>
              <a:tr h="75284">
                <a:tc>
                  <a:txBody>
                    <a:bodyPr/>
                    <a:lstStyle/>
                    <a:p>
                      <a:pPr algn="ctr" fontAlgn="b"/>
                      <a:r>
                        <a:rPr lang="en-US" sz="800" b="0" i="0" u="none" strike="noStrike">
                          <a:solidFill>
                            <a:srgbClr val="C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14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6722627"/>
                  </a:ext>
                </a:extLst>
              </a:tr>
              <a:tr h="56606">
                <a:tc>
                  <a:txBody>
                    <a:bodyPr/>
                    <a:lstStyle/>
                    <a:p>
                      <a:pPr algn="ctr" fontAlgn="b"/>
                      <a:r>
                        <a:rPr lang="en-US" sz="800" b="0" i="0" u="none" strike="noStrike">
                          <a:solidFill>
                            <a:srgbClr val="C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16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17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tx1"/>
                          </a:solidFill>
                          <a:effectLst/>
                          <a:latin typeface="Calibri"/>
                          <a:ea typeface="KaiTi"/>
                          <a:cs typeface="Calibri"/>
                        </a:rPr>
                        <a:t>19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22</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accent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chemeClr val="accent1"/>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7577297"/>
                  </a:ext>
                </a:extLst>
              </a:tr>
              <a:tr h="103918">
                <a:tc>
                  <a:txBody>
                    <a:bodyPr/>
                    <a:lstStyle/>
                    <a:p>
                      <a:pPr algn="ctr" fontAlgn="b"/>
                      <a:r>
                        <a:rPr lang="en-US" sz="800" b="0" i="0" u="none" strike="noStrike">
                          <a:solidFill>
                            <a:srgbClr val="C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tx1"/>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chemeClr val="accent1"/>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23</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000000"/>
                          </a:solidFill>
                          <a:effectLst/>
                          <a:latin typeface="Calibri"/>
                          <a:ea typeface="KaiTi"/>
                          <a:cs typeface="Calibri"/>
                        </a:rPr>
                        <a:t>24</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25</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26</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27</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C00000"/>
                          </a:solidFill>
                          <a:effectLst/>
                          <a:latin typeface="Calibri"/>
                          <a:ea typeface="KaiTi"/>
                          <a:cs typeface="Calibri"/>
                        </a:rPr>
                        <a:t>28</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29</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a:ea typeface="KaiTi"/>
                          <a:cs typeface="Calibri"/>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0248100"/>
                  </a:ext>
                </a:extLst>
              </a:tr>
              <a:tr h="56606">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a:ea typeface="KaiTi"/>
                          <a:cs typeface="Calibri"/>
                        </a:rPr>
                        <a:t>31</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a:ea typeface="KaiTi"/>
                        <a:cs typeface="Calibri"/>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30</a:t>
                      </a: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5904094"/>
                  </a:ext>
                </a:extLst>
              </a:tr>
              <a:tr h="56606">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8002859"/>
                  </a:ext>
                </a:extLst>
              </a:tr>
              <a:tr h="56606">
                <a:tc gridSpan="6">
                  <a:txBody>
                    <a:bodyPr/>
                    <a:lstStyle/>
                    <a:p>
                      <a:pPr algn="l" fontAlgn="b"/>
                      <a:r>
                        <a:rPr lang="zh-TW" alt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rPr>
                        <a:t>香港公眾假期</a:t>
                      </a:r>
                      <a:endParaRPr lang="en-US" sz="800" b="0" i="0" u="none" strike="noStrike">
                        <a:solidFill>
                          <a:srgbClr val="C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800" b="0" i="0" u="none" strike="noStrike">
                        <a:solidFill>
                          <a:srgbClr val="000000"/>
                        </a:solidFill>
                        <a:effectLst/>
                        <a:latin typeface="Calibri" panose="020F0502020204030204" pitchFamily="34" charset="0"/>
                        <a:ea typeface="KaiTi" panose="02010609060101010101" pitchFamily="49" charset="-122"/>
                        <a:cs typeface="Calibri" panose="020F0502020204030204" pitchFamily="34" charset="0"/>
                      </a:endParaRPr>
                    </a:p>
                  </a:txBody>
                  <a:tcPr marL="5431" marR="5431" marT="5431"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93343203"/>
                  </a:ext>
                </a:extLst>
              </a:tr>
            </a:tbl>
          </a:graphicData>
        </a:graphic>
      </p:graphicFrame>
      <p:graphicFrame>
        <p:nvGraphicFramePr>
          <p:cNvPr id="7" name="object 28">
            <a:extLst>
              <a:ext uri="{FF2B5EF4-FFF2-40B4-BE49-F238E27FC236}">
                <a16:creationId xmlns:a16="http://schemas.microsoft.com/office/drawing/2014/main" id="{90B85D19-D6FB-4A3A-9A02-691B0E9D75BA}"/>
              </a:ext>
            </a:extLst>
          </p:cNvPr>
          <p:cNvGraphicFramePr>
            <a:graphicFrameLocks noGrp="1"/>
          </p:cNvGraphicFramePr>
          <p:nvPr>
            <p:extLst>
              <p:ext uri="{D42A27DB-BD31-4B8C-83A1-F6EECF244321}">
                <p14:modId xmlns:p14="http://schemas.microsoft.com/office/powerpoint/2010/main" val="1436012776"/>
              </p:ext>
            </p:extLst>
          </p:nvPr>
        </p:nvGraphicFramePr>
        <p:xfrm>
          <a:off x="271934" y="2671518"/>
          <a:ext cx="8628833" cy="1298575"/>
        </p:xfrm>
        <a:graphic>
          <a:graphicData uri="http://schemas.openxmlformats.org/drawingml/2006/table">
            <a:tbl>
              <a:tblPr firstRow="1" bandRow="1">
                <a:tableStyleId>{2D5ABB26-0587-4C30-8999-92F81FD0307C}</a:tableStyleId>
              </a:tblPr>
              <a:tblGrid>
                <a:gridCol w="1156272">
                  <a:extLst>
                    <a:ext uri="{9D8B030D-6E8A-4147-A177-3AD203B41FA5}">
                      <a16:colId xmlns:a16="http://schemas.microsoft.com/office/drawing/2014/main" val="20000"/>
                    </a:ext>
                  </a:extLst>
                </a:gridCol>
                <a:gridCol w="4831583">
                  <a:extLst>
                    <a:ext uri="{9D8B030D-6E8A-4147-A177-3AD203B41FA5}">
                      <a16:colId xmlns:a16="http://schemas.microsoft.com/office/drawing/2014/main" val="20001"/>
                    </a:ext>
                  </a:extLst>
                </a:gridCol>
                <a:gridCol w="2640978">
                  <a:extLst>
                    <a:ext uri="{9D8B030D-6E8A-4147-A177-3AD203B41FA5}">
                      <a16:colId xmlns:a16="http://schemas.microsoft.com/office/drawing/2014/main" val="20002"/>
                    </a:ext>
                  </a:extLst>
                </a:gridCol>
              </a:tblGrid>
              <a:tr h="163899">
                <a:tc>
                  <a:txBody>
                    <a:bodyPr/>
                    <a:lstStyle/>
                    <a:p>
                      <a:pPr marL="85725" algn="l">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日期</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w="12700">
                      <a:noFill/>
                      <a:prstDash val="solid"/>
                    </a:lnL>
                    <a:lnR>
                      <a:noFill/>
                    </a:lnR>
                    <a:lnT w="12700">
                      <a:noFill/>
                      <a:prstDash val="solid"/>
                    </a:lnT>
                    <a:lnB w="6350">
                      <a:noFill/>
                      <a:prstDash val="solid"/>
                    </a:lnB>
                    <a:lnTlToBr w="12700" cmpd="sng">
                      <a:noFill/>
                      <a:prstDash val="solid"/>
                    </a:lnTlToBr>
                    <a:lnBlToTr w="12700" cmpd="sng">
                      <a:noFill/>
                      <a:prstDash val="solid"/>
                    </a:lnBlToTr>
                    <a:solidFill>
                      <a:srgbClr val="C00000"/>
                    </a:solidFill>
                  </a:tcPr>
                </a:tc>
                <a:tc>
                  <a:txBody>
                    <a:bodyPr/>
                    <a:lstStyle/>
                    <a:p>
                      <a:pPr marL="93345" algn="ctr">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主要事項</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a:noFill/>
                    </a:lnL>
                    <a:lnR>
                      <a:noFill/>
                    </a:lnR>
                    <a:lnT w="12700">
                      <a:noFill/>
                      <a:prstDash val="solid"/>
                    </a:lnT>
                    <a:lnB w="6350">
                      <a:noFill/>
                      <a:prstDash val="solid"/>
                    </a:lnB>
                    <a:lnTlToBr w="12700" cmpd="sng">
                      <a:noFill/>
                      <a:prstDash val="solid"/>
                    </a:lnTlToBr>
                    <a:lnBlToTr w="12700" cmpd="sng">
                      <a:noFill/>
                      <a:prstDash val="solid"/>
                    </a:lnBlToTr>
                    <a:solidFill>
                      <a:srgbClr val="C00000"/>
                    </a:solidFill>
                  </a:tcPr>
                </a:tc>
                <a:tc>
                  <a:txBody>
                    <a:bodyPr/>
                    <a:lstStyle/>
                    <a:p>
                      <a:pPr marL="95250" algn="ctr">
                        <a:lnSpc>
                          <a:spcPct val="100000"/>
                        </a:lnSpc>
                        <a:spcBef>
                          <a:spcPts val="310"/>
                        </a:spcBef>
                      </a:pPr>
                      <a:r>
                        <a:rPr lang="zh-TW" altLang="en-US" sz="1000" b="1" spc="20" dirty="0">
                          <a:solidFill>
                            <a:schemeClr val="bg1"/>
                          </a:solidFill>
                          <a:latin typeface="Calibri" panose="020F0502020204030204" pitchFamily="34" charset="0"/>
                          <a:ea typeface="KaiTi" panose="02010609060101010101" pitchFamily="49" charset="-122"/>
                          <a:cs typeface="Calibri" panose="020F0502020204030204" pitchFamily="34" charset="0"/>
                        </a:rPr>
                        <a:t>主要負責方</a:t>
                      </a:r>
                      <a:endParaRPr sz="1000" dirty="0">
                        <a:solidFill>
                          <a:schemeClr val="bg1"/>
                        </a:solidFill>
                        <a:latin typeface="Calibri" panose="020F0502020204030204" pitchFamily="34" charset="0"/>
                        <a:ea typeface="KaiTi" panose="02010609060101010101" pitchFamily="49" charset="-122"/>
                        <a:cs typeface="Calibri" panose="020F0502020204030204" pitchFamily="34" charset="0"/>
                      </a:endParaRPr>
                    </a:p>
                  </a:txBody>
                  <a:tcPr marL="0" marR="0" marT="39370" marB="0">
                    <a:lnL>
                      <a:noFill/>
                    </a:lnL>
                    <a:lnR w="12700">
                      <a:noFill/>
                      <a:prstDash val="solid"/>
                    </a:lnR>
                    <a:lnT w="12700">
                      <a:noFill/>
                      <a:prstDash val="solid"/>
                    </a:lnT>
                    <a:lnB w="6350">
                      <a:noFill/>
                      <a:prstDash val="soli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0000"/>
                  </a:ext>
                </a:extLst>
              </a:tr>
              <a:tr h="139317">
                <a:tc gridSpan="3">
                  <a:txBody>
                    <a:bodyPr/>
                    <a:lstStyle/>
                    <a:p>
                      <a:pPr marL="85725">
                        <a:lnSpc>
                          <a:spcPct val="100000"/>
                        </a:lnSpc>
                        <a:spcBef>
                          <a:spcPts val="315"/>
                        </a:spcBef>
                      </a:pPr>
                      <a:r>
                        <a:rPr lang="en-US" altLang="zh-CN" sz="1000" b="1" u="none" dirty="0">
                          <a:solidFill>
                            <a:schemeClr val="tx1"/>
                          </a:solidFill>
                          <a:latin typeface="Calibri" panose="020F0502020204030204" pitchFamily="34" charset="0"/>
                          <a:ea typeface="KaiTi" panose="02010609060101010101" pitchFamily="49" charset="-122"/>
                          <a:cs typeface="Calibri" panose="020F0502020204030204" pitchFamily="34" charset="0"/>
                        </a:rPr>
                        <a:t>2025</a:t>
                      </a:r>
                      <a:r>
                        <a:rPr lang="zh-CN" altLang="en-US" sz="1000" b="1" u="none" dirty="0">
                          <a:solidFill>
                            <a:schemeClr val="tx1"/>
                          </a:solidFill>
                          <a:latin typeface="Calibri" panose="020F0502020204030204" pitchFamily="34" charset="0"/>
                          <a:ea typeface="KaiTi" panose="02010609060101010101" pitchFamily="49" charset="-122"/>
                          <a:cs typeface="Calibri" panose="020F0502020204030204" pitchFamily="34" charset="0"/>
                        </a:rPr>
                        <a:t>年</a:t>
                      </a:r>
                      <a:endParaRPr sz="1000" b="1" u="none"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marL="0" marR="0" marT="40005" marB="0">
                    <a:lnL>
                      <a:noFill/>
                    </a:lnL>
                    <a:lnR>
                      <a:noFill/>
                    </a:lnR>
                    <a:lnT w="6350">
                      <a:noFill/>
                      <a:prstDash val="soli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332740" indent="-170180">
                        <a:lnSpc>
                          <a:spcPct val="100000"/>
                        </a:lnSpc>
                        <a:spcBef>
                          <a:spcPts val="315"/>
                        </a:spcBef>
                        <a:buClr>
                          <a:srgbClr val="96999B"/>
                        </a:buClr>
                        <a:buFont typeface="Symbol"/>
                        <a:buChar char=""/>
                        <a:tabLst>
                          <a:tab pos="333375" algn="l"/>
                        </a:tabLst>
                      </a:pPr>
                      <a:endParaRPr lang="zh-CN" altLang="en-US" sz="850">
                        <a:solidFill>
                          <a:srgbClr val="52555A"/>
                        </a:solidFill>
                        <a:latin typeface="Calibri" panose="020F0502020204030204" pitchFamily="34" charset="0"/>
                        <a:cs typeface="Calibri" panose="020F0502020204030204" pitchFamily="34" charset="0"/>
                      </a:endParaRPr>
                    </a:p>
                  </a:txBody>
                  <a:tcPr marL="0" marR="0" marT="40005" marB="0">
                    <a:lnL w="6350" cap="flat" cmpd="sng" algn="ctr">
                      <a:solidFill>
                        <a:srgbClr val="52555A"/>
                      </a:solidFill>
                      <a:prstDash val="solid"/>
                      <a:round/>
                      <a:headEnd type="none" w="med" len="med"/>
                      <a:tailEnd type="none" w="med" len="med"/>
                    </a:lnL>
                    <a:lnR w="9525" cap="flat" cmpd="sng" algn="ctr">
                      <a:solidFill>
                        <a:srgbClr val="52555A"/>
                      </a:solidFill>
                      <a:prstDash val="solid"/>
                      <a:round/>
                      <a:headEnd type="none" w="med" len="med"/>
                      <a:tailEnd type="none" w="med" len="med"/>
                    </a:lnR>
                    <a:lnT w="6350">
                      <a:solidFill>
                        <a:srgbClr val="52555A"/>
                      </a:solidFill>
                      <a:prstDash val="solid"/>
                    </a:lnT>
                    <a:lnB w="6350" cap="flat" cmpd="sng" algn="ctr">
                      <a:solidFill>
                        <a:srgbClr val="52555A"/>
                      </a:solidFill>
                      <a:prstDash val="solid"/>
                      <a:round/>
                      <a:headEnd type="none" w="med" len="med"/>
                      <a:tailEnd type="none" w="med" len="med"/>
                    </a:lnB>
                  </a:tcPr>
                </a:tc>
                <a:tc hMerge="1">
                  <a:txBody>
                    <a:bodyPr/>
                    <a:lstStyle/>
                    <a:p>
                      <a:pPr marL="334645" indent="-170180">
                        <a:lnSpc>
                          <a:spcPct val="100000"/>
                        </a:lnSpc>
                        <a:spcBef>
                          <a:spcPts val="315"/>
                        </a:spcBef>
                        <a:buClr>
                          <a:srgbClr val="96999B"/>
                        </a:buClr>
                        <a:buFont typeface="Symbol"/>
                        <a:buChar char=""/>
                        <a:tabLst>
                          <a:tab pos="335280" algn="l"/>
                        </a:tabLst>
                      </a:pPr>
                      <a:endParaRPr sz="850">
                        <a:latin typeface="Calibri" panose="020F0502020204030204" pitchFamily="34" charset="0"/>
                        <a:cs typeface="Calibri" panose="020F0502020204030204" pitchFamily="34" charset="0"/>
                      </a:endParaRPr>
                    </a:p>
                  </a:txBody>
                  <a:tcPr marL="0" marR="0" marT="40005" marB="0">
                    <a:lnL w="9525" cap="flat" cmpd="sng" algn="ctr">
                      <a:solidFill>
                        <a:srgbClr val="52555A"/>
                      </a:solidFill>
                      <a:prstDash val="solid"/>
                      <a:round/>
                      <a:headEnd type="none" w="med" len="med"/>
                      <a:tailEnd type="none" w="med" len="med"/>
                    </a:lnL>
                    <a:lnT w="6350">
                      <a:solidFill>
                        <a:srgbClr val="52555A"/>
                      </a:solidFill>
                      <a:prstDash val="solid"/>
                    </a:lnT>
                    <a:lnB w="6350" cap="flat" cmpd="sng" algn="ctr">
                      <a:solidFill>
                        <a:srgbClr val="52555A"/>
                      </a:solidFill>
                      <a:prstDash val="solid"/>
                      <a:round/>
                      <a:headEnd type="none" w="med" len="med"/>
                      <a:tailEnd type="none" w="med" len="med"/>
                    </a:lnB>
                  </a:tcPr>
                </a:tc>
                <a:extLst>
                  <a:ext uri="{0D108BD9-81ED-4DB2-BD59-A6C34878D82A}">
                    <a16:rowId xmlns:a16="http://schemas.microsoft.com/office/drawing/2014/main" val="32136630"/>
                  </a:ext>
                </a:extLst>
              </a:tr>
              <a:tr h="714357">
                <a:tc>
                  <a:txBody>
                    <a:bodyPr/>
                    <a:lstStyle/>
                    <a:p>
                      <a:pPr marL="0" marR="0" lvl="0" indent="0" algn="l" defTabSz="914303" rtl="0" eaLnBrk="1" fontAlgn="base" latinLnBrk="0" hangingPunct="1">
                        <a:lnSpc>
                          <a:spcPct val="100000"/>
                        </a:lnSpc>
                        <a:spcBef>
                          <a:spcPts val="0"/>
                        </a:spcBef>
                        <a:spcAft>
                          <a:spcPts val="0"/>
                        </a:spcAft>
                        <a:buClrTx/>
                        <a:buSzTx/>
                        <a:buFontTx/>
                        <a:buNone/>
                        <a:tabLst/>
                        <a:defRPr/>
                      </a:pPr>
                      <a:r>
                        <a:rPr kumimoji="0" lang="en-US" altLang="zh-TW" sz="900" b="0" i="0" u="none" strike="noStrike" kern="1200" cap="none" spc="0" normalizeH="0" baseline="0" noProof="0" dirty="0">
                          <a:ln>
                            <a:noFill/>
                          </a:ln>
                          <a:solidFill>
                            <a:srgbClr val="000000"/>
                          </a:solidFill>
                          <a:effectLst/>
                          <a:uLnTx/>
                          <a:uFillTx/>
                          <a:latin typeface="KaiTi" panose="02010609060101010101" pitchFamily="49" charset="-122"/>
                          <a:ea typeface="KaiTi" panose="02010609060101010101" pitchFamily="49" charset="-122"/>
                          <a:cs typeface="+mn-cs"/>
                        </a:rPr>
                        <a:t>11</a:t>
                      </a:r>
                      <a:r>
                        <a:rPr kumimoji="0" lang="zh-TW" altLang="en-US" sz="900" b="0" i="0" u="none" strike="noStrike" kern="1200" cap="none" spc="0" normalizeH="0" baseline="0" noProof="0" dirty="0">
                          <a:ln>
                            <a:noFill/>
                          </a:ln>
                          <a:solidFill>
                            <a:srgbClr val="000000"/>
                          </a:solidFill>
                          <a:effectLst/>
                          <a:uLnTx/>
                          <a:uFillTx/>
                          <a:latin typeface="KaiTi" panose="02010609060101010101" pitchFamily="49" charset="-122"/>
                          <a:ea typeface="KaiTi" panose="02010609060101010101" pitchFamily="49" charset="-122"/>
                          <a:cs typeface="+mn-cs"/>
                        </a:rPr>
                        <a:t>月</a:t>
                      </a:r>
                      <a:r>
                        <a:rPr kumimoji="0" lang="en-US" altLang="zh-TW" sz="900" b="0" i="0" u="none" strike="noStrike" kern="1200" cap="none" spc="0" normalizeH="0" baseline="0" noProof="0" dirty="0">
                          <a:ln>
                            <a:noFill/>
                          </a:ln>
                          <a:solidFill>
                            <a:srgbClr val="000000"/>
                          </a:solidFill>
                          <a:effectLst/>
                          <a:uLnTx/>
                          <a:uFillTx/>
                          <a:latin typeface="KaiTi" panose="02010609060101010101" pitchFamily="49" charset="-122"/>
                          <a:ea typeface="KaiTi" panose="02010609060101010101" pitchFamily="49" charset="-122"/>
                          <a:cs typeface="+mn-cs"/>
                        </a:rPr>
                        <a:t>24</a:t>
                      </a:r>
                      <a:r>
                        <a:rPr kumimoji="0" lang="zh-TW" altLang="en-US" sz="900" b="0" i="0" u="none" strike="noStrike" kern="1200" cap="none" spc="0" normalizeH="0" baseline="0" noProof="0" dirty="0">
                          <a:ln>
                            <a:noFill/>
                          </a:ln>
                          <a:solidFill>
                            <a:srgbClr val="000000"/>
                          </a:solidFill>
                          <a:effectLst/>
                          <a:uLnTx/>
                          <a:uFillTx/>
                          <a:latin typeface="KaiTi" panose="02010609060101010101" pitchFamily="49" charset="-122"/>
                          <a:ea typeface="KaiTi" panose="02010609060101010101" pitchFamily="49" charset="-122"/>
                          <a:cs typeface="+mn-cs"/>
                        </a:rPr>
                        <a:t>日一周​</a:t>
                      </a:r>
                      <a:endParaRPr kumimoji="0" lang="zh-TW" altLang="en-US" sz="1800" b="0" i="0" u="none" strike="noStrike" kern="1200" cap="none" spc="0" normalizeH="0" baseline="0" noProof="0" dirty="0">
                        <a:ln>
                          <a:noFill/>
                        </a:ln>
                        <a:solidFill>
                          <a:srgbClr val="000000"/>
                        </a:solidFill>
                        <a:effectLst/>
                        <a:uLnTx/>
                        <a:uFillTx/>
                        <a:latin typeface="KaiTi" panose="02010609060101010101" pitchFamily="49" charset="-122"/>
                        <a:ea typeface="KaiTi" panose="02010609060101010101" pitchFamily="49" charset="-122"/>
                        <a:cs typeface="+mn-cs"/>
                      </a:endParaRPr>
                    </a:p>
                    <a:p>
                      <a:pPr algn="l" rtl="0" fontAlgn="base"/>
                      <a:endParaRPr lang="zh-TW" altLang="en-US" b="0" i="0" dirty="0">
                        <a:solidFill>
                          <a:srgbClr val="000000"/>
                        </a:solidFill>
                        <a:effectLst/>
                        <a:latin typeface="KaiTi" panose="02010609060101010101" pitchFamily="49" charset="-122"/>
                        <a:ea typeface="KaiTi" panose="02010609060101010101" pitchFamily="49" charset="-122"/>
                      </a:endParaRPr>
                    </a:p>
                  </a:txBody>
                  <a:tcPr>
                    <a:lnL>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傳閱</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A1</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版定稿</a:t>
                      </a:r>
                      <a:r>
                        <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PN21</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備忘錄</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專家訪談（包括境內律師、行業顧問、內控顧問、審計師等中介團隊）</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A1</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上市申請文件包定稿</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A1</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版本招股書定稿，招股書驗證完成</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開展遞交</a:t>
                      </a:r>
                      <a:r>
                        <a:rPr 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A1 </a:t>
                      </a: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上市申請前最終盡職調查</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b="1" kern="1200" dirty="0">
                          <a:solidFill>
                            <a:srgbClr val="C00000"/>
                          </a:solidFill>
                          <a:latin typeface="Calibri" panose="020F0502020204030204" pitchFamily="34" charset="0"/>
                          <a:ea typeface="KaiTi" panose="02010609060101010101" pitchFamily="49" charset="-122"/>
                          <a:cs typeface="Calibri" panose="020F0502020204030204" pitchFamily="34" charset="0"/>
                        </a:rPr>
                        <a:t>遞交</a:t>
                      </a:r>
                      <a:r>
                        <a:rPr lang="en-US" sz="900" b="1" kern="1200" dirty="0">
                          <a:solidFill>
                            <a:srgbClr val="C00000"/>
                          </a:solidFill>
                          <a:latin typeface="Calibri" panose="020F0502020204030204" pitchFamily="34" charset="0"/>
                          <a:ea typeface="KaiTi" panose="02010609060101010101" pitchFamily="49" charset="-122"/>
                          <a:cs typeface="Calibri" panose="020F0502020204030204" pitchFamily="34" charset="0"/>
                        </a:rPr>
                        <a:t>A1</a:t>
                      </a:r>
                      <a:r>
                        <a:rPr lang="zh-CN" altLang="en-US" sz="900" b="1" kern="1200" dirty="0">
                          <a:solidFill>
                            <a:srgbClr val="C00000"/>
                          </a:solidFill>
                          <a:latin typeface="Calibri" panose="020F0502020204030204" pitchFamily="34" charset="0"/>
                          <a:ea typeface="KaiTi" panose="02010609060101010101" pitchFamily="49" charset="-122"/>
                          <a:cs typeface="Calibri" panose="020F0502020204030204" pitchFamily="34" charset="0"/>
                        </a:rPr>
                        <a:t>上市申請</a:t>
                      </a:r>
                      <a:endParaRPr lang="zh-TW" altLang="en-US" sz="900" b="1" kern="1200" dirty="0">
                        <a:solidFill>
                          <a:srgbClr val="C00000"/>
                        </a:solidFill>
                        <a:latin typeface="Calibri" panose="020F0502020204030204" pitchFamily="34" charset="0"/>
                        <a:ea typeface="KaiTi" panose="02010609060101010101" pitchFamily="49" charset="-122"/>
                        <a:cs typeface="Calibri" panose="020F0502020204030204" pitchFamily="34" charset="0"/>
                      </a:endParaRPr>
                    </a:p>
                  </a:txBody>
                  <a:tcPr>
                    <a:lnL w="635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保薦人境外律師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相關專家、保薦人、保薦人香港律師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全體</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公司香港律師、保薦人香港律師</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全體</a:t>
                      </a:r>
                      <a:endParaRPr lang="en-US" altLang="zh-CN"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p>
                      <a:pPr marL="332740" marR="0" lvl="0" indent="-170180" algn="l" defTabSz="914303" rtl="0" eaLnBrk="1" fontAlgn="base" latinLnBrk="0" hangingPunct="1">
                        <a:lnSpc>
                          <a:spcPct val="100000"/>
                        </a:lnSpc>
                        <a:spcBef>
                          <a:spcPts val="0"/>
                        </a:spcBef>
                        <a:spcAft>
                          <a:spcPts val="0"/>
                        </a:spcAft>
                        <a:buClr>
                          <a:srgbClr val="96999B"/>
                        </a:buClr>
                        <a:buFont typeface="Symbol"/>
                        <a:buChar char=""/>
                        <a:tabLst>
                          <a:tab pos="333375" algn="l"/>
                        </a:tabLst>
                      </a:pPr>
                      <a:r>
                        <a:rPr lang="zh-CN"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rPr>
                        <a:t>全體</a:t>
                      </a:r>
                      <a:endParaRPr lang="zh-TW" altLang="en-US" sz="900" kern="1200" dirty="0">
                        <a:solidFill>
                          <a:schemeClr val="tx1"/>
                        </a:solidFill>
                        <a:latin typeface="Calibri" panose="020F0502020204030204" pitchFamily="34" charset="0"/>
                        <a:ea typeface="KaiTi" panose="02010609060101010101" pitchFamily="49" charset="-122"/>
                        <a:cs typeface="Calibri" panose="020F0502020204030204" pitchFamily="34" charset="0"/>
                      </a:endParaRPr>
                    </a:p>
                  </a:txBody>
                  <a:tcPr>
                    <a:lnL w="9525" cap="flat" cmpd="sng" algn="ctr">
                      <a:no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22966827"/>
                  </a:ext>
                </a:extLst>
              </a:tr>
            </a:tbl>
          </a:graphicData>
        </a:graphic>
      </p:graphicFrame>
      <p:sp>
        <p:nvSpPr>
          <p:cNvPr id="9" name="object 29">
            <a:extLst>
              <a:ext uri="{FF2B5EF4-FFF2-40B4-BE49-F238E27FC236}">
                <a16:creationId xmlns:a16="http://schemas.microsoft.com/office/drawing/2014/main" id="{4C3FA053-95C7-4144-87FB-0CE5B8454618}"/>
              </a:ext>
            </a:extLst>
          </p:cNvPr>
          <p:cNvSpPr txBox="1">
            <a:spLocks/>
          </p:cNvSpPr>
          <p:nvPr/>
        </p:nvSpPr>
        <p:spPr>
          <a:xfrm>
            <a:off x="581296" y="6175879"/>
            <a:ext cx="7221583" cy="120546"/>
          </a:xfrm>
          <a:prstGeom prst="rect">
            <a:avLst/>
          </a:prstGeom>
        </p:spPr>
        <p:txBody>
          <a:bodyPr vert="horz" wrap="square" lIns="0" tIns="12700" rIns="0" bIns="0" rtlCol="0">
            <a:spAutoFit/>
          </a:bodyPr>
          <a:lstStyle>
            <a:defPPr>
              <a:defRPr lang="en-US"/>
            </a:defPPr>
            <a:lvl1pPr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1pPr>
            <a:lvl2pPr marL="457152"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2pPr>
            <a:lvl3pPr marL="914303"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3pPr>
            <a:lvl4pPr marL="1371455"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4pPr>
            <a:lvl5pPr marL="1828606"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5pPr>
            <a:lvl6pPr marL="2285758"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6pPr>
            <a:lvl7pPr marL="2742909"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7pPr>
            <a:lvl8pPr marL="3200061"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8pPr>
            <a:lvl9pPr marL="3657212"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9pPr>
          </a:lstStyle>
          <a:p>
            <a:pPr marL="57150">
              <a:spcBef>
                <a:spcPts val="100"/>
              </a:spcBef>
            </a:pPr>
            <a:r>
              <a:rPr lang="zh-TW" altLang="en-US" sz="700" spc="10">
                <a:latin typeface="KaiTi" panose="02010609060101010101" pitchFamily="49" charset="-122"/>
                <a:ea typeface="KaiTi" panose="02010609060101010101" pitchFamily="49" charset="-122"/>
              </a:rPr>
              <a:t>注：最終上市時間表將取決於監管部門審批速度、資本市場條件等各方面因素影響</a:t>
            </a:r>
            <a:endParaRPr lang="zh-CN" altLang="en-US" sz="700">
              <a:latin typeface="KaiTi" panose="02010609060101010101" pitchFamily="49" charset="-122"/>
              <a:ea typeface="KaiTi" panose="02010609060101010101" pitchFamily="49" charset="-122"/>
              <a:cs typeface="Arial"/>
            </a:endParaRPr>
          </a:p>
        </p:txBody>
      </p:sp>
    </p:spTree>
    <p:extLst>
      <p:ext uri="{BB962C8B-B14F-4D97-AF65-F5344CB8AC3E}">
        <p14:creationId xmlns:p14="http://schemas.microsoft.com/office/powerpoint/2010/main" val="42519880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9EF01EB-F7DD-4202-A79B-4CADBE9B4E6C}"/>
              </a:ext>
            </a:extLst>
          </p:cNvPr>
          <p:cNvSpPr>
            <a:spLocks noGrp="1"/>
          </p:cNvSpPr>
          <p:nvPr>
            <p:ph type="sldNum" sz="quarter" idx="10"/>
          </p:nvPr>
        </p:nvSpPr>
        <p:spPr>
          <a:xfrm>
            <a:off x="7897813" y="6398780"/>
            <a:ext cx="1066800" cy="217937"/>
          </a:xfrm>
        </p:spPr>
        <p:txBody>
          <a:bodyPr/>
          <a:lstStyle/>
          <a:p>
            <a:pPr>
              <a:defRPr/>
            </a:pPr>
            <a:fld id="{17AE90FD-2A67-4F1C-8A5E-6FE36A4F61F0}" type="slidenum">
              <a:rPr lang="en-US" altLang="en-US" smtClean="0"/>
              <a:pPr>
                <a:defRPr/>
              </a:pPr>
              <a:t>22</a:t>
            </a:fld>
            <a:endParaRPr lang="en-US" altLang="en-US"/>
          </a:p>
        </p:txBody>
      </p:sp>
      <p:sp>
        <p:nvSpPr>
          <p:cNvPr id="7" name="Text Placeholder 3">
            <a:extLst>
              <a:ext uri="{FF2B5EF4-FFF2-40B4-BE49-F238E27FC236}">
                <a16:creationId xmlns:a16="http://schemas.microsoft.com/office/drawing/2014/main" id="{807971C2-325D-4E19-BA7C-44A861EFF63F}"/>
              </a:ext>
            </a:extLst>
          </p:cNvPr>
          <p:cNvSpPr txBox="1">
            <a:spLocks/>
          </p:cNvSpPr>
          <p:nvPr/>
        </p:nvSpPr>
        <p:spPr>
          <a:xfrm>
            <a:off x="731964" y="2905788"/>
            <a:ext cx="7766083" cy="523212"/>
          </a:xfrm>
          <a:prstGeom prst="rect">
            <a:avLst/>
          </a:prstGeom>
        </p:spPr>
        <p:txBody>
          <a:bodyPr/>
          <a:lstStyle>
            <a:lvl1pPr marL="231751" indent="-231751" algn="l" rtl="0" eaLnBrk="1" fontAlgn="base" hangingPunct="0">
              <a:spcBef>
                <a:spcPts val="300"/>
              </a:spcBef>
              <a:spcAft>
                <a:spcPts val="300"/>
              </a:spcAft>
              <a:buClr>
                <a:schemeClr val="accent1"/>
              </a:buClr>
              <a:buFont typeface="Wingdings" pitchFamily="2" charset="2"/>
              <a:buChar char="n"/>
              <a:defRPr sz="1600">
                <a:solidFill>
                  <a:schemeClr val="tx1"/>
                </a:solidFill>
                <a:latin typeface="+mn-lt"/>
                <a:ea typeface="+mn-ea"/>
                <a:cs typeface="DFKaiShu-GB5" pitchFamily="65" charset="-128"/>
              </a:defRPr>
            </a:lvl1pPr>
            <a:lvl2pPr marL="566678" indent="-220640" algn="l" rtl="0" eaLnBrk="1" fontAlgn="base" hangingPunct="0">
              <a:spcBef>
                <a:spcPts val="300"/>
              </a:spcBef>
              <a:spcAft>
                <a:spcPts val="300"/>
              </a:spcAft>
              <a:buClr>
                <a:srgbClr val="626262"/>
              </a:buClr>
              <a:buFont typeface="Wingdings" pitchFamily="2" charset="2"/>
              <a:buChar char="u"/>
              <a:defRPr sz="1400">
                <a:solidFill>
                  <a:schemeClr val="tx1"/>
                </a:solidFill>
                <a:latin typeface="+mn-lt"/>
                <a:ea typeface="+mn-ea"/>
                <a:cs typeface="DFKaiShu-GB5" pitchFamily="65" charset="-128"/>
              </a:defRPr>
            </a:lvl2pPr>
            <a:lvl3pPr marL="909541" indent="-228576" algn="l" rtl="0" eaLnBrk="1" fontAlgn="base" hangingPunct="0">
              <a:spcBef>
                <a:spcPts val="300"/>
              </a:spcBef>
              <a:spcAft>
                <a:spcPts val="300"/>
              </a:spcAft>
              <a:buFont typeface="Arial" pitchFamily="34" charset="0"/>
              <a:buChar char="—"/>
              <a:defRPr sz="1400">
                <a:solidFill>
                  <a:schemeClr val="tx1"/>
                </a:solidFill>
                <a:latin typeface="+mn-lt"/>
                <a:ea typeface="+mn-ea"/>
                <a:cs typeface="DFKaiShu-GB5" pitchFamily="65" charset="-128"/>
              </a:defRPr>
            </a:lvl3pPr>
            <a:lvl4pPr marL="1252405" indent="-228576" algn="l" rtl="0" eaLnBrk="1" fontAlgn="base" hangingPunct="0">
              <a:spcBef>
                <a:spcPts val="300"/>
              </a:spcBef>
              <a:spcAft>
                <a:spcPts val="300"/>
              </a:spcAft>
              <a:buChar char="–"/>
              <a:defRPr sz="1400">
                <a:solidFill>
                  <a:schemeClr val="tx1"/>
                </a:solidFill>
                <a:latin typeface="+mn-lt"/>
                <a:ea typeface="+mn-ea"/>
                <a:cs typeface="DFKaiShu-GB5" pitchFamily="65" charset="-128"/>
              </a:defRPr>
            </a:lvl4pPr>
            <a:lvl5pPr marL="1595269" indent="-228576" algn="l" rtl="0" eaLnBrk="1" fontAlgn="base" hangingPunct="0">
              <a:spcBef>
                <a:spcPts val="300"/>
              </a:spcBef>
              <a:spcAft>
                <a:spcPts val="300"/>
              </a:spcAft>
              <a:buChar char="»"/>
              <a:defRPr sz="1400">
                <a:solidFill>
                  <a:schemeClr val="tx1"/>
                </a:solidFill>
                <a:latin typeface="+mn-lt"/>
                <a:ea typeface="+mn-ea"/>
                <a:cs typeface="DFKaiShu-GB5" pitchFamily="65" charset="-128"/>
              </a:defRPr>
            </a:lvl5pPr>
            <a:lvl6pPr marL="2052420" indent="-228576" algn="l" rtl="0" eaLnBrk="0" fontAlgn="base" hangingPunct="0">
              <a:spcBef>
                <a:spcPct val="0"/>
              </a:spcBef>
              <a:spcAft>
                <a:spcPct val="30000"/>
              </a:spcAft>
              <a:buChar char="»"/>
              <a:defRPr sz="1400">
                <a:solidFill>
                  <a:schemeClr val="tx1"/>
                </a:solidFill>
                <a:latin typeface="+mn-lt"/>
                <a:ea typeface="+mn-ea"/>
              </a:defRPr>
            </a:lvl6pPr>
            <a:lvl7pPr marL="2509572" indent="-228576" algn="l" rtl="0" eaLnBrk="0" fontAlgn="base" hangingPunct="0">
              <a:spcBef>
                <a:spcPct val="0"/>
              </a:spcBef>
              <a:spcAft>
                <a:spcPct val="30000"/>
              </a:spcAft>
              <a:buChar char="»"/>
              <a:defRPr sz="1400">
                <a:solidFill>
                  <a:schemeClr val="tx1"/>
                </a:solidFill>
                <a:latin typeface="+mn-lt"/>
                <a:ea typeface="+mn-ea"/>
              </a:defRPr>
            </a:lvl7pPr>
            <a:lvl8pPr marL="2966723" indent="-228576" algn="l" rtl="0" eaLnBrk="0" fontAlgn="base" hangingPunct="0">
              <a:spcBef>
                <a:spcPct val="0"/>
              </a:spcBef>
              <a:spcAft>
                <a:spcPct val="30000"/>
              </a:spcAft>
              <a:buChar char="»"/>
              <a:defRPr sz="1400">
                <a:solidFill>
                  <a:schemeClr val="tx1"/>
                </a:solidFill>
                <a:latin typeface="+mn-lt"/>
                <a:ea typeface="+mn-ea"/>
              </a:defRPr>
            </a:lvl8pPr>
            <a:lvl9pPr marL="3423875" indent="-228576" algn="l" rtl="0" eaLnBrk="0" fontAlgn="base" hangingPunct="0">
              <a:spcBef>
                <a:spcPct val="0"/>
              </a:spcBef>
              <a:spcAft>
                <a:spcPct val="30000"/>
              </a:spcAft>
              <a:buChar char="»"/>
              <a:defRPr sz="1400">
                <a:solidFill>
                  <a:schemeClr val="tx1"/>
                </a:solidFill>
                <a:latin typeface="+mn-lt"/>
                <a:ea typeface="+mn-ea"/>
              </a:defRPr>
            </a:lvl9pPr>
          </a:lstStyle>
          <a:p>
            <a:pPr marL="0" indent="0" algn="r">
              <a:buNone/>
            </a:pPr>
            <a:r>
              <a:rPr lang="en-US" altLang="zh-TW" sz="2800" b="1" i="0" dirty="0">
                <a:solidFill>
                  <a:schemeClr val="dk1"/>
                </a:solidFill>
                <a:latin typeface="Calibri" panose="020F0502020204030204" pitchFamily="34" charset="0"/>
                <a:ea typeface="KaiTi" panose="02010609060101010101" pitchFamily="49" charset="-122"/>
                <a:cs typeface="Calibri" panose="020F0502020204030204" pitchFamily="34" charset="0"/>
              </a:rPr>
              <a:t>5.</a:t>
            </a:r>
            <a:r>
              <a:rPr lang="zh-TW" altLang="en-US" sz="2800" b="1" i="0" dirty="0">
                <a:solidFill>
                  <a:schemeClr val="dk1"/>
                </a:solidFill>
                <a:latin typeface="Calibri" panose="020F0502020204030204" pitchFamily="34" charset="0"/>
                <a:ea typeface="KaiTi" panose="02010609060101010101" pitchFamily="49" charset="-122"/>
                <a:cs typeface="Calibri" panose="020F0502020204030204" pitchFamily="34" charset="0"/>
              </a:rPr>
              <a:t> </a:t>
            </a:r>
            <a:r>
              <a:rPr lang="zh-TW" altLang="en-US" sz="2800" b="1" i="0" dirty="0">
                <a:latin typeface="Calibri" panose="020F0502020204030204" pitchFamily="34" charset="0"/>
                <a:ea typeface="KaiTi" panose="02010609060101010101" pitchFamily="49" charset="-122"/>
                <a:cs typeface="Calibri" panose="020F0502020204030204" pitchFamily="34" charset="0"/>
              </a:rPr>
              <a:t>關鍵執行考慮因素和下一步計劃</a:t>
            </a:r>
            <a:endParaRPr lang="en-US" b="1" i="0" kern="0" dirty="0">
              <a:latin typeface="Calibri" panose="020F0502020204030204" pitchFamily="34" charset="0"/>
              <a:ea typeface="KaiTi" panose="02010609060101010101" pitchFamily="49" charset="-122"/>
              <a:cs typeface="Calibri" panose="020F0502020204030204" pitchFamily="34" charset="0"/>
            </a:endParaRPr>
          </a:p>
        </p:txBody>
      </p:sp>
    </p:spTree>
    <p:extLst>
      <p:ext uri="{BB962C8B-B14F-4D97-AF65-F5344CB8AC3E}">
        <p14:creationId xmlns:p14="http://schemas.microsoft.com/office/powerpoint/2010/main" val="11077718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9" name="Rectangle 2"/>
          <p:cNvSpPr>
            <a:spLocks noGrp="1" noChangeArrowheads="1"/>
          </p:cNvSpPr>
          <p:nvPr>
            <p:ph type="title"/>
          </p:nvPr>
        </p:nvSpPr>
        <p:spPr>
          <a:xfrm>
            <a:off x="663575" y="497194"/>
            <a:ext cx="7845552" cy="461657"/>
          </a:xfrm>
        </p:spPr>
        <p:txBody>
          <a:bodyPr/>
          <a:lstStyle/>
          <a:p>
            <a:r>
              <a:rPr lang="en-US" altLang="zh-TW" dirty="0">
                <a:latin typeface="Calibri" panose="020F0502020204030204" pitchFamily="34" charset="0"/>
                <a:ea typeface="Calibri" panose="020F0502020204030204" pitchFamily="34" charset="0"/>
                <a:cs typeface="Calibri" panose="020F0502020204030204" pitchFamily="34" charset="0"/>
              </a:rPr>
              <a:t>5</a:t>
            </a:r>
            <a:r>
              <a:rPr lang="en-US" altLang="zh-TW" sz="2400" b="1" i="0" dirty="0">
                <a:latin typeface="Calibri" panose="020F0502020204030204" pitchFamily="34" charset="0"/>
                <a:ea typeface="Calibri" panose="020F0502020204030204" pitchFamily="34" charset="0"/>
                <a:cs typeface="Calibri" panose="020F0502020204030204" pitchFamily="34" charset="0"/>
              </a:rPr>
              <a:t>.1 </a:t>
            </a:r>
            <a:r>
              <a:rPr lang="zh-TW" altLang="en-US" sz="2400" b="1" i="0" dirty="0">
                <a:latin typeface="Calibri" panose="020F0502020204030204" pitchFamily="34" charset="0"/>
                <a:ea typeface="KaiTi" panose="02010609060101010101" pitchFamily="49" charset="-122"/>
                <a:cs typeface="Calibri" panose="020F0502020204030204" pitchFamily="34" charset="0"/>
              </a:rPr>
              <a:t>關鍵執行考慮因素</a:t>
            </a:r>
            <a:endParaRPr lang="zh-CN" altLang="en-US" dirty="0">
              <a:latin typeface="Calibri" panose="020F0502020204030204" pitchFamily="34" charset="0"/>
              <a:ea typeface="KaiTi" panose="02010609060101010101" pitchFamily="49" charset="-122"/>
              <a:cs typeface="Calibri" panose="020F0502020204030204" pitchFamily="34" charset="0"/>
            </a:endParaRPr>
          </a:p>
        </p:txBody>
      </p:sp>
      <p:sp>
        <p:nvSpPr>
          <p:cNvPr id="3" name="Slide Number Placeholder 2">
            <a:extLst>
              <a:ext uri="{FF2B5EF4-FFF2-40B4-BE49-F238E27FC236}">
                <a16:creationId xmlns:a16="http://schemas.microsoft.com/office/drawing/2014/main" id="{D2D69C45-4B89-4E7E-9F68-147BA17A180D}"/>
              </a:ext>
            </a:extLst>
          </p:cNvPr>
          <p:cNvSpPr>
            <a:spLocks noGrp="1"/>
          </p:cNvSpPr>
          <p:nvPr>
            <p:ph type="sldNum" sz="quarter" idx="10"/>
          </p:nvPr>
        </p:nvSpPr>
        <p:spPr/>
        <p:txBody>
          <a:bodyPr/>
          <a:lstStyle/>
          <a:p>
            <a:pPr>
              <a:defRPr/>
            </a:pPr>
            <a:fld id="{17AE90FD-2A67-4F1C-8A5E-6FE36A4F61F0}" type="slidenum">
              <a:rPr lang="en-US" altLang="en-US" smtClean="0">
                <a:latin typeface="Calibri" panose="020F0502020204030204" pitchFamily="34" charset="0"/>
                <a:ea typeface="Calibri" panose="020F0502020204030204" pitchFamily="34" charset="0"/>
                <a:cs typeface="Calibri" panose="020F0502020204030204" pitchFamily="34" charset="0"/>
              </a:rPr>
              <a:pPr>
                <a:defRPr/>
              </a:pPr>
              <a:t>23</a:t>
            </a:fld>
            <a:endParaRPr lang="en-US" altLang="en-US">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6BEA41F5-F4D7-4BAB-A2F2-A3F2FC6151F3}"/>
              </a:ext>
            </a:extLst>
          </p:cNvPr>
          <p:cNvSpPr txBox="1"/>
          <p:nvPr/>
        </p:nvSpPr>
        <p:spPr>
          <a:xfrm>
            <a:off x="2238375" y="1100651"/>
            <a:ext cx="6261227" cy="1554849"/>
          </a:xfrm>
          <a:prstGeom prst="rect">
            <a:avLst/>
          </a:prstGeom>
          <a:noFill/>
        </p:spPr>
        <p:txBody>
          <a:bodyPr wrap="square" rtlCol="0">
            <a:spAutoFit/>
          </a:bodyPr>
          <a:lstStyle/>
          <a:p>
            <a:pPr marL="342900" marR="0" lvl="0" indent="-342900">
              <a:lnSpc>
                <a:spcPct val="107000"/>
              </a:lnSpc>
              <a:spcBef>
                <a:spcPts val="0"/>
              </a:spcBef>
              <a:spcAft>
                <a:spcPts val="800"/>
              </a:spcAft>
              <a:buFont typeface="Wingdings" panose="05000000000000000000" pitchFamily="2" charset="2"/>
              <a:buChar char=""/>
              <a:tabLst>
                <a:tab pos="457200" algn="l"/>
              </a:tabLst>
            </a:pPr>
            <a:r>
              <a:rPr lang="zh-CN" altLang="en-US" sz="1200" i="0" dirty="0">
                <a:effectLst/>
                <a:ea typeface="KaiTi" panose="02010609060101010101" pitchFamily="49" charset="-122"/>
                <a:cs typeface="Calibri" panose="020F0502020204030204" pitchFamily="34" charset="0"/>
              </a:rPr>
              <a:t>香港上市籌備過程中，上市前重組通常較爲重要。對於公司而言，厘清上市資產範圍是關鍵，在項目啓動後，保薦人將會和律師團隊共同協助梳理並推進整個上市前重組流程，包括審閲相應的法律</a:t>
            </a:r>
            <a:r>
              <a:rPr lang="en-US" altLang="zh-CN" sz="1200" i="0" dirty="0">
                <a:effectLst/>
                <a:ea typeface="Calibri" panose="020F0502020204030204" pitchFamily="34" charset="0"/>
                <a:cs typeface="Calibri" panose="020F0502020204030204" pitchFamily="34" charset="0"/>
              </a:rPr>
              <a:t>/</a:t>
            </a:r>
            <a:r>
              <a:rPr lang="zh-CN" altLang="en-US" sz="1200" i="0" dirty="0">
                <a:effectLst/>
                <a:ea typeface="KaiTi" panose="02010609060101010101" pitchFamily="49" charset="-122"/>
                <a:cs typeface="Calibri" panose="020F0502020204030204" pitchFamily="34" charset="0"/>
              </a:rPr>
              <a:t>資產文件，並充分考慮潛在的重組成本（包括重組過程中資產轉移可能帶來的稅負考量、處理現行的銀行抵押貸款的相關安排、以及平衡考量上市集團未來的償債能力等），形成最合適的重組方案，以確定是否</a:t>
            </a:r>
            <a:r>
              <a:rPr lang="en-US" altLang="zh-CN" sz="1200" i="0" dirty="0">
                <a:effectLst/>
                <a:ea typeface="Calibri" panose="020F0502020204030204" pitchFamily="34" charset="0"/>
                <a:cs typeface="Calibri" panose="020F0502020204030204" pitchFamily="34" charset="0"/>
              </a:rPr>
              <a:t>/</a:t>
            </a:r>
            <a:r>
              <a:rPr lang="zh-CN" altLang="en-US" sz="1200" i="0" dirty="0">
                <a:effectLst/>
                <a:ea typeface="KaiTi" panose="02010609060101010101" pitchFamily="49" charset="-122"/>
                <a:cs typeface="Calibri" panose="020F0502020204030204" pitchFamily="34" charset="0"/>
              </a:rPr>
              <a:t>如何透過重組將固定資產（如物業、倉庫等）納入上市集團</a:t>
            </a:r>
            <a:endParaRPr lang="en-US" altLang="zh-CN" sz="1200" i="0" dirty="0">
              <a:effectLst/>
              <a:ea typeface="Calibri" panose="020F0502020204030204" pitchFamily="34" charset="0"/>
              <a:cs typeface="Calibri" panose="020F0502020204030204" pitchFamily="34" charset="0"/>
            </a:endParaRPr>
          </a:p>
          <a:p>
            <a:pPr marL="342900" marR="0" lvl="0" indent="-342900">
              <a:lnSpc>
                <a:spcPct val="107000"/>
              </a:lnSpc>
              <a:spcBef>
                <a:spcPts val="0"/>
              </a:spcBef>
              <a:spcAft>
                <a:spcPts val="800"/>
              </a:spcAft>
              <a:buFont typeface="Wingdings" panose="05000000000000000000" pitchFamily="2" charset="2"/>
              <a:buChar char=""/>
              <a:tabLst>
                <a:tab pos="457200" algn="l"/>
              </a:tabLst>
            </a:pPr>
            <a:endParaRPr lang="en-US" altLang="zh-CN" i="0" dirty="0">
              <a:ea typeface="Calibri" panose="020F0502020204030204" pitchFamily="34" charset="0"/>
              <a:cs typeface="Calibri" panose="020F0502020204030204" pitchFamily="34" charset="0"/>
            </a:endParaRPr>
          </a:p>
        </p:txBody>
      </p:sp>
      <p:sp>
        <p:nvSpPr>
          <p:cNvPr id="12" name="Rectangle: Rounded Corners 11">
            <a:extLst>
              <a:ext uri="{FF2B5EF4-FFF2-40B4-BE49-F238E27FC236}">
                <a16:creationId xmlns:a16="http://schemas.microsoft.com/office/drawing/2014/main" id="{ED0AF76E-5617-4592-AD16-B2B2380C7767}"/>
              </a:ext>
            </a:extLst>
          </p:cNvPr>
          <p:cNvSpPr/>
          <p:nvPr/>
        </p:nvSpPr>
        <p:spPr bwMode="auto">
          <a:xfrm>
            <a:off x="663575" y="1072076"/>
            <a:ext cx="1366561" cy="1328223"/>
          </a:xfrm>
          <a:prstGeom prst="roundRect">
            <a:avLst/>
          </a:prstGeom>
          <a:solidFill>
            <a:srgbClr val="C00000"/>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b="1" i="0" u="none" strike="noStrike" cap="none" normalizeH="0" baseline="0" dirty="0">
                <a:ln>
                  <a:noFill/>
                </a:ln>
                <a:solidFill>
                  <a:schemeClr val="bg1"/>
                </a:solidFill>
                <a:effectLst/>
                <a:ea typeface="KaiTi" panose="02010609060101010101" pitchFamily="49" charset="-122"/>
                <a:cs typeface="Calibri" panose="020F0502020204030204" pitchFamily="34" charset="0"/>
              </a:rPr>
              <a:t>上市前重組</a:t>
            </a:r>
            <a:endParaRPr kumimoji="0" lang="en-US" b="1" i="0" u="none" strike="noStrike" cap="none" normalizeH="0" baseline="0" dirty="0">
              <a:ln>
                <a:noFill/>
              </a:ln>
              <a:solidFill>
                <a:schemeClr val="bg1"/>
              </a:solidFill>
              <a:effectLst/>
              <a:ea typeface="Calibri" panose="020F0502020204030204" pitchFamily="34" charset="0"/>
              <a:cs typeface="Calibri" panose="020F0502020204030204" pitchFamily="34" charset="0"/>
            </a:endParaRPr>
          </a:p>
        </p:txBody>
      </p:sp>
      <p:cxnSp>
        <p:nvCxnSpPr>
          <p:cNvPr id="9" name="Straight Connector 8">
            <a:extLst>
              <a:ext uri="{FF2B5EF4-FFF2-40B4-BE49-F238E27FC236}">
                <a16:creationId xmlns:a16="http://schemas.microsoft.com/office/drawing/2014/main" id="{644B517E-9F3B-4E16-B73A-3F46F0E81AFB}"/>
              </a:ext>
            </a:extLst>
          </p:cNvPr>
          <p:cNvCxnSpPr>
            <a:cxnSpLocks/>
          </p:cNvCxnSpPr>
          <p:nvPr/>
        </p:nvCxnSpPr>
        <p:spPr bwMode="auto">
          <a:xfrm>
            <a:off x="2311399" y="4716140"/>
            <a:ext cx="6309360" cy="0"/>
          </a:xfrm>
          <a:prstGeom prst="line">
            <a:avLst/>
          </a:prstGeom>
          <a:noFill/>
          <a:ln w="12700" cap="flat" cmpd="sng" algn="ctr">
            <a:solidFill>
              <a:schemeClr val="bg1">
                <a:lumMod val="85000"/>
              </a:schemeClr>
            </a:solidFill>
            <a:prstDash val="solid"/>
            <a:round/>
            <a:headEnd type="none" w="med" len="med"/>
            <a:tailEnd type="none" w="med" len="med"/>
          </a:ln>
          <a:effectLst/>
        </p:spPr>
      </p:cxnSp>
      <p:cxnSp>
        <p:nvCxnSpPr>
          <p:cNvPr id="2" name="Straight Connector 1">
            <a:extLst>
              <a:ext uri="{FF2B5EF4-FFF2-40B4-BE49-F238E27FC236}">
                <a16:creationId xmlns:a16="http://schemas.microsoft.com/office/drawing/2014/main" id="{E6210E44-CFBE-ACC7-7942-44DCFBD85F5D}"/>
              </a:ext>
            </a:extLst>
          </p:cNvPr>
          <p:cNvCxnSpPr>
            <a:cxnSpLocks/>
          </p:cNvCxnSpPr>
          <p:nvPr/>
        </p:nvCxnSpPr>
        <p:spPr bwMode="auto">
          <a:xfrm>
            <a:off x="2311399" y="2474525"/>
            <a:ext cx="6309360" cy="0"/>
          </a:xfrm>
          <a:prstGeom prst="line">
            <a:avLst/>
          </a:prstGeom>
          <a:noFill/>
          <a:ln w="12700" cap="flat" cmpd="sng" algn="ctr">
            <a:solidFill>
              <a:schemeClr val="bg1">
                <a:lumMod val="85000"/>
              </a:schemeClr>
            </a:solidFill>
            <a:prstDash val="solid"/>
            <a:round/>
            <a:headEnd type="none" w="med" len="med"/>
            <a:tailEnd type="none" w="med" len="med"/>
          </a:ln>
          <a:effectLst/>
        </p:spPr>
      </p:cxnSp>
      <p:sp>
        <p:nvSpPr>
          <p:cNvPr id="4" name="Rectangle: Rounded Corners 3">
            <a:extLst>
              <a:ext uri="{FF2B5EF4-FFF2-40B4-BE49-F238E27FC236}">
                <a16:creationId xmlns:a16="http://schemas.microsoft.com/office/drawing/2014/main" id="{CFF431EC-DCAD-5DFB-E8A9-9C494E691BE0}"/>
              </a:ext>
            </a:extLst>
          </p:cNvPr>
          <p:cNvSpPr/>
          <p:nvPr/>
        </p:nvSpPr>
        <p:spPr bwMode="auto">
          <a:xfrm>
            <a:off x="663574" y="2600325"/>
            <a:ext cx="1366561" cy="2044744"/>
          </a:xfrm>
          <a:prstGeom prst="roundRect">
            <a:avLst/>
          </a:prstGeom>
          <a:solidFill>
            <a:srgbClr val="C00000"/>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b="1" i="0" u="none" strike="noStrike" cap="none" normalizeH="0" baseline="0" dirty="0">
                <a:ln>
                  <a:noFill/>
                </a:ln>
                <a:solidFill>
                  <a:schemeClr val="bg1"/>
                </a:solidFill>
                <a:effectLst/>
                <a:ea typeface="KaiTi" panose="02010609060101010101" pitchFamily="49" charset="-122"/>
                <a:cs typeface="Calibri" panose="020F0502020204030204" pitchFamily="34" charset="0"/>
              </a:rPr>
              <a:t>關連交易</a:t>
            </a:r>
            <a:endParaRPr kumimoji="0" lang="en-US" b="1" i="0" u="none" strike="noStrike" cap="none" normalizeH="0" baseline="0" dirty="0">
              <a:ln>
                <a:noFill/>
              </a:ln>
              <a:solidFill>
                <a:schemeClr val="bg1"/>
              </a:solidFill>
              <a:effectLst/>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3BDDC17-3637-16E5-3829-6D528A7BA288}"/>
              </a:ext>
            </a:extLst>
          </p:cNvPr>
          <p:cNvSpPr txBox="1"/>
          <p:nvPr/>
        </p:nvSpPr>
        <p:spPr>
          <a:xfrm>
            <a:off x="2238375" y="2580721"/>
            <a:ext cx="6261227" cy="2064348"/>
          </a:xfrm>
          <a:prstGeom prst="rect">
            <a:avLst/>
          </a:prstGeom>
          <a:noFill/>
        </p:spPr>
        <p:txBody>
          <a:bodyPr wrap="square" rtlCol="0">
            <a:spAutoFit/>
          </a:bodyPr>
          <a:lstStyle/>
          <a:p>
            <a:pPr marL="342900" marR="0" lvl="0" indent="-342900">
              <a:lnSpc>
                <a:spcPct val="107000"/>
              </a:lnSpc>
              <a:spcBef>
                <a:spcPts val="0"/>
              </a:spcBef>
              <a:spcAft>
                <a:spcPts val="800"/>
              </a:spcAft>
              <a:buFont typeface="Wingdings" panose="05000000000000000000" pitchFamily="2" charset="2"/>
              <a:buChar char=""/>
              <a:tabLst>
                <a:tab pos="457200" algn="l"/>
              </a:tabLst>
            </a:pPr>
            <a:r>
              <a:rPr lang="zh-CN" altLang="en-US" sz="1200" i="0" dirty="0">
                <a:effectLst/>
                <a:ea typeface="KaiTi" panose="02010609060101010101" pitchFamily="49" charset="-122"/>
                <a:cs typeface="Calibri" panose="020F0502020204030204" pitchFamily="34" charset="0"/>
              </a:rPr>
              <a:t>聯交所定義的關連交易是指上市公司與公司任何關連人士之間的交易（與審計口徑下的關聯方交易有所不同 ）。總體而言 ，任何未經 </a:t>
            </a:r>
            <a:r>
              <a:rPr lang="en-US" altLang="zh-CN" sz="1200" i="0" dirty="0">
                <a:effectLst/>
                <a:ea typeface="Calibri" panose="020F0502020204030204" pitchFamily="34" charset="0"/>
                <a:cs typeface="Calibri" panose="020F0502020204030204" pitchFamily="34" charset="0"/>
              </a:rPr>
              <a:t>《</a:t>
            </a:r>
            <a:r>
              <a:rPr lang="zh-CN" altLang="en-US" sz="1200" i="0" dirty="0">
                <a:effectLst/>
                <a:ea typeface="KaiTi" panose="02010609060101010101" pitchFamily="49" charset="-122"/>
                <a:cs typeface="Calibri" panose="020F0502020204030204" pitchFamily="34" charset="0"/>
              </a:rPr>
              <a:t>上市規則 </a:t>
            </a:r>
            <a:r>
              <a:rPr lang="en-US" altLang="zh-CN" sz="1200" i="0" dirty="0">
                <a:effectLst/>
                <a:ea typeface="Calibri" panose="020F0502020204030204" pitchFamily="34" charset="0"/>
                <a:cs typeface="Calibri" panose="020F0502020204030204" pitchFamily="34" charset="0"/>
              </a:rPr>
              <a:t>》</a:t>
            </a:r>
            <a:r>
              <a:rPr lang="zh-CN" altLang="en-US" sz="1200" i="0" dirty="0">
                <a:effectLst/>
                <a:ea typeface="KaiTi" panose="02010609060101010101" pitchFamily="49" charset="-122"/>
                <a:cs typeface="Calibri" panose="020F0502020204030204" pitchFamily="34" charset="0"/>
              </a:rPr>
              <a:t>明確豁免的關連交易都須遵守申報、公告及獨立股東批准的規定</a:t>
            </a:r>
            <a:endParaRPr lang="en-US" altLang="zh-CN" sz="1200" i="0" dirty="0">
              <a:effectLst/>
              <a:ea typeface="Calibri" panose="020F0502020204030204" pitchFamily="34" charset="0"/>
              <a:cs typeface="Calibri" panose="020F0502020204030204" pitchFamily="34" charset="0"/>
            </a:endParaRPr>
          </a:p>
          <a:p>
            <a:pPr marL="342900" indent="-342900">
              <a:lnSpc>
                <a:spcPct val="107000"/>
              </a:lnSpc>
              <a:spcBef>
                <a:spcPts val="0"/>
              </a:spcBef>
              <a:spcAft>
                <a:spcPts val="800"/>
              </a:spcAft>
              <a:buFont typeface="Wingdings" panose="05000000000000000000" pitchFamily="2" charset="2"/>
              <a:buChar char=""/>
              <a:tabLst>
                <a:tab pos="457200" algn="l"/>
              </a:tabLst>
            </a:pPr>
            <a:r>
              <a:rPr lang="zh-CN" altLang="en-US" sz="1200" b="0" i="0" u="none" strike="noStrike" baseline="0" dirty="0">
                <a:ea typeface="KaiTi" panose="02010609060101010101" pitchFamily="49" charset="-122"/>
                <a:cs typeface="Calibri" panose="020F0502020204030204" pitchFamily="34" charset="0"/>
              </a:rPr>
              <a:t>原則上沒有關於關連交易的禁止性規定，但對關連交易的必要性和定價公允性較為關注，要求充分的盡職調查及合理論證。招股書需披露上市前產生且上市後依然進行的持續性關連交易情況以及未來每年擬發生的持續性關連交易規模上限，以及未來新增持續性關連交易的公司治理</a:t>
            </a:r>
            <a:r>
              <a:rPr lang="zh-CN" altLang="en-US" i="0" dirty="0">
                <a:ea typeface="KaiTi" panose="02010609060101010101" pitchFamily="49" charset="-122"/>
                <a:cs typeface="Calibri" panose="020F0502020204030204" pitchFamily="34" charset="0"/>
              </a:rPr>
              <a:t>方式</a:t>
            </a:r>
            <a:endParaRPr lang="zh-CN" altLang="en-US" sz="1200" b="0" i="0" u="none" strike="noStrike" baseline="0" dirty="0">
              <a:ea typeface="KaiTi" panose="02010609060101010101" pitchFamily="49" charset="-122"/>
              <a:cs typeface="Calibri" panose="020F0502020204030204" pitchFamily="34" charset="0"/>
            </a:endParaRPr>
          </a:p>
          <a:p>
            <a:pPr marL="342900" indent="-342900">
              <a:lnSpc>
                <a:spcPct val="107000"/>
              </a:lnSpc>
              <a:spcBef>
                <a:spcPts val="0"/>
              </a:spcBef>
              <a:spcAft>
                <a:spcPts val="800"/>
              </a:spcAft>
              <a:buFont typeface="Wingdings" panose="05000000000000000000" pitchFamily="2" charset="2"/>
              <a:buChar char=""/>
              <a:tabLst>
                <a:tab pos="457200" algn="l"/>
              </a:tabLst>
            </a:pPr>
            <a:r>
              <a:rPr lang="zh-CN" altLang="en-US" i="0" dirty="0">
                <a:ea typeface="KaiTi" panose="02010609060101010101" pitchFamily="49" charset="-122"/>
                <a:cs typeface="Calibri" panose="020F0502020204030204" pitchFamily="34" charset="0"/>
              </a:rPr>
              <a:t>若上市集團從關連方租賃核心資產（包括物業或倉庫），需確保租賃條款（租金、期限）符合聯交所公允性的要求，並按照要求進行招股書披露，以滿足監管機構要求</a:t>
            </a:r>
            <a:endParaRPr lang="en-US" altLang="zh-CN" sz="1200" i="0" dirty="0">
              <a:effectLst/>
              <a:ea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F9354F7D-8DC5-9F10-6F39-A35FD009262C}"/>
              </a:ext>
            </a:extLst>
          </p:cNvPr>
          <p:cNvSpPr/>
          <p:nvPr/>
        </p:nvSpPr>
        <p:spPr bwMode="auto">
          <a:xfrm>
            <a:off x="663574" y="4857750"/>
            <a:ext cx="1366561" cy="1171283"/>
          </a:xfrm>
          <a:prstGeom prst="roundRect">
            <a:avLst/>
          </a:prstGeom>
          <a:solidFill>
            <a:srgbClr val="C00000"/>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b="1" i="0" u="none" strike="noStrike" cap="none" normalizeH="0" baseline="0" dirty="0">
                <a:ln>
                  <a:noFill/>
                </a:ln>
                <a:solidFill>
                  <a:schemeClr val="bg1"/>
                </a:solidFill>
                <a:effectLst/>
                <a:ea typeface="KaiTi" panose="02010609060101010101" pitchFamily="49" charset="-122"/>
                <a:cs typeface="Calibri" panose="020F0502020204030204" pitchFamily="34" charset="0"/>
              </a:rPr>
              <a:t>同業競爭</a:t>
            </a:r>
            <a:endParaRPr kumimoji="0" lang="en-US" b="1" i="0" u="none" strike="noStrike" cap="none" normalizeH="0" baseline="0" dirty="0">
              <a:ln>
                <a:noFill/>
              </a:ln>
              <a:solidFill>
                <a:schemeClr val="bg1"/>
              </a:solidFill>
              <a:effectLst/>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D09A1381-4046-2105-28A2-07165031A2F7}"/>
              </a:ext>
            </a:extLst>
          </p:cNvPr>
          <p:cNvSpPr txBox="1"/>
          <p:nvPr/>
        </p:nvSpPr>
        <p:spPr>
          <a:xfrm>
            <a:off x="2238375" y="4857750"/>
            <a:ext cx="6261227" cy="1171283"/>
          </a:xfrm>
          <a:prstGeom prst="rect">
            <a:avLst/>
          </a:prstGeom>
          <a:noFill/>
        </p:spPr>
        <p:txBody>
          <a:bodyPr wrap="square" rtlCol="0">
            <a:spAutoFit/>
          </a:bodyPr>
          <a:lstStyle/>
          <a:p>
            <a:pPr marL="342900" indent="-342900">
              <a:lnSpc>
                <a:spcPct val="107000"/>
              </a:lnSpc>
              <a:spcBef>
                <a:spcPts val="0"/>
              </a:spcBef>
              <a:spcAft>
                <a:spcPts val="800"/>
              </a:spcAft>
              <a:buFont typeface="Wingdings" panose="05000000000000000000" pitchFamily="2" charset="2"/>
              <a:buChar char=""/>
              <a:tabLst>
                <a:tab pos="457200" algn="l"/>
              </a:tabLst>
            </a:pPr>
            <a:r>
              <a:rPr lang="zh-CN" altLang="en-US" i="0" dirty="0">
                <a:ea typeface="KaiTi" panose="02010609060101010101" pitchFamily="49" charset="-122"/>
                <a:cs typeface="Calibri" panose="020F0502020204030204" pitchFamily="34" charset="0"/>
              </a:rPr>
              <a:t>如控股股東或公司董事在某一業務中佔有利益，而該業務直接或間接與公司的業務構成競爭，則須在招股書中披露</a:t>
            </a:r>
            <a:endParaRPr lang="en-US" altLang="zh-CN" i="0" dirty="0">
              <a:ea typeface="KaiTi" panose="02010609060101010101" pitchFamily="49" charset="-122"/>
              <a:cs typeface="Calibri" panose="020F0502020204030204" pitchFamily="34" charset="0"/>
            </a:endParaRPr>
          </a:p>
          <a:p>
            <a:pPr marL="342900" indent="-342900">
              <a:lnSpc>
                <a:spcPct val="107000"/>
              </a:lnSpc>
              <a:spcBef>
                <a:spcPts val="0"/>
              </a:spcBef>
              <a:spcAft>
                <a:spcPts val="800"/>
              </a:spcAft>
              <a:buFont typeface="Wingdings" panose="05000000000000000000" pitchFamily="2" charset="2"/>
              <a:buChar char=""/>
              <a:tabLst>
                <a:tab pos="457200" algn="l"/>
              </a:tabLst>
            </a:pPr>
            <a:r>
              <a:rPr lang="zh-CN" altLang="en-US" i="0" dirty="0">
                <a:ea typeface="KaiTi" panose="02010609060101010101" pitchFamily="49" charset="-122"/>
                <a:cs typeface="Calibri" panose="020F0502020204030204" pitchFamily="34" charset="0"/>
              </a:rPr>
              <a:t>對於存在有同業競爭的業務，可以通過向監管機構合理解釋潛在業務背後的邏輯或兩者業務無實質性競爭理由、於招股書披露相互競爭的情況、簽署不競爭承諾函、加強公司治理、及</a:t>
            </a:r>
            <a:r>
              <a:rPr lang="en-US" altLang="zh-CN" i="0" dirty="0">
                <a:ea typeface="KaiTi" panose="02010609060101010101" pitchFamily="49" charset="-122"/>
                <a:cs typeface="Calibri" panose="020F0502020204030204" pitchFamily="34" charset="0"/>
              </a:rPr>
              <a:t>/</a:t>
            </a:r>
            <a:r>
              <a:rPr lang="zh-CN" altLang="en-US" i="0" dirty="0">
                <a:ea typeface="KaiTi" panose="02010609060101010101" pitchFamily="49" charset="-122"/>
                <a:cs typeface="Calibri" panose="020F0502020204030204" pitchFamily="34" charset="0"/>
              </a:rPr>
              <a:t>或通過資產重組等不同方式進行化解處理不同程度的同業競爭情況</a:t>
            </a:r>
            <a:endParaRPr lang="en-US" i="0" dirty="0">
              <a:ea typeface="KaiTi" panose="02010609060101010101" pitchFamily="49" charset="-122"/>
              <a:cs typeface="Calibri" panose="020F0502020204030204" pitchFamily="34" charset="0"/>
            </a:endParaRPr>
          </a:p>
        </p:txBody>
      </p:sp>
    </p:spTree>
    <p:extLst>
      <p:ext uri="{BB962C8B-B14F-4D97-AF65-F5344CB8AC3E}">
        <p14:creationId xmlns:p14="http://schemas.microsoft.com/office/powerpoint/2010/main" val="15685304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9" name="Rectangle 2"/>
          <p:cNvSpPr>
            <a:spLocks noGrp="1" noChangeArrowheads="1"/>
          </p:cNvSpPr>
          <p:nvPr>
            <p:ph type="title"/>
          </p:nvPr>
        </p:nvSpPr>
        <p:spPr>
          <a:xfrm>
            <a:off x="663575" y="497194"/>
            <a:ext cx="7845552" cy="461657"/>
          </a:xfrm>
        </p:spPr>
        <p:txBody>
          <a:bodyPr/>
          <a:lstStyle/>
          <a:p>
            <a:r>
              <a:rPr lang="en-US" altLang="zh-TW" dirty="0">
                <a:latin typeface="Calibri" panose="020F0502020204030204" pitchFamily="34" charset="0"/>
                <a:ea typeface="KaiTi" panose="02010609060101010101" pitchFamily="49" charset="-122"/>
                <a:cs typeface="Calibri" panose="020F0502020204030204" pitchFamily="34" charset="0"/>
              </a:rPr>
              <a:t>5</a:t>
            </a:r>
            <a:r>
              <a:rPr lang="en-US" altLang="zh-TW" sz="2400" b="1" i="0" dirty="0">
                <a:latin typeface="Calibri" panose="020F0502020204030204" pitchFamily="34" charset="0"/>
                <a:ea typeface="KaiTi" panose="02010609060101010101" pitchFamily="49" charset="-122"/>
                <a:cs typeface="Calibri" panose="020F0502020204030204" pitchFamily="34" charset="0"/>
              </a:rPr>
              <a:t>.1 </a:t>
            </a:r>
            <a:r>
              <a:rPr lang="zh-TW" altLang="en-US" sz="2400" b="1" i="0" dirty="0">
                <a:latin typeface="KaiTi" panose="02010609060101010101" pitchFamily="49" charset="-122"/>
                <a:ea typeface="KaiTi" panose="02010609060101010101" pitchFamily="49" charset="-122"/>
              </a:rPr>
              <a:t>關鍵執行考慮因素</a:t>
            </a:r>
            <a:r>
              <a:rPr lang="en-US" altLang="zh-TW" sz="2400" b="1" i="0" dirty="0">
                <a:latin typeface="KaiTi" panose="02010609060101010101" pitchFamily="49" charset="-122"/>
                <a:ea typeface="KaiTi" panose="02010609060101010101" pitchFamily="49" charset="-122"/>
              </a:rPr>
              <a:t>(</a:t>
            </a:r>
            <a:r>
              <a:rPr lang="zh-TW" altLang="en-US" sz="2400" b="1" i="0" dirty="0">
                <a:latin typeface="KaiTi" panose="02010609060101010101" pitchFamily="49" charset="-122"/>
                <a:ea typeface="KaiTi" panose="02010609060101010101" pitchFamily="49" charset="-122"/>
              </a:rPr>
              <a:t>續</a:t>
            </a:r>
            <a:r>
              <a:rPr lang="en-US" altLang="zh-TW" sz="2400" b="1" i="0" dirty="0">
                <a:latin typeface="KaiTi" panose="02010609060101010101" pitchFamily="49" charset="-122"/>
                <a:ea typeface="KaiTi" panose="02010609060101010101" pitchFamily="49" charset="-122"/>
              </a:rPr>
              <a:t>)</a:t>
            </a:r>
            <a:endParaRPr lang="zh-CN" altLang="en-US" dirty="0">
              <a:latin typeface="KaiTi" panose="02010609060101010101" pitchFamily="49" charset="-122"/>
              <a:ea typeface="KaiTi" panose="02010609060101010101" pitchFamily="49" charset="-122"/>
              <a:cs typeface="Calibri" panose="020F0502020204030204" pitchFamily="34" charset="0"/>
            </a:endParaRPr>
          </a:p>
        </p:txBody>
      </p:sp>
      <p:sp>
        <p:nvSpPr>
          <p:cNvPr id="3" name="Slide Number Placeholder 2">
            <a:extLst>
              <a:ext uri="{FF2B5EF4-FFF2-40B4-BE49-F238E27FC236}">
                <a16:creationId xmlns:a16="http://schemas.microsoft.com/office/drawing/2014/main" id="{D2D69C45-4B89-4E7E-9F68-147BA17A180D}"/>
              </a:ext>
            </a:extLst>
          </p:cNvPr>
          <p:cNvSpPr>
            <a:spLocks noGrp="1"/>
          </p:cNvSpPr>
          <p:nvPr>
            <p:ph type="sldNum" sz="quarter" idx="10"/>
          </p:nvPr>
        </p:nvSpPr>
        <p:spPr/>
        <p:txBody>
          <a:bodyPr/>
          <a:lstStyle/>
          <a:p>
            <a:pPr>
              <a:defRPr/>
            </a:pPr>
            <a:fld id="{17AE90FD-2A67-4F1C-8A5E-6FE36A4F61F0}" type="slidenum">
              <a:rPr lang="en-US" altLang="en-US" smtClean="0">
                <a:latin typeface="Calibri" panose="020F0502020204030204" pitchFamily="34" charset="0"/>
                <a:cs typeface="Calibri" panose="020F0502020204030204" pitchFamily="34" charset="0"/>
              </a:rPr>
              <a:pPr>
                <a:defRPr/>
              </a:pPr>
              <a:t>24</a:t>
            </a:fld>
            <a:endParaRPr lang="en-US" altLang="en-US">
              <a:latin typeface="Calibri" panose="020F0502020204030204" pitchFamily="34" charset="0"/>
              <a:cs typeface="Calibri" panose="020F0502020204030204" pitchFamily="34" charset="0"/>
            </a:endParaRPr>
          </a:p>
        </p:txBody>
      </p:sp>
      <p:sp>
        <p:nvSpPr>
          <p:cNvPr id="16" name="Rectangle: Rounded Corners 15">
            <a:extLst>
              <a:ext uri="{FF2B5EF4-FFF2-40B4-BE49-F238E27FC236}">
                <a16:creationId xmlns:a16="http://schemas.microsoft.com/office/drawing/2014/main" id="{C738B42B-D797-40C7-BBE0-BA14892C404C}"/>
              </a:ext>
            </a:extLst>
          </p:cNvPr>
          <p:cNvSpPr/>
          <p:nvPr/>
        </p:nvSpPr>
        <p:spPr bwMode="auto">
          <a:xfrm>
            <a:off x="663575" y="1081005"/>
            <a:ext cx="1366561" cy="1976889"/>
          </a:xfrm>
          <a:prstGeom prst="roundRect">
            <a:avLst/>
          </a:prstGeom>
          <a:solidFill>
            <a:srgbClr val="C00000"/>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zh-CN" altLang="en-US" b="1" i="0" dirty="0">
                <a:solidFill>
                  <a:schemeClr val="bg1"/>
                </a:solidFill>
                <a:ea typeface="KaiTi" panose="02010609060101010101" pitchFamily="49" charset="-122"/>
                <a:cs typeface="Calibri" panose="020F0502020204030204" pitchFamily="34" charset="0"/>
              </a:rPr>
              <a:t>企業治理</a:t>
            </a:r>
            <a:endParaRPr kumimoji="0" lang="en-US" b="1" i="0" u="none" strike="noStrike" cap="none" normalizeH="0" baseline="0" dirty="0">
              <a:ln>
                <a:noFill/>
              </a:ln>
              <a:solidFill>
                <a:schemeClr val="bg1"/>
              </a:solidFill>
              <a:effectLst/>
              <a:latin typeface="Calibri" pitchFamily="34" charset="0"/>
              <a:ea typeface="DFKaiShu-GB5" pitchFamily="65" charset="-128"/>
            </a:endParaRPr>
          </a:p>
        </p:txBody>
      </p:sp>
      <p:sp>
        <p:nvSpPr>
          <p:cNvPr id="2" name="TextBox 1">
            <a:extLst>
              <a:ext uri="{FF2B5EF4-FFF2-40B4-BE49-F238E27FC236}">
                <a16:creationId xmlns:a16="http://schemas.microsoft.com/office/drawing/2014/main" id="{DF76431A-9B9A-5B2E-79F3-13F27AF65E77}"/>
              </a:ext>
            </a:extLst>
          </p:cNvPr>
          <p:cNvSpPr txBox="1"/>
          <p:nvPr/>
        </p:nvSpPr>
        <p:spPr>
          <a:xfrm>
            <a:off x="2238375" y="1087951"/>
            <a:ext cx="6261227" cy="1976888"/>
          </a:xfrm>
          <a:prstGeom prst="rect">
            <a:avLst/>
          </a:prstGeom>
          <a:noFill/>
        </p:spPr>
        <p:txBody>
          <a:bodyPr wrap="square" rtlCol="0">
            <a:spAutoFit/>
          </a:bodyPr>
          <a:lstStyle/>
          <a:p>
            <a:pPr marL="342900" indent="-342900">
              <a:lnSpc>
                <a:spcPct val="107000"/>
              </a:lnSpc>
              <a:spcBef>
                <a:spcPts val="0"/>
              </a:spcBef>
              <a:spcAft>
                <a:spcPts val="800"/>
              </a:spcAft>
              <a:buFont typeface="Wingdings" panose="05000000000000000000" pitchFamily="2" charset="2"/>
              <a:buChar char=""/>
              <a:tabLst>
                <a:tab pos="457200" algn="l"/>
              </a:tabLst>
            </a:pPr>
            <a:r>
              <a:rPr lang="zh-TW" altLang="en-US" i="0" dirty="0">
                <a:ea typeface="KaiTi" panose="02010609060101010101" pitchFamily="49" charset="-122"/>
                <a:cs typeface="Calibri" panose="020F0502020204030204" pitchFamily="34" charset="0"/>
              </a:rPr>
              <a:t>根據上市規則第</a:t>
            </a:r>
            <a:r>
              <a:rPr lang="en-US" altLang="zh-TW" i="0" dirty="0">
                <a:ea typeface="KaiTi" panose="02010609060101010101" pitchFamily="49" charset="-122"/>
                <a:cs typeface="Calibri" panose="020F0502020204030204" pitchFamily="34" charset="0"/>
              </a:rPr>
              <a:t>3.10</a:t>
            </a:r>
            <a:r>
              <a:rPr lang="zh-TW" altLang="en-US" i="0" dirty="0">
                <a:ea typeface="KaiTi" panose="02010609060101010101" pitchFamily="49" charset="-122"/>
                <a:cs typeface="Calibri" panose="020F0502020204030204" pitchFamily="34" charset="0"/>
              </a:rPr>
              <a:t>條及</a:t>
            </a:r>
            <a:r>
              <a:rPr lang="en-US" altLang="zh-TW" i="0" dirty="0">
                <a:ea typeface="KaiTi" panose="02010609060101010101" pitchFamily="49" charset="-122"/>
                <a:cs typeface="Calibri" panose="020F0502020204030204" pitchFamily="34" charset="0"/>
              </a:rPr>
              <a:t>3.10A</a:t>
            </a:r>
            <a:r>
              <a:rPr lang="zh-TW" altLang="en-US" i="0" dirty="0">
                <a:ea typeface="KaiTi" panose="02010609060101010101" pitchFamily="49" charset="-122"/>
                <a:cs typeface="Calibri" panose="020F0502020204030204" pitchFamily="34" charset="0"/>
              </a:rPr>
              <a:t>條的要求，發行人必須任命至少三位獨立非執行董事，獨立非執行董事數目需至少佔董事會成員的三分之一</a:t>
            </a:r>
            <a:endParaRPr lang="en-US" altLang="zh-TW" i="0" dirty="0">
              <a:ea typeface="KaiTi" panose="02010609060101010101" pitchFamily="49" charset="-122"/>
              <a:cs typeface="Calibri" panose="020F0502020204030204" pitchFamily="34" charset="0"/>
            </a:endParaRPr>
          </a:p>
          <a:p>
            <a:pPr marL="342900" indent="-342900">
              <a:lnSpc>
                <a:spcPct val="107000"/>
              </a:lnSpc>
              <a:spcBef>
                <a:spcPts val="0"/>
              </a:spcBef>
              <a:spcAft>
                <a:spcPts val="800"/>
              </a:spcAft>
              <a:buFont typeface="Wingdings" panose="05000000000000000000" pitchFamily="2" charset="2"/>
              <a:buChar char=""/>
              <a:tabLst>
                <a:tab pos="457200" algn="l"/>
              </a:tabLst>
            </a:pPr>
            <a:r>
              <a:rPr lang="zh-TW" altLang="en-US" i="0" dirty="0">
                <a:ea typeface="KaiTi" panose="02010609060101010101" pitchFamily="49" charset="-122"/>
                <a:cs typeface="Calibri" panose="020F0502020204030204" pitchFamily="34" charset="0"/>
              </a:rPr>
              <a:t>至少有一名其他性別的董事</a:t>
            </a:r>
            <a:endParaRPr lang="en-US" altLang="zh-TW" i="0" dirty="0">
              <a:ea typeface="KaiTi" panose="02010609060101010101" pitchFamily="49" charset="-122"/>
              <a:cs typeface="Calibri" panose="020F0502020204030204" pitchFamily="34" charset="0"/>
            </a:endParaRPr>
          </a:p>
          <a:p>
            <a:pPr marL="342900" indent="-342900">
              <a:lnSpc>
                <a:spcPct val="107000"/>
              </a:lnSpc>
              <a:spcBef>
                <a:spcPts val="0"/>
              </a:spcBef>
              <a:spcAft>
                <a:spcPts val="800"/>
              </a:spcAft>
              <a:buFont typeface="Wingdings" panose="05000000000000000000" pitchFamily="2" charset="2"/>
              <a:buChar char=""/>
              <a:tabLst>
                <a:tab pos="457200" algn="l"/>
              </a:tabLst>
            </a:pPr>
            <a:r>
              <a:rPr lang="zh-CN" altLang="en-US" i="0" dirty="0">
                <a:ea typeface="KaiTi" panose="02010609060101010101" pitchFamily="49" charset="-122"/>
                <a:cs typeface="Calibri" panose="020F0502020204030204" pitchFamily="34" charset="0"/>
              </a:rPr>
              <a:t>需要設立至少三個委員會（包括審計委員會、薪酬委員會、提名委員會）</a:t>
            </a:r>
            <a:endParaRPr lang="en-US" altLang="zh-TW" i="0" dirty="0">
              <a:ea typeface="KaiTi" panose="02010609060101010101" pitchFamily="49" charset="-122"/>
              <a:cs typeface="Calibri" panose="020F0502020204030204" pitchFamily="34" charset="0"/>
            </a:endParaRPr>
          </a:p>
          <a:p>
            <a:pPr marL="342900" indent="-342900">
              <a:lnSpc>
                <a:spcPct val="107000"/>
              </a:lnSpc>
              <a:spcBef>
                <a:spcPts val="0"/>
              </a:spcBef>
              <a:spcAft>
                <a:spcPts val="800"/>
              </a:spcAft>
              <a:buFont typeface="Wingdings" panose="05000000000000000000" pitchFamily="2" charset="2"/>
              <a:buChar char=""/>
              <a:tabLst>
                <a:tab pos="457200" algn="l"/>
              </a:tabLst>
            </a:pPr>
            <a:r>
              <a:rPr lang="zh-TW" altLang="en-US" i="0" dirty="0">
                <a:ea typeface="KaiTi" panose="02010609060101010101" pitchFamily="49" charset="-122"/>
                <a:cs typeface="Calibri" panose="020F0502020204030204" pitchFamily="34" charset="0"/>
              </a:rPr>
              <a:t>全體董事及獨立非執行董事需進行董事培訓</a:t>
            </a:r>
            <a:endParaRPr lang="en-US" altLang="zh-TW" i="0" dirty="0">
              <a:ea typeface="KaiTi" panose="02010609060101010101" pitchFamily="49" charset="-122"/>
              <a:cs typeface="Calibri" panose="020F0502020204030204" pitchFamily="34" charset="0"/>
            </a:endParaRPr>
          </a:p>
          <a:p>
            <a:pPr marL="342900" indent="-342900">
              <a:lnSpc>
                <a:spcPct val="107000"/>
              </a:lnSpc>
              <a:spcBef>
                <a:spcPts val="0"/>
              </a:spcBef>
              <a:spcAft>
                <a:spcPts val="800"/>
              </a:spcAft>
              <a:buFont typeface="Wingdings" panose="05000000000000000000" pitchFamily="2" charset="2"/>
              <a:buChar char=""/>
              <a:tabLst>
                <a:tab pos="457200" algn="l"/>
              </a:tabLst>
            </a:pPr>
            <a:r>
              <a:rPr lang="zh-TW" altLang="en-US" i="0" dirty="0">
                <a:ea typeface="KaiTi" panose="02010609060101010101" pitchFamily="49" charset="-122"/>
                <a:cs typeface="Calibri" panose="020F0502020204030204" pitchFamily="34" charset="0"/>
              </a:rPr>
              <a:t>擬上市集團的獨立非執行董事應就根據上市條例就關連交易給予獨立意見</a:t>
            </a:r>
            <a:endParaRPr lang="en-US" altLang="zh-TW" i="0" dirty="0">
              <a:ea typeface="KaiTi" panose="02010609060101010101" pitchFamily="49" charset="-122"/>
              <a:cs typeface="Calibri" panose="020F0502020204030204" pitchFamily="34" charset="0"/>
            </a:endParaRPr>
          </a:p>
          <a:p>
            <a:pPr marL="342900" indent="-342900">
              <a:lnSpc>
                <a:spcPct val="107000"/>
              </a:lnSpc>
              <a:spcBef>
                <a:spcPts val="0"/>
              </a:spcBef>
              <a:spcAft>
                <a:spcPts val="800"/>
              </a:spcAft>
              <a:buFont typeface="Wingdings" panose="05000000000000000000" pitchFamily="2" charset="2"/>
              <a:buChar char=""/>
              <a:tabLst>
                <a:tab pos="457200" algn="l"/>
              </a:tabLst>
            </a:pPr>
            <a:r>
              <a:rPr lang="zh-TW" altLang="en-US" i="0" dirty="0">
                <a:ea typeface="KaiTi" panose="02010609060101010101" pitchFamily="49" charset="-122"/>
                <a:cs typeface="Calibri" panose="020F0502020204030204" pitchFamily="34" charset="0"/>
              </a:rPr>
              <a:t>在遞交</a:t>
            </a:r>
            <a:r>
              <a:rPr lang="en-US" altLang="zh-TW" i="0" dirty="0">
                <a:ea typeface="KaiTi" panose="02010609060101010101" pitchFamily="49" charset="-122"/>
                <a:cs typeface="Calibri" panose="020F0502020204030204" pitchFamily="34" charset="0"/>
              </a:rPr>
              <a:t>A1</a:t>
            </a:r>
            <a:r>
              <a:rPr lang="zh-TW" altLang="en-US" i="0" dirty="0">
                <a:ea typeface="KaiTi" panose="02010609060101010101" pitchFamily="49" charset="-122"/>
                <a:cs typeface="Calibri" panose="020F0502020204030204" pitchFamily="34" charset="0"/>
              </a:rPr>
              <a:t>之前，公司還需要任命公司秘書</a:t>
            </a:r>
            <a:r>
              <a:rPr lang="zh-CN" altLang="en-US" i="0" dirty="0">
                <a:ea typeface="KaiTi" panose="02010609060101010101" pitchFamily="49" charset="-122"/>
                <a:cs typeface="Calibri" panose="020F0502020204030204" pitchFamily="34" charset="0"/>
              </a:rPr>
              <a:t>和</a:t>
            </a:r>
            <a:r>
              <a:rPr lang="zh-TW" altLang="en-US" i="0" dirty="0">
                <a:ea typeface="KaiTi" panose="02010609060101010101" pitchFamily="49" charset="-122"/>
                <a:cs typeface="Calibri" panose="020F0502020204030204" pitchFamily="34" charset="0"/>
              </a:rPr>
              <a:t>合規顧問</a:t>
            </a:r>
            <a:endParaRPr lang="en-US" altLang="zh-CN" sz="1200" i="0" dirty="0">
              <a:effectLst/>
              <a:ea typeface="Calibri" panose="020F0502020204030204" pitchFamily="34" charset="0"/>
              <a:cs typeface="Calibri" panose="020F0502020204030204" pitchFamily="34" charset="0"/>
            </a:endParaRPr>
          </a:p>
        </p:txBody>
      </p:sp>
      <p:cxnSp>
        <p:nvCxnSpPr>
          <p:cNvPr id="4" name="Straight Connector 3">
            <a:extLst>
              <a:ext uri="{FF2B5EF4-FFF2-40B4-BE49-F238E27FC236}">
                <a16:creationId xmlns:a16="http://schemas.microsoft.com/office/drawing/2014/main" id="{8670B353-2281-B7A1-BCC3-EF1507C1C029}"/>
              </a:ext>
            </a:extLst>
          </p:cNvPr>
          <p:cNvCxnSpPr>
            <a:cxnSpLocks/>
          </p:cNvCxnSpPr>
          <p:nvPr/>
        </p:nvCxnSpPr>
        <p:spPr bwMode="auto">
          <a:xfrm>
            <a:off x="2311399" y="3135114"/>
            <a:ext cx="6309360" cy="0"/>
          </a:xfrm>
          <a:prstGeom prst="line">
            <a:avLst/>
          </a:prstGeom>
          <a:noFill/>
          <a:ln w="12700" cap="flat" cmpd="sng" algn="ctr">
            <a:solidFill>
              <a:schemeClr val="bg1">
                <a:lumMod val="85000"/>
              </a:schemeClr>
            </a:solidFill>
            <a:prstDash val="solid"/>
            <a:round/>
            <a:headEnd type="none" w="med" len="med"/>
            <a:tailEnd type="none" w="med" len="med"/>
          </a:ln>
          <a:effectLst/>
        </p:spPr>
      </p:cxnSp>
      <p:sp>
        <p:nvSpPr>
          <p:cNvPr id="5" name="Rectangle: Rounded Corners 4">
            <a:extLst>
              <a:ext uri="{FF2B5EF4-FFF2-40B4-BE49-F238E27FC236}">
                <a16:creationId xmlns:a16="http://schemas.microsoft.com/office/drawing/2014/main" id="{E9455A1C-EB0C-B8F8-BC75-BCD44922A158}"/>
              </a:ext>
            </a:extLst>
          </p:cNvPr>
          <p:cNvSpPr/>
          <p:nvPr/>
        </p:nvSpPr>
        <p:spPr bwMode="auto">
          <a:xfrm>
            <a:off x="663575" y="3226873"/>
            <a:ext cx="1366561" cy="1138939"/>
          </a:xfrm>
          <a:prstGeom prst="roundRect">
            <a:avLst/>
          </a:prstGeom>
          <a:solidFill>
            <a:srgbClr val="C00000"/>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zh-CN" altLang="en-US" b="1" i="0" dirty="0">
                <a:solidFill>
                  <a:schemeClr val="bg1"/>
                </a:solidFill>
                <a:ea typeface="KaiTi" panose="02010609060101010101" pitchFamily="49" charset="-122"/>
                <a:cs typeface="Calibri" panose="020F0502020204030204" pitchFamily="34" charset="0"/>
              </a:rPr>
              <a:t>物業產權</a:t>
            </a:r>
            <a:endParaRPr kumimoji="0" lang="en-US" b="1" i="0" u="none" strike="noStrike" cap="none" normalizeH="0" baseline="0" dirty="0">
              <a:ln>
                <a:noFill/>
              </a:ln>
              <a:solidFill>
                <a:schemeClr val="bg1"/>
              </a:solidFill>
              <a:effectLst/>
              <a:latin typeface="Calibri" pitchFamily="34" charset="0"/>
              <a:ea typeface="DFKaiShu-GB5" pitchFamily="65" charset="-128"/>
            </a:endParaRPr>
          </a:p>
        </p:txBody>
      </p:sp>
      <p:sp>
        <p:nvSpPr>
          <p:cNvPr id="6" name="TextBox 5">
            <a:extLst>
              <a:ext uri="{FF2B5EF4-FFF2-40B4-BE49-F238E27FC236}">
                <a16:creationId xmlns:a16="http://schemas.microsoft.com/office/drawing/2014/main" id="{C729CF3A-BEBD-6AFA-E73B-AADD0DB4F8AB}"/>
              </a:ext>
            </a:extLst>
          </p:cNvPr>
          <p:cNvSpPr txBox="1"/>
          <p:nvPr/>
        </p:nvSpPr>
        <p:spPr>
          <a:xfrm>
            <a:off x="2238375" y="3233819"/>
            <a:ext cx="6261227" cy="1068690"/>
          </a:xfrm>
          <a:prstGeom prst="rect">
            <a:avLst/>
          </a:prstGeom>
          <a:noFill/>
        </p:spPr>
        <p:txBody>
          <a:bodyPr wrap="square" rtlCol="0">
            <a:spAutoFit/>
          </a:bodyPr>
          <a:lstStyle/>
          <a:p>
            <a:pPr marL="342900" indent="-342900">
              <a:lnSpc>
                <a:spcPct val="107000"/>
              </a:lnSpc>
              <a:spcBef>
                <a:spcPts val="0"/>
              </a:spcBef>
              <a:spcAft>
                <a:spcPts val="800"/>
              </a:spcAft>
              <a:buFont typeface="Wingdings" panose="05000000000000000000" pitchFamily="2" charset="2"/>
              <a:buChar char=""/>
              <a:tabLst>
                <a:tab pos="457200" algn="l"/>
              </a:tabLst>
            </a:pPr>
            <a:r>
              <a:rPr lang="zh-CN" altLang="en-US" i="0" dirty="0">
                <a:ea typeface="KaiTi" panose="02010609060101010101" pitchFamily="49" charset="-122"/>
                <a:cs typeface="Calibri" panose="020F0502020204030204" pitchFamily="34" charset="0"/>
              </a:rPr>
              <a:t>目前公司共</a:t>
            </a:r>
            <a:r>
              <a:rPr lang="zh-TW" altLang="en-US" i="0" dirty="0">
                <a:ea typeface="KaiTi" panose="02010609060101010101" pitchFamily="49" charset="-122"/>
                <a:cs typeface="Calibri" panose="020F0502020204030204" pitchFamily="34" charset="0"/>
              </a:rPr>
              <a:t>有</a:t>
            </a:r>
            <a:r>
              <a:rPr lang="en-US" altLang="zh-TW" i="0" dirty="0">
                <a:ea typeface="KaiTi" panose="02010609060101010101" pitchFamily="49" charset="-122"/>
                <a:cs typeface="Calibri" panose="020F0502020204030204" pitchFamily="34" charset="0"/>
              </a:rPr>
              <a:t>27</a:t>
            </a:r>
            <a:r>
              <a:rPr lang="zh-TW" altLang="en-US" i="0" dirty="0">
                <a:ea typeface="KaiTi" panose="02010609060101010101" pitchFamily="49" charset="-122"/>
                <a:cs typeface="Calibri" panose="020F0502020204030204" pitchFamily="34" charset="0"/>
              </a:rPr>
              <a:t>間</a:t>
            </a:r>
            <a:r>
              <a:rPr lang="zh-CN" altLang="en-US" i="0" dirty="0">
                <a:ea typeface="KaiTi" panose="02010609060101010101" pitchFamily="49" charset="-122"/>
                <a:cs typeface="Calibri" panose="020F0502020204030204" pitchFamily="34" charset="0"/>
              </a:rPr>
              <a:t>零售門店覆蓋港九新界</a:t>
            </a:r>
            <a:r>
              <a:rPr lang="zh-TW" altLang="en-US" i="0" dirty="0">
                <a:ea typeface="KaiTi" panose="02010609060101010101" pitchFamily="49" charset="-122"/>
                <a:cs typeface="Calibri" panose="020F0502020204030204" pitchFamily="34" charset="0"/>
              </a:rPr>
              <a:t>，</a:t>
            </a:r>
            <a:r>
              <a:rPr lang="zh-CN" altLang="en-US" i="0" dirty="0">
                <a:ea typeface="KaiTi" panose="02010609060101010101" pitchFamily="49" charset="-122"/>
                <a:cs typeface="Calibri" panose="020F0502020204030204" pitchFamily="34" charset="0"/>
              </a:rPr>
              <a:t>保薦人</a:t>
            </a:r>
            <a:r>
              <a:rPr lang="en-US" altLang="zh-CN" i="0" dirty="0">
                <a:ea typeface="KaiTi" panose="02010609060101010101" pitchFamily="49" charset="-122"/>
                <a:cs typeface="Calibri" panose="020F0502020204030204" pitchFamily="34" charset="0"/>
              </a:rPr>
              <a:t>/</a:t>
            </a:r>
            <a:r>
              <a:rPr lang="zh-CN" altLang="en-US" i="0" dirty="0">
                <a:ea typeface="KaiTi" panose="02010609060101010101" pitchFamily="49" charset="-122"/>
                <a:cs typeface="Calibri" panose="020F0502020204030204" pitchFamily="34" charset="0"/>
              </a:rPr>
              <a:t>律師</a:t>
            </a:r>
            <a:r>
              <a:rPr lang="en-US" altLang="zh-CN" i="0" dirty="0">
                <a:ea typeface="KaiTi" panose="02010609060101010101" pitchFamily="49" charset="-122"/>
                <a:cs typeface="Calibri" panose="020F0502020204030204" pitchFamily="34" charset="0"/>
              </a:rPr>
              <a:t>/</a:t>
            </a:r>
            <a:r>
              <a:rPr lang="zh-CN" altLang="en-US" i="0" dirty="0">
                <a:ea typeface="KaiTi" panose="02010609060101010101" pitchFamily="49" charset="-122"/>
                <a:cs typeface="Calibri" panose="020F0502020204030204" pitchFamily="34" charset="0"/>
              </a:rPr>
              <a:t>審計師團隊將系統性</a:t>
            </a:r>
            <a:r>
              <a:rPr lang="zh-TW" altLang="en-US" i="0" dirty="0">
                <a:ea typeface="KaiTi" panose="02010609060101010101" pitchFamily="49" charset="-122"/>
                <a:cs typeface="Calibri" panose="020F0502020204030204" pitchFamily="34" charset="0"/>
              </a:rPr>
              <a:t>整理物業清單（包括物業位址、使用方、用途、租賃日期、自有或租賃）並確認是否已符合用途要求，</a:t>
            </a:r>
            <a:r>
              <a:rPr lang="zh-CN" altLang="en-US" i="0" dirty="0">
                <a:ea typeface="KaiTi" panose="02010609060101010101" pitchFamily="49" charset="-122"/>
                <a:cs typeface="Calibri" panose="020F0502020204030204" pitchFamily="34" charset="0"/>
              </a:rPr>
              <a:t>以及確認租賃物業已完成繳交印花稅項，</a:t>
            </a:r>
            <a:r>
              <a:rPr lang="zh-TW" altLang="en-US" i="0" dirty="0">
                <a:ea typeface="KaiTi" panose="02010609060101010101" pitchFamily="49" charset="-122"/>
                <a:cs typeface="Calibri" panose="020F0502020204030204" pitchFamily="34" charset="0"/>
              </a:rPr>
              <a:t>公司香港律師就此提供法律意見（</a:t>
            </a:r>
            <a:r>
              <a:rPr lang="en-US" altLang="zh-TW" i="0" dirty="0">
                <a:ea typeface="KaiTi" panose="02010609060101010101" pitchFamily="49" charset="-122"/>
                <a:cs typeface="Calibri" panose="020F0502020204030204" pitchFamily="34" charset="0"/>
              </a:rPr>
              <a:t>Tenancy Report</a:t>
            </a:r>
            <a:r>
              <a:rPr lang="zh-TW" altLang="en-US" i="0" dirty="0">
                <a:ea typeface="KaiTi" panose="02010609060101010101" pitchFamily="49" charset="-122"/>
                <a:cs typeface="Calibri" panose="020F0502020204030204" pitchFamily="34" charset="0"/>
              </a:rPr>
              <a:t>），</a:t>
            </a:r>
            <a:r>
              <a:rPr lang="zh-CN" altLang="en-US" i="0" dirty="0">
                <a:ea typeface="KaiTi" panose="02010609060101010101" pitchFamily="49" charset="-122"/>
                <a:cs typeface="Calibri" panose="020F0502020204030204" pitchFamily="34" charset="0"/>
              </a:rPr>
              <a:t>確保公司涉及日常經營的核心房產權屬合規合法。如存在瑕疵，</a:t>
            </a:r>
            <a:r>
              <a:rPr lang="zh-TW" altLang="en-US" i="0" dirty="0">
                <a:ea typeface="KaiTi" panose="02010609060101010101" pitchFamily="49" charset="-122"/>
                <a:cs typeface="Calibri" panose="020F0502020204030204" pitchFamily="34" charset="0"/>
              </a:rPr>
              <a:t>保薦人</a:t>
            </a:r>
            <a:r>
              <a:rPr lang="en-US" altLang="zh-TW" i="0" dirty="0">
                <a:ea typeface="KaiTi" panose="02010609060101010101" pitchFamily="49" charset="-122"/>
                <a:cs typeface="Calibri" panose="020F0502020204030204" pitchFamily="34" charset="0"/>
              </a:rPr>
              <a:t>/</a:t>
            </a:r>
            <a:r>
              <a:rPr lang="zh-TW" altLang="en-US" i="0" dirty="0">
                <a:ea typeface="KaiTi" panose="02010609060101010101" pitchFamily="49" charset="-122"/>
                <a:cs typeface="Calibri" panose="020F0502020204030204" pitchFamily="34" charset="0"/>
              </a:rPr>
              <a:t>律師討論招股書披露形式</a:t>
            </a:r>
            <a:r>
              <a:rPr lang="en-US" altLang="zh-TW" i="0" dirty="0">
                <a:ea typeface="KaiTi" panose="02010609060101010101" pitchFamily="49" charset="-122"/>
                <a:cs typeface="Calibri" panose="020F0502020204030204" pitchFamily="34" charset="0"/>
              </a:rPr>
              <a:t>/</a:t>
            </a:r>
            <a:r>
              <a:rPr lang="zh-CN" altLang="en-US" i="0" dirty="0">
                <a:ea typeface="KaiTi" panose="02010609060101010101" pitchFamily="49" charset="-122"/>
                <a:cs typeface="Calibri" panose="020F0502020204030204" pitchFamily="34" charset="0"/>
              </a:rPr>
              <a:t>瑕疵物業的賠償承諾</a:t>
            </a:r>
          </a:p>
        </p:txBody>
      </p:sp>
      <p:sp>
        <p:nvSpPr>
          <p:cNvPr id="7" name="Rectangle: Rounded Corners 6">
            <a:extLst>
              <a:ext uri="{FF2B5EF4-FFF2-40B4-BE49-F238E27FC236}">
                <a16:creationId xmlns:a16="http://schemas.microsoft.com/office/drawing/2014/main" id="{EFF7057F-7212-05E4-DCFB-B4FA01B6AA13}"/>
              </a:ext>
            </a:extLst>
          </p:cNvPr>
          <p:cNvSpPr/>
          <p:nvPr/>
        </p:nvSpPr>
        <p:spPr bwMode="auto">
          <a:xfrm>
            <a:off x="663575" y="4531349"/>
            <a:ext cx="1366561" cy="1368901"/>
          </a:xfrm>
          <a:prstGeom prst="roundRect">
            <a:avLst/>
          </a:prstGeom>
          <a:solidFill>
            <a:srgbClr val="C00000"/>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b="1" i="0" u="none" strike="noStrike" cap="none" normalizeH="0" baseline="0" dirty="0">
                <a:ln>
                  <a:noFill/>
                </a:ln>
                <a:solidFill>
                  <a:schemeClr val="bg1"/>
                </a:solidFill>
                <a:effectLst/>
                <a:latin typeface="Calibri" pitchFamily="34" charset="0"/>
                <a:ea typeface="DFKaiShu-GB5" pitchFamily="65" charset="-128"/>
              </a:rPr>
              <a:t>内部控制</a:t>
            </a:r>
            <a:endParaRPr kumimoji="0" lang="en-US" b="1" i="0" u="none" strike="noStrike" cap="none" normalizeH="0" baseline="0" dirty="0">
              <a:ln>
                <a:noFill/>
              </a:ln>
              <a:solidFill>
                <a:schemeClr val="bg1"/>
              </a:solidFill>
              <a:effectLst/>
              <a:latin typeface="Calibri" pitchFamily="34" charset="0"/>
              <a:ea typeface="DFKaiShu-GB5" pitchFamily="65" charset="-128"/>
            </a:endParaRPr>
          </a:p>
        </p:txBody>
      </p:sp>
      <p:cxnSp>
        <p:nvCxnSpPr>
          <p:cNvPr id="8" name="Straight Connector 7">
            <a:extLst>
              <a:ext uri="{FF2B5EF4-FFF2-40B4-BE49-F238E27FC236}">
                <a16:creationId xmlns:a16="http://schemas.microsoft.com/office/drawing/2014/main" id="{08746B18-C9DC-1156-9BF2-BDE00B11264D}"/>
              </a:ext>
            </a:extLst>
          </p:cNvPr>
          <p:cNvCxnSpPr>
            <a:cxnSpLocks/>
          </p:cNvCxnSpPr>
          <p:nvPr/>
        </p:nvCxnSpPr>
        <p:spPr bwMode="auto">
          <a:xfrm>
            <a:off x="2311399" y="4443958"/>
            <a:ext cx="6309360" cy="0"/>
          </a:xfrm>
          <a:prstGeom prst="line">
            <a:avLst/>
          </a:prstGeom>
          <a:noFill/>
          <a:ln w="12700" cap="flat" cmpd="sng" algn="ctr">
            <a:solidFill>
              <a:schemeClr val="bg1">
                <a:lumMod val="85000"/>
              </a:schemeClr>
            </a:solidFill>
            <a:prstDash val="solid"/>
            <a:round/>
            <a:headEnd type="none" w="med" len="med"/>
            <a:tailEnd type="none" w="med" len="med"/>
          </a:ln>
          <a:effectLst/>
        </p:spPr>
      </p:cxnSp>
      <p:sp>
        <p:nvSpPr>
          <p:cNvPr id="9" name="TextBox 8">
            <a:extLst>
              <a:ext uri="{FF2B5EF4-FFF2-40B4-BE49-F238E27FC236}">
                <a16:creationId xmlns:a16="http://schemas.microsoft.com/office/drawing/2014/main" id="{B8293F15-3FE4-3CBA-526C-1DE4C200BB31}"/>
              </a:ext>
            </a:extLst>
          </p:cNvPr>
          <p:cNvSpPr txBox="1"/>
          <p:nvPr/>
        </p:nvSpPr>
        <p:spPr>
          <a:xfrm>
            <a:off x="2311399" y="4531349"/>
            <a:ext cx="6261227" cy="1368901"/>
          </a:xfrm>
          <a:prstGeom prst="rect">
            <a:avLst/>
          </a:prstGeom>
          <a:noFill/>
        </p:spPr>
        <p:txBody>
          <a:bodyPr wrap="square" rtlCol="0">
            <a:spAutoFit/>
          </a:bodyPr>
          <a:lstStyle/>
          <a:p>
            <a:pPr marL="342900" indent="-342900">
              <a:lnSpc>
                <a:spcPct val="107000"/>
              </a:lnSpc>
              <a:spcBef>
                <a:spcPts val="0"/>
              </a:spcBef>
              <a:spcAft>
                <a:spcPts val="800"/>
              </a:spcAft>
              <a:buFont typeface="Wingdings" panose="05000000000000000000" pitchFamily="2" charset="2"/>
              <a:buChar char=""/>
              <a:tabLst>
                <a:tab pos="457200" algn="l"/>
              </a:tabLst>
            </a:pPr>
            <a:r>
              <a:rPr lang="zh-TW" altLang="en-US" i="0" dirty="0">
                <a:ea typeface="KaiTi" panose="02010609060101010101" pitchFamily="49" charset="-122"/>
                <a:cs typeface="Calibri" panose="020F0502020204030204" pitchFamily="34" charset="0"/>
              </a:rPr>
              <a:t>由於聯交所對於內部控制的重視度逐步提高， 內部控制顧問工作應盡早展開。內部控制顧問通常需要</a:t>
            </a:r>
            <a:r>
              <a:rPr lang="en-US" altLang="zh-TW" i="0" dirty="0">
                <a:ea typeface="KaiTi" panose="02010609060101010101" pitchFamily="49" charset="-122"/>
                <a:cs typeface="Calibri" panose="020F0502020204030204" pitchFamily="34" charset="0"/>
              </a:rPr>
              <a:t>3-5</a:t>
            </a:r>
            <a:r>
              <a:rPr lang="zh-TW" altLang="en-US" i="0" dirty="0">
                <a:ea typeface="KaiTi" panose="02010609060101010101" pitchFamily="49" charset="-122"/>
                <a:cs typeface="Calibri" panose="020F0502020204030204" pitchFamily="34" charset="0"/>
              </a:rPr>
              <a:t>個星期展開第一輪現場工作，在主要的整改行動完成後展開另一輪較迅速的後續跟進工作</a:t>
            </a:r>
          </a:p>
          <a:p>
            <a:pPr marL="342900" indent="-342900">
              <a:lnSpc>
                <a:spcPct val="107000"/>
              </a:lnSpc>
              <a:spcBef>
                <a:spcPts val="0"/>
              </a:spcBef>
              <a:spcAft>
                <a:spcPts val="800"/>
              </a:spcAft>
              <a:buFont typeface="Wingdings" panose="05000000000000000000" pitchFamily="2" charset="2"/>
              <a:buChar char=""/>
              <a:tabLst>
                <a:tab pos="457200" algn="l"/>
              </a:tabLst>
            </a:pPr>
            <a:r>
              <a:rPr lang="zh-TW" altLang="en-US" i="0" dirty="0">
                <a:ea typeface="KaiTi" panose="02010609060101010101" pitchFamily="49" charset="-122"/>
                <a:cs typeface="Calibri" panose="020F0502020204030204" pitchFamily="34" charset="0"/>
              </a:rPr>
              <a:t>遞交</a:t>
            </a:r>
            <a:r>
              <a:rPr lang="en-US" altLang="zh-TW" i="0" dirty="0">
                <a:ea typeface="KaiTi" panose="02010609060101010101" pitchFamily="49" charset="-122"/>
                <a:cs typeface="Calibri" panose="020F0502020204030204" pitchFamily="34" charset="0"/>
              </a:rPr>
              <a:t>A1</a:t>
            </a:r>
            <a:r>
              <a:rPr lang="zh-TW" altLang="en-US" i="0" dirty="0">
                <a:ea typeface="KaiTi" panose="02010609060101010101" pitchFamily="49" charset="-122"/>
                <a:cs typeface="Calibri" panose="020F0502020204030204" pitchFamily="34" charset="0"/>
              </a:rPr>
              <a:t>前，內部控制顧問必須完成初步的調查，並提交內部控制報告初稿。該報告應當列出所有的關鍵事項以及內部控制顧問關於改進和整改的相關建議。公司應當在遞交</a:t>
            </a:r>
            <a:r>
              <a:rPr lang="en-US" altLang="zh-TW" i="0" dirty="0">
                <a:ea typeface="KaiTi" panose="02010609060101010101" pitchFamily="49" charset="-122"/>
                <a:cs typeface="Calibri" panose="020F0502020204030204" pitchFamily="34" charset="0"/>
              </a:rPr>
              <a:t>A1</a:t>
            </a:r>
            <a:r>
              <a:rPr lang="zh-TW" altLang="en-US" i="0" dirty="0">
                <a:ea typeface="KaiTi" panose="02010609060101010101" pitchFamily="49" charset="-122"/>
                <a:cs typeface="Calibri" panose="020F0502020204030204" pitchFamily="34" charset="0"/>
              </a:rPr>
              <a:t>前就關鍵的內部控制事項完成所有的整改措施</a:t>
            </a:r>
          </a:p>
        </p:txBody>
      </p:sp>
    </p:spTree>
    <p:extLst>
      <p:ext uri="{BB962C8B-B14F-4D97-AF65-F5344CB8AC3E}">
        <p14:creationId xmlns:p14="http://schemas.microsoft.com/office/powerpoint/2010/main" val="7821423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9" name="Rectangle 2"/>
          <p:cNvSpPr>
            <a:spLocks noGrp="1" noChangeArrowheads="1"/>
          </p:cNvSpPr>
          <p:nvPr>
            <p:ph type="title"/>
          </p:nvPr>
        </p:nvSpPr>
        <p:spPr>
          <a:xfrm>
            <a:off x="663575" y="489692"/>
            <a:ext cx="7845552" cy="469159"/>
          </a:xfrm>
        </p:spPr>
        <p:txBody>
          <a:bodyPr/>
          <a:lstStyle/>
          <a:p>
            <a:r>
              <a:rPr lang="en-US" altLang="zh-TW" dirty="0">
                <a:latin typeface="Calibri" panose="020F0502020204030204" pitchFamily="34" charset="0"/>
                <a:ea typeface="KaiTi" panose="02010609060101010101" pitchFamily="49" charset="-122"/>
                <a:cs typeface="Calibri" panose="020F0502020204030204" pitchFamily="34" charset="0"/>
              </a:rPr>
              <a:t>5</a:t>
            </a:r>
            <a:r>
              <a:rPr lang="en-US" altLang="zh-TW" sz="2400" b="1" i="0" dirty="0">
                <a:latin typeface="Calibri" panose="020F0502020204030204" pitchFamily="34" charset="0"/>
                <a:ea typeface="KaiTi" panose="02010609060101010101" pitchFamily="49" charset="-122"/>
                <a:cs typeface="Calibri" panose="020F0502020204030204" pitchFamily="34" charset="0"/>
              </a:rPr>
              <a:t>.1 </a:t>
            </a:r>
            <a:r>
              <a:rPr lang="zh-TW" altLang="en-US" sz="2400" b="1" i="0" dirty="0">
                <a:latin typeface="KaiTi" panose="02010609060101010101" pitchFamily="49" charset="-122"/>
                <a:ea typeface="KaiTi" panose="02010609060101010101" pitchFamily="49" charset="-122"/>
              </a:rPr>
              <a:t>關鍵執行考慮因素</a:t>
            </a:r>
            <a:r>
              <a:rPr lang="en-US" altLang="zh-TW" sz="2400" b="1" i="0" dirty="0">
                <a:latin typeface="KaiTi" panose="02010609060101010101" pitchFamily="49" charset="-122"/>
                <a:ea typeface="KaiTi" panose="02010609060101010101" pitchFamily="49" charset="-122"/>
              </a:rPr>
              <a:t>(</a:t>
            </a:r>
            <a:r>
              <a:rPr lang="zh-TW" altLang="en-US" sz="2400" b="1" i="0" dirty="0">
                <a:latin typeface="KaiTi" panose="02010609060101010101" pitchFamily="49" charset="-122"/>
                <a:ea typeface="KaiTi" panose="02010609060101010101" pitchFamily="49" charset="-122"/>
              </a:rPr>
              <a:t>續</a:t>
            </a:r>
            <a:r>
              <a:rPr lang="en-US" altLang="zh-TW" sz="2400" b="1" i="0" dirty="0">
                <a:latin typeface="KaiTi" panose="02010609060101010101" pitchFamily="49" charset="-122"/>
                <a:ea typeface="KaiTi" panose="02010609060101010101" pitchFamily="49" charset="-122"/>
              </a:rPr>
              <a:t>)</a:t>
            </a:r>
            <a:endParaRPr lang="zh-CN" altLang="en-US" dirty="0">
              <a:latin typeface="KaiTi" panose="02010609060101010101" pitchFamily="49" charset="-122"/>
              <a:ea typeface="KaiTi" panose="02010609060101010101" pitchFamily="49" charset="-122"/>
              <a:cs typeface="Calibri" panose="020F0502020204030204" pitchFamily="34" charset="0"/>
            </a:endParaRPr>
          </a:p>
        </p:txBody>
      </p:sp>
      <p:sp>
        <p:nvSpPr>
          <p:cNvPr id="3" name="Slide Number Placeholder 2">
            <a:extLst>
              <a:ext uri="{FF2B5EF4-FFF2-40B4-BE49-F238E27FC236}">
                <a16:creationId xmlns:a16="http://schemas.microsoft.com/office/drawing/2014/main" id="{D2D69C45-4B89-4E7E-9F68-147BA17A180D}"/>
              </a:ext>
            </a:extLst>
          </p:cNvPr>
          <p:cNvSpPr>
            <a:spLocks noGrp="1"/>
          </p:cNvSpPr>
          <p:nvPr>
            <p:ph type="sldNum" sz="quarter" idx="10"/>
          </p:nvPr>
        </p:nvSpPr>
        <p:spPr/>
        <p:txBody>
          <a:bodyPr/>
          <a:lstStyle/>
          <a:p>
            <a:pPr>
              <a:defRPr/>
            </a:pPr>
            <a:fld id="{17AE90FD-2A67-4F1C-8A5E-6FE36A4F61F0}" type="slidenum">
              <a:rPr lang="en-US" altLang="en-US" smtClean="0">
                <a:latin typeface="Calibri" panose="020F0502020204030204" pitchFamily="34" charset="0"/>
                <a:cs typeface="Calibri" panose="020F0502020204030204" pitchFamily="34" charset="0"/>
              </a:rPr>
              <a:pPr>
                <a:defRPr/>
              </a:pPr>
              <a:t>25</a:t>
            </a:fld>
            <a:endParaRPr lang="en-US" altLang="en-US">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015854C7-6576-43D9-A882-C7A701D1ABC0}"/>
              </a:ext>
            </a:extLst>
          </p:cNvPr>
          <p:cNvSpPr txBox="1"/>
          <p:nvPr/>
        </p:nvSpPr>
        <p:spPr>
          <a:xfrm>
            <a:off x="2030135" y="1130497"/>
            <a:ext cx="6934477" cy="1869871"/>
          </a:xfrm>
          <a:prstGeom prst="rect">
            <a:avLst/>
          </a:prstGeom>
          <a:noFill/>
        </p:spPr>
        <p:txBody>
          <a:bodyPr wrap="square" rtlCol="0">
            <a:spAutoFit/>
          </a:bodyPr>
          <a:lstStyle/>
          <a:p>
            <a:pPr marL="342900" indent="-342900">
              <a:lnSpc>
                <a:spcPct val="107000"/>
              </a:lnSpc>
              <a:spcBef>
                <a:spcPts val="0"/>
              </a:spcBef>
              <a:spcAft>
                <a:spcPts val="800"/>
              </a:spcAft>
              <a:buFont typeface="Wingdings" panose="05000000000000000000" pitchFamily="2" charset="2"/>
              <a:buChar char=""/>
              <a:tabLst>
                <a:tab pos="457200" algn="l"/>
              </a:tabLst>
            </a:pPr>
            <a:r>
              <a:rPr lang="zh-TW" altLang="en-US" i="0" dirty="0">
                <a:ea typeface="KaiTi" panose="02010609060101010101" pitchFamily="49" charset="-122"/>
                <a:cs typeface="Calibri" panose="020F0502020204030204" pitchFamily="34" charset="0"/>
              </a:rPr>
              <a:t>財務報表</a:t>
            </a:r>
            <a:r>
              <a:rPr lang="zh-CN" altLang="en-US" i="0" dirty="0">
                <a:ea typeface="KaiTi" panose="02010609060101010101" pitchFamily="49" charset="-122"/>
                <a:cs typeface="Calibri" panose="020F0502020204030204" pitchFamily="34" charset="0"/>
              </a:rPr>
              <a:t>（公司的年度業績截止日為</a:t>
            </a:r>
            <a:r>
              <a:rPr lang="en-US" altLang="zh-CN" i="0" dirty="0">
                <a:ea typeface="KaiTi" panose="02010609060101010101" pitchFamily="49" charset="-122"/>
                <a:cs typeface="Calibri" panose="020F0502020204030204" pitchFamily="34" charset="0"/>
              </a:rPr>
              <a:t>3</a:t>
            </a:r>
            <a:r>
              <a:rPr lang="zh-CN" altLang="en-US" i="0" dirty="0">
                <a:ea typeface="KaiTi" panose="02010609060101010101" pitchFamily="49" charset="-122"/>
                <a:cs typeface="Calibri" panose="020F0502020204030204" pitchFamily="34" charset="0"/>
              </a:rPr>
              <a:t>月</a:t>
            </a:r>
            <a:r>
              <a:rPr lang="en-US" altLang="zh-CN" i="0" dirty="0">
                <a:ea typeface="KaiTi" panose="02010609060101010101" pitchFamily="49" charset="-122"/>
                <a:cs typeface="Calibri" panose="020F0502020204030204" pitchFamily="34" charset="0"/>
              </a:rPr>
              <a:t>31</a:t>
            </a:r>
            <a:r>
              <a:rPr lang="zh-CN" altLang="en-US" i="0" dirty="0">
                <a:ea typeface="KaiTi" panose="02010609060101010101" pitchFamily="49" charset="-122"/>
                <a:cs typeface="Calibri" panose="020F0502020204030204" pitchFamily="34" charset="0"/>
              </a:rPr>
              <a:t>日）</a:t>
            </a:r>
            <a:endParaRPr lang="en-US" altLang="zh-TW" i="0" dirty="0">
              <a:ea typeface="KaiTi" panose="02010609060101010101" pitchFamily="49" charset="-122"/>
              <a:cs typeface="Calibri" panose="020F0502020204030204" pitchFamily="34" charset="0"/>
            </a:endParaRPr>
          </a:p>
          <a:p>
            <a:pPr marL="628602" lvl="1" indent="-171450">
              <a:spcAft>
                <a:spcPts val="0"/>
              </a:spcAft>
              <a:buFont typeface="Wingdings" panose="05000000000000000000" pitchFamily="2" charset="2"/>
              <a:buChar char="Ø"/>
            </a:pPr>
            <a:r>
              <a:rPr lang="zh-CN" altLang="en-US" i="0" dirty="0">
                <a:ea typeface="KaiTi" panose="02010609060101010101" pitchFamily="49" charset="-122"/>
                <a:cs typeface="Calibri" panose="020F0502020204030204" pitchFamily="34" charset="0"/>
              </a:rPr>
              <a:t>假設</a:t>
            </a:r>
            <a:r>
              <a:rPr lang="en-US" altLang="zh-TW" i="0" dirty="0">
                <a:ea typeface="KaiTi" panose="02010609060101010101" pitchFamily="49" charset="-122"/>
                <a:cs typeface="Calibri" panose="020F0502020204030204" pitchFamily="34" charset="0"/>
              </a:rPr>
              <a:t>2026</a:t>
            </a:r>
            <a:r>
              <a:rPr lang="zh-TW" altLang="en-US" i="0" dirty="0">
                <a:ea typeface="KaiTi" panose="02010609060101010101" pitchFamily="49" charset="-122"/>
                <a:cs typeface="Calibri" panose="020F0502020204030204" pitchFamily="34" charset="0"/>
              </a:rPr>
              <a:t>年</a:t>
            </a:r>
            <a:r>
              <a:rPr lang="en-US" altLang="zh-TW" i="0" dirty="0">
                <a:ea typeface="KaiTi" panose="02010609060101010101" pitchFamily="49" charset="-122"/>
                <a:cs typeface="Calibri" panose="020F0502020204030204" pitchFamily="34" charset="0"/>
              </a:rPr>
              <a:t>5</a:t>
            </a:r>
            <a:r>
              <a:rPr lang="zh-CN" altLang="en-US" i="0" dirty="0">
                <a:ea typeface="KaiTi" panose="02010609060101010101" pitchFamily="49" charset="-122"/>
                <a:cs typeface="Calibri" panose="020F0502020204030204" pitchFamily="34" charset="0"/>
              </a:rPr>
              <a:t>月</a:t>
            </a:r>
            <a:r>
              <a:rPr lang="zh-TW" altLang="en-US" i="0" dirty="0">
                <a:ea typeface="KaiTi" panose="02010609060101010101" pitchFamily="49" charset="-122"/>
                <a:cs typeface="Calibri" panose="020F0502020204030204" pitchFamily="34" charset="0"/>
              </a:rPr>
              <a:t>在聯交所</a:t>
            </a:r>
            <a:r>
              <a:rPr lang="zh-CN" altLang="en-US" i="0" dirty="0">
                <a:ea typeface="KaiTi" panose="02010609060101010101" pitchFamily="49" charset="-122"/>
                <a:cs typeface="Calibri" panose="020F0502020204030204" pitchFamily="34" charset="0"/>
              </a:rPr>
              <a:t>主板完成</a:t>
            </a:r>
            <a:r>
              <a:rPr lang="zh-TW" altLang="en-US" i="0" dirty="0">
                <a:ea typeface="KaiTi" panose="02010609060101010101" pitchFamily="49" charset="-122"/>
                <a:cs typeface="Calibri" panose="020F0502020204030204" pitchFamily="34" charset="0"/>
              </a:rPr>
              <a:t>上市，</a:t>
            </a:r>
            <a:r>
              <a:rPr lang="zh-CN" altLang="en-US" i="0" dirty="0">
                <a:ea typeface="KaiTi" panose="02010609060101010101" pitchFamily="49" charset="-122"/>
                <a:cs typeface="Calibri" panose="020F0502020204030204" pitchFamily="34" charset="0"/>
              </a:rPr>
              <a:t>最終版招股書會披露</a:t>
            </a:r>
            <a:r>
              <a:rPr lang="en-US" altLang="zh-TW" i="0" dirty="0">
                <a:ea typeface="KaiTi" panose="02010609060101010101" pitchFamily="49" charset="-122"/>
                <a:cs typeface="Calibri" panose="020F0502020204030204" pitchFamily="34" charset="0"/>
              </a:rPr>
              <a:t>2022/23</a:t>
            </a:r>
            <a:r>
              <a:rPr lang="zh-CN" altLang="en-US" i="0" dirty="0">
                <a:ea typeface="KaiTi" panose="02010609060101010101" pitchFamily="49" charset="-122"/>
                <a:cs typeface="Calibri" panose="020F0502020204030204" pitchFamily="34" charset="0"/>
              </a:rPr>
              <a:t>、</a:t>
            </a:r>
            <a:r>
              <a:rPr lang="en-US" altLang="zh-CN" i="0" dirty="0">
                <a:ea typeface="KaiTi" panose="02010609060101010101" pitchFamily="49" charset="-122"/>
                <a:cs typeface="Calibri" panose="020F0502020204030204" pitchFamily="34" charset="0"/>
              </a:rPr>
              <a:t>2023/24</a:t>
            </a:r>
            <a:r>
              <a:rPr lang="zh-CN" altLang="en-US" i="0" dirty="0">
                <a:ea typeface="KaiTi" panose="02010609060101010101" pitchFamily="49" charset="-122"/>
                <a:cs typeface="Calibri" panose="020F0502020204030204" pitchFamily="34" charset="0"/>
              </a:rPr>
              <a:t>、</a:t>
            </a:r>
            <a:r>
              <a:rPr lang="en-US" altLang="zh-CN" i="0" dirty="0">
                <a:ea typeface="KaiTi" panose="02010609060101010101" pitchFamily="49" charset="-122"/>
                <a:cs typeface="Calibri" panose="020F0502020204030204" pitchFamily="34" charset="0"/>
              </a:rPr>
              <a:t>2024/25</a:t>
            </a:r>
            <a:r>
              <a:rPr lang="zh-CN" altLang="en-US" i="0" dirty="0">
                <a:ea typeface="KaiTi" panose="02010609060101010101" pitchFamily="49" charset="-122"/>
                <a:cs typeface="Calibri" panose="020F0502020204030204" pitchFamily="34" charset="0"/>
              </a:rPr>
              <a:t>三個完整財年以及</a:t>
            </a:r>
            <a:r>
              <a:rPr lang="en-US" altLang="zh-TW" i="0" dirty="0">
                <a:ea typeface="KaiTi" panose="02010609060101010101" pitchFamily="49" charset="-122"/>
                <a:cs typeface="Calibri" panose="020F0502020204030204" pitchFamily="34" charset="0"/>
              </a:rPr>
              <a:t>2025/26</a:t>
            </a:r>
            <a:r>
              <a:rPr lang="zh-CN" altLang="en-US" i="0" dirty="0">
                <a:ea typeface="KaiTi" panose="02010609060101010101" pitchFamily="49" charset="-122"/>
                <a:cs typeface="Calibri" panose="020F0502020204030204" pitchFamily="34" charset="0"/>
              </a:rPr>
              <a:t>財年首</a:t>
            </a:r>
            <a:r>
              <a:rPr lang="en-US" altLang="zh-CN" i="0" dirty="0">
                <a:ea typeface="KaiTi" panose="02010609060101010101" pitchFamily="49" charset="-122"/>
                <a:cs typeface="Calibri" panose="020F0502020204030204" pitchFamily="34" charset="0"/>
              </a:rPr>
              <a:t>6</a:t>
            </a:r>
            <a:r>
              <a:rPr lang="zh-CN" altLang="en-US" i="0" dirty="0">
                <a:ea typeface="KaiTi" panose="02010609060101010101" pitchFamily="49" charset="-122"/>
                <a:cs typeface="Calibri" panose="020F0502020204030204" pitchFamily="34" charset="0"/>
              </a:rPr>
              <a:t>個月的</a:t>
            </a:r>
            <a:r>
              <a:rPr lang="zh-TW" altLang="en-US" i="0" dirty="0">
                <a:ea typeface="KaiTi" panose="02010609060101010101" pitchFamily="49" charset="-122"/>
                <a:cs typeface="Calibri" panose="020F0502020204030204" pitchFamily="34" charset="0"/>
              </a:rPr>
              <a:t>審計報表</a:t>
            </a:r>
            <a:r>
              <a:rPr lang="zh-CN" altLang="en-US" i="0" dirty="0">
                <a:ea typeface="KaiTi" panose="02010609060101010101" pitchFamily="49" charset="-122"/>
                <a:cs typeface="Calibri" panose="020F0502020204030204" pitchFamily="34" charset="0"/>
              </a:rPr>
              <a:t>（以及基於監管要求披露</a:t>
            </a:r>
            <a:r>
              <a:rPr lang="en-US" altLang="zh-CN" i="0" dirty="0">
                <a:ea typeface="KaiTi" panose="02010609060101010101" pitchFamily="49" charset="-122"/>
                <a:cs typeface="Calibri" panose="020F0502020204030204" pitchFamily="34" charset="0"/>
              </a:rPr>
              <a:t>2025/26</a:t>
            </a:r>
            <a:r>
              <a:rPr lang="zh-CN" altLang="en-US" i="0" dirty="0">
                <a:ea typeface="KaiTi" panose="02010609060101010101" pitchFamily="49" charset="-122"/>
                <a:cs typeface="Calibri" panose="020F0502020204030204" pitchFamily="34" charset="0"/>
              </a:rPr>
              <a:t>全財年的盈利估計</a:t>
            </a:r>
            <a:r>
              <a:rPr lang="en-US" altLang="zh-CN" i="0" dirty="0">
                <a:ea typeface="KaiTi" panose="02010609060101010101" pitchFamily="49" charset="-122"/>
                <a:cs typeface="Calibri" panose="020F0502020204030204" pitchFamily="34" charset="0"/>
              </a:rPr>
              <a:t>Profit Estimate</a:t>
            </a:r>
            <a:r>
              <a:rPr lang="zh-CN" altLang="en-US" i="0" dirty="0">
                <a:ea typeface="KaiTi" panose="02010609060101010101" pitchFamily="49" charset="-122"/>
                <a:cs typeface="Calibri" panose="020F0502020204030204" pitchFamily="34" charset="0"/>
              </a:rPr>
              <a:t>）</a:t>
            </a:r>
            <a:endParaRPr lang="en-US" altLang="zh-TW" i="0" dirty="0">
              <a:ea typeface="KaiTi" panose="02010609060101010101" pitchFamily="49" charset="-122"/>
              <a:cs typeface="Calibri" panose="020F0502020204030204" pitchFamily="34" charset="0"/>
            </a:endParaRPr>
          </a:p>
          <a:p>
            <a:pPr marL="628602" lvl="1" indent="-171450">
              <a:spcAft>
                <a:spcPts val="0"/>
              </a:spcAft>
              <a:buFont typeface="Wingdings" panose="05000000000000000000" pitchFamily="2" charset="2"/>
              <a:buChar char="Ø"/>
            </a:pPr>
            <a:r>
              <a:rPr lang="zh-TW" altLang="en-US" i="0" dirty="0">
                <a:ea typeface="KaiTi" panose="02010609060101010101" pitchFamily="49" charset="-122"/>
                <a:cs typeface="Calibri" panose="020F0502020204030204" pitchFamily="34" charset="0"/>
              </a:rPr>
              <a:t>採用</a:t>
            </a:r>
            <a:r>
              <a:rPr lang="en-US" altLang="zh-TW" i="0" dirty="0">
                <a:ea typeface="KaiTi" panose="02010609060101010101" pitchFamily="49" charset="-122"/>
                <a:cs typeface="Calibri" panose="020F0502020204030204" pitchFamily="34" charset="0"/>
              </a:rPr>
              <a:t>2022/23</a:t>
            </a:r>
            <a:r>
              <a:rPr lang="zh-CN" altLang="en-US" i="0" dirty="0">
                <a:ea typeface="KaiTi" panose="02010609060101010101" pitchFamily="49" charset="-122"/>
                <a:cs typeface="Calibri" panose="020F0502020204030204" pitchFamily="34" charset="0"/>
              </a:rPr>
              <a:t>、</a:t>
            </a:r>
            <a:r>
              <a:rPr lang="en-US" altLang="zh-CN" i="0" dirty="0">
                <a:ea typeface="KaiTi" panose="02010609060101010101" pitchFamily="49" charset="-122"/>
                <a:cs typeface="Calibri" panose="020F0502020204030204" pitchFamily="34" charset="0"/>
              </a:rPr>
              <a:t>2023/24</a:t>
            </a:r>
            <a:r>
              <a:rPr lang="zh-CN" altLang="en-US" i="0" dirty="0">
                <a:ea typeface="KaiTi" panose="02010609060101010101" pitchFamily="49" charset="-122"/>
                <a:cs typeface="Calibri" panose="020F0502020204030204" pitchFamily="34" charset="0"/>
              </a:rPr>
              <a:t>、</a:t>
            </a:r>
            <a:r>
              <a:rPr lang="en-US" altLang="zh-CN" i="0" dirty="0">
                <a:ea typeface="KaiTi" panose="02010609060101010101" pitchFamily="49" charset="-122"/>
                <a:cs typeface="Calibri" panose="020F0502020204030204" pitchFamily="34" charset="0"/>
              </a:rPr>
              <a:t>2024/25</a:t>
            </a:r>
            <a:r>
              <a:rPr lang="zh-CN" altLang="en-US" i="0" dirty="0">
                <a:ea typeface="KaiTi" panose="02010609060101010101" pitchFamily="49" charset="-122"/>
                <a:cs typeface="Calibri" panose="020F0502020204030204" pitchFamily="34" charset="0"/>
              </a:rPr>
              <a:t>三個財年以及</a:t>
            </a:r>
            <a:r>
              <a:rPr lang="en-US" altLang="zh-TW" i="0" dirty="0">
                <a:ea typeface="KaiTi" panose="02010609060101010101" pitchFamily="49" charset="-122"/>
                <a:cs typeface="Calibri" panose="020F0502020204030204" pitchFamily="34" charset="0"/>
              </a:rPr>
              <a:t>2025/26</a:t>
            </a:r>
            <a:r>
              <a:rPr lang="zh-CN" altLang="en-US" i="0" dirty="0">
                <a:ea typeface="KaiTi" panose="02010609060101010101" pitchFamily="49" charset="-122"/>
                <a:cs typeface="Calibri" panose="020F0502020204030204" pitchFamily="34" charset="0"/>
              </a:rPr>
              <a:t>財年首</a:t>
            </a:r>
            <a:r>
              <a:rPr lang="en-US" altLang="zh-CN" i="0" dirty="0">
                <a:ea typeface="KaiTi" panose="02010609060101010101" pitchFamily="49" charset="-122"/>
                <a:cs typeface="Calibri" panose="020F0502020204030204" pitchFamily="34" charset="0"/>
              </a:rPr>
              <a:t>3</a:t>
            </a:r>
            <a:r>
              <a:rPr lang="zh-CN" altLang="en-US" i="0" dirty="0">
                <a:ea typeface="KaiTi" panose="02010609060101010101" pitchFamily="49" charset="-122"/>
                <a:cs typeface="Calibri" panose="020F0502020204030204" pitchFamily="34" charset="0"/>
              </a:rPr>
              <a:t>個月的</a:t>
            </a:r>
            <a:r>
              <a:rPr lang="zh-TW" altLang="en-US" i="0" dirty="0">
                <a:ea typeface="KaiTi" panose="02010609060101010101" pitchFamily="49" charset="-122"/>
                <a:cs typeface="Calibri" panose="020F0502020204030204" pitchFamily="34" charset="0"/>
              </a:rPr>
              <a:t>審計報表的</a:t>
            </a:r>
            <a:r>
              <a:rPr lang="zh-CN" altLang="en-US" i="0" dirty="0">
                <a:ea typeface="KaiTi" panose="02010609060101010101" pitchFamily="49" charset="-122"/>
                <a:cs typeface="Calibri" panose="020F0502020204030204" pitchFamily="34" charset="0"/>
              </a:rPr>
              <a:t>財務數據</a:t>
            </a:r>
            <a:r>
              <a:rPr lang="zh-TW" altLang="en-US" i="0" dirty="0">
                <a:ea typeface="KaiTi" panose="02010609060101010101" pitchFamily="49" charset="-122"/>
                <a:cs typeface="Calibri" panose="020F0502020204030204" pitchFamily="34" charset="0"/>
              </a:rPr>
              <a:t>於</a:t>
            </a:r>
            <a:r>
              <a:rPr lang="en-US" altLang="zh-TW" i="0" dirty="0">
                <a:ea typeface="KaiTi" panose="02010609060101010101" pitchFamily="49" charset="-122"/>
                <a:cs typeface="Calibri" panose="020F0502020204030204" pitchFamily="34" charset="0"/>
              </a:rPr>
              <a:t>2025</a:t>
            </a:r>
            <a:r>
              <a:rPr lang="zh-TW" altLang="en-US" i="0" dirty="0">
                <a:ea typeface="KaiTi" panose="02010609060101010101" pitchFamily="49" charset="-122"/>
                <a:cs typeface="Calibri" panose="020F0502020204030204" pitchFamily="34" charset="0"/>
              </a:rPr>
              <a:t>年</a:t>
            </a:r>
            <a:r>
              <a:rPr lang="en-US" altLang="zh-TW" i="0" dirty="0">
                <a:ea typeface="KaiTi" panose="02010609060101010101" pitchFamily="49" charset="-122"/>
                <a:cs typeface="Calibri" panose="020F0502020204030204" pitchFamily="34" charset="0"/>
              </a:rPr>
              <a:t>11</a:t>
            </a:r>
            <a:r>
              <a:rPr lang="zh-TW" altLang="en-US" i="0" dirty="0">
                <a:ea typeface="KaiTi" panose="02010609060101010101" pitchFamily="49" charset="-122"/>
                <a:cs typeface="Calibri" panose="020F0502020204030204" pitchFamily="34" charset="0"/>
              </a:rPr>
              <a:t>月遞交</a:t>
            </a:r>
            <a:r>
              <a:rPr lang="en-US" altLang="zh-TW" i="0" dirty="0">
                <a:ea typeface="KaiTi" panose="02010609060101010101" pitchFamily="49" charset="-122"/>
                <a:cs typeface="Calibri" panose="020F0502020204030204" pitchFamily="34" charset="0"/>
              </a:rPr>
              <a:t>A1</a:t>
            </a:r>
            <a:r>
              <a:rPr lang="zh-CN" altLang="en-US" i="0" dirty="0">
                <a:ea typeface="KaiTi" panose="02010609060101010101" pitchFamily="49" charset="-122"/>
                <a:cs typeface="Calibri" panose="020F0502020204030204" pitchFamily="34" charset="0"/>
              </a:rPr>
              <a:t>上市申請</a:t>
            </a:r>
            <a:endParaRPr lang="en-US" altLang="zh-TW" i="0" dirty="0">
              <a:ea typeface="KaiTi" panose="02010609060101010101" pitchFamily="49" charset="-122"/>
              <a:cs typeface="Calibri" panose="020F0502020204030204" pitchFamily="34" charset="0"/>
            </a:endParaRPr>
          </a:p>
          <a:p>
            <a:pPr marL="628602" lvl="1" indent="-171450">
              <a:spcAft>
                <a:spcPts val="0"/>
              </a:spcAft>
              <a:buFont typeface="Wingdings" panose="05000000000000000000" pitchFamily="2" charset="2"/>
              <a:buChar char="Ø"/>
            </a:pPr>
            <a:r>
              <a:rPr lang="zh-TW" altLang="en-US" i="0" dirty="0">
                <a:ea typeface="KaiTi" panose="02010609060101010101" pitchFamily="49" charset="-122"/>
                <a:cs typeface="Calibri" panose="020F0502020204030204" pitchFamily="34" charset="0"/>
              </a:rPr>
              <a:t>於</a:t>
            </a:r>
            <a:r>
              <a:rPr lang="en-US" altLang="zh-TW" i="0" dirty="0">
                <a:ea typeface="KaiTi" panose="02010609060101010101" pitchFamily="49" charset="-122"/>
                <a:cs typeface="Calibri" panose="020F0502020204030204" pitchFamily="34" charset="0"/>
              </a:rPr>
              <a:t>2026</a:t>
            </a:r>
            <a:r>
              <a:rPr lang="zh-TW" altLang="en-US" i="0" dirty="0">
                <a:ea typeface="KaiTi" panose="02010609060101010101" pitchFamily="49" charset="-122"/>
                <a:cs typeface="Calibri" panose="020F0502020204030204" pitchFamily="34" charset="0"/>
              </a:rPr>
              <a:t>年</a:t>
            </a:r>
            <a:r>
              <a:rPr lang="zh-CN" altLang="en-US" i="0" dirty="0">
                <a:ea typeface="KaiTi" panose="02010609060101010101" pitchFamily="49" charset="-122"/>
                <a:cs typeface="Calibri" panose="020F0502020204030204" pitchFamily="34" charset="0"/>
              </a:rPr>
              <a:t>第一季度</a:t>
            </a:r>
            <a:r>
              <a:rPr lang="zh-TW" altLang="en-US" i="0" dirty="0">
                <a:ea typeface="KaiTi" panose="02010609060101010101" pitchFamily="49" charset="-122"/>
                <a:cs typeface="Calibri" panose="020F0502020204030204" pitchFamily="34" charset="0"/>
              </a:rPr>
              <a:t>遞交</a:t>
            </a:r>
            <a:r>
              <a:rPr lang="en-US" altLang="zh-TW" i="0" dirty="0">
                <a:ea typeface="KaiTi" panose="02010609060101010101" pitchFamily="49" charset="-122"/>
                <a:cs typeface="Calibri" panose="020F0502020204030204" pitchFamily="34" charset="0"/>
              </a:rPr>
              <a:t>2025/26</a:t>
            </a:r>
            <a:r>
              <a:rPr lang="zh-CN" altLang="en-US" i="0" dirty="0">
                <a:ea typeface="KaiTi" panose="02010609060101010101" pitchFamily="49" charset="-122"/>
                <a:cs typeface="Calibri" panose="020F0502020204030204" pitchFamily="34" charset="0"/>
              </a:rPr>
              <a:t>財</a:t>
            </a:r>
            <a:r>
              <a:rPr lang="zh-TW" altLang="en-US" i="0" dirty="0">
                <a:ea typeface="KaiTi" panose="02010609060101010101" pitchFamily="49" charset="-122"/>
                <a:cs typeface="Calibri" panose="020F0502020204030204" pitchFamily="34" charset="0"/>
              </a:rPr>
              <a:t>年</a:t>
            </a:r>
            <a:r>
              <a:rPr lang="zh-CN" altLang="en-US" i="0" dirty="0">
                <a:ea typeface="KaiTi" panose="02010609060101010101" pitchFamily="49" charset="-122"/>
                <a:cs typeface="Calibri" panose="020F0502020204030204" pitchFamily="34" charset="0"/>
              </a:rPr>
              <a:t>首</a:t>
            </a:r>
            <a:r>
              <a:rPr lang="en-US" altLang="zh-CN" i="0" dirty="0">
                <a:ea typeface="KaiTi" panose="02010609060101010101" pitchFamily="49" charset="-122"/>
                <a:cs typeface="Calibri" panose="020F0502020204030204" pitchFamily="34" charset="0"/>
              </a:rPr>
              <a:t>6</a:t>
            </a:r>
            <a:r>
              <a:rPr lang="zh-CN" altLang="en-US" i="0" dirty="0">
                <a:ea typeface="KaiTi" panose="02010609060101010101" pitchFamily="49" charset="-122"/>
                <a:cs typeface="Calibri" panose="020F0502020204030204" pitchFamily="34" charset="0"/>
              </a:rPr>
              <a:t>個月的更新財務數據</a:t>
            </a:r>
            <a:r>
              <a:rPr lang="zh-TW" altLang="en-US" i="0" dirty="0">
                <a:ea typeface="KaiTi" panose="02010609060101010101" pitchFamily="49" charset="-122"/>
                <a:cs typeface="Calibri" panose="020F0502020204030204" pitchFamily="34" charset="0"/>
              </a:rPr>
              <a:t>給聯交所審閱</a:t>
            </a:r>
            <a:r>
              <a:rPr lang="zh-CN" altLang="en-US" i="0" dirty="0">
                <a:ea typeface="KaiTi" panose="02010609060101010101" pitchFamily="49" charset="-122"/>
                <a:cs typeface="Calibri" panose="020F0502020204030204" pitchFamily="34" charset="0"/>
              </a:rPr>
              <a:t>，並補充招股書披露及盡調</a:t>
            </a:r>
            <a:endParaRPr lang="en-US" altLang="zh-TW" i="0" dirty="0">
              <a:ea typeface="KaiTi" panose="02010609060101010101" pitchFamily="49" charset="-122"/>
              <a:cs typeface="Calibri" panose="020F0502020204030204" pitchFamily="34" charset="0"/>
            </a:endParaRPr>
          </a:p>
          <a:p>
            <a:pPr marL="628602" lvl="1" indent="-171450">
              <a:spcAft>
                <a:spcPts val="0"/>
              </a:spcAft>
              <a:buFont typeface="Wingdings" panose="05000000000000000000" pitchFamily="2" charset="2"/>
              <a:buChar char="Ø"/>
            </a:pPr>
            <a:r>
              <a:rPr lang="zh-TW" altLang="en-US" i="0" dirty="0">
                <a:ea typeface="KaiTi" panose="02010609060101010101" pitchFamily="49" charset="-122"/>
                <a:cs typeface="Calibri" panose="020F0502020204030204" pitchFamily="34" charset="0"/>
              </a:rPr>
              <a:t>討論財務數據變動原因，以協助草擬招股書</a:t>
            </a:r>
            <a:r>
              <a:rPr lang="zh-CN" altLang="en-US" i="0" dirty="0">
                <a:ea typeface="KaiTi" panose="02010609060101010101" pitchFamily="49" charset="-122"/>
                <a:cs typeface="Calibri" panose="020F0502020204030204" pitchFamily="34" charset="0"/>
              </a:rPr>
              <a:t>財務章節</a:t>
            </a:r>
            <a:r>
              <a:rPr lang="zh-TW" altLang="en-US" i="0" dirty="0">
                <a:ea typeface="KaiTi" panose="02010609060101010101" pitchFamily="49" charset="-122"/>
                <a:cs typeface="Calibri" panose="020F0502020204030204" pitchFamily="34" charset="0"/>
              </a:rPr>
              <a:t>管理層討論與分析部分</a:t>
            </a:r>
            <a:endParaRPr lang="en-US" altLang="zh-TW" i="0" dirty="0">
              <a:ea typeface="KaiTi" panose="02010609060101010101" pitchFamily="49" charset="-122"/>
              <a:cs typeface="Calibri" panose="020F0502020204030204" pitchFamily="34" charset="0"/>
            </a:endParaRPr>
          </a:p>
        </p:txBody>
      </p:sp>
      <p:grpSp>
        <p:nvGrpSpPr>
          <p:cNvPr id="7" name="Group 6">
            <a:extLst>
              <a:ext uri="{FF2B5EF4-FFF2-40B4-BE49-F238E27FC236}">
                <a16:creationId xmlns:a16="http://schemas.microsoft.com/office/drawing/2014/main" id="{341EAF36-E641-40F9-B7DF-942A83A0C055}"/>
              </a:ext>
            </a:extLst>
          </p:cNvPr>
          <p:cNvGrpSpPr/>
          <p:nvPr/>
        </p:nvGrpSpPr>
        <p:grpSpPr>
          <a:xfrm>
            <a:off x="663575" y="1076325"/>
            <a:ext cx="1366561" cy="5028640"/>
            <a:chOff x="663575" y="1280633"/>
            <a:chExt cx="1366561" cy="1754325"/>
          </a:xfrm>
        </p:grpSpPr>
        <p:sp>
          <p:nvSpPr>
            <p:cNvPr id="6" name="Rectangle: Rounded Corners 5">
              <a:extLst>
                <a:ext uri="{FF2B5EF4-FFF2-40B4-BE49-F238E27FC236}">
                  <a16:creationId xmlns:a16="http://schemas.microsoft.com/office/drawing/2014/main" id="{60598F1E-3946-4F9E-801F-16D522631106}"/>
                </a:ext>
              </a:extLst>
            </p:cNvPr>
            <p:cNvSpPr/>
            <p:nvPr/>
          </p:nvSpPr>
          <p:spPr bwMode="auto">
            <a:xfrm>
              <a:off x="663575" y="1280633"/>
              <a:ext cx="1366561" cy="1754325"/>
            </a:xfrm>
            <a:prstGeom prst="roundRect">
              <a:avLst/>
            </a:prstGeom>
            <a:solidFill>
              <a:srgbClr val="C00000"/>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cs typeface="Calibri" panose="020F0502020204030204" pitchFamily="34" charset="0"/>
              </a:endParaRPr>
            </a:p>
          </p:txBody>
        </p:sp>
        <p:sp>
          <p:nvSpPr>
            <p:cNvPr id="5" name="TextBox 4">
              <a:extLst>
                <a:ext uri="{FF2B5EF4-FFF2-40B4-BE49-F238E27FC236}">
                  <a16:creationId xmlns:a16="http://schemas.microsoft.com/office/drawing/2014/main" id="{FD05614F-BB2A-4281-A0B8-C5347C7376D0}"/>
                </a:ext>
              </a:extLst>
            </p:cNvPr>
            <p:cNvSpPr txBox="1"/>
            <p:nvPr/>
          </p:nvSpPr>
          <p:spPr>
            <a:xfrm>
              <a:off x="663575" y="1980213"/>
              <a:ext cx="1366560" cy="255625"/>
            </a:xfrm>
            <a:prstGeom prst="rect">
              <a:avLst/>
            </a:prstGeom>
            <a:noFill/>
            <a:ln>
              <a:noFill/>
            </a:ln>
          </p:spPr>
          <p:txBody>
            <a:bodyPr wrap="square" rtlCol="0">
              <a:spAutoFit/>
            </a:bodyPr>
            <a:lstStyle/>
            <a:p>
              <a:pPr algn="ctr">
                <a:spcAft>
                  <a:spcPts val="0"/>
                </a:spcAft>
              </a:pPr>
              <a:r>
                <a:rPr lang="zh-TW" altLang="en-US" b="1" i="0">
                  <a:solidFill>
                    <a:schemeClr val="bg1"/>
                  </a:solidFill>
                  <a:ea typeface="KaiTi" panose="02010609060101010101" pitchFamily="49" charset="-122"/>
                  <a:cs typeface="Calibri" panose="020F0502020204030204" pitchFamily="34" charset="0"/>
                </a:rPr>
                <a:t>財務報表、</a:t>
              </a:r>
              <a:endParaRPr lang="en-US" altLang="zh-TW" b="1" i="0">
                <a:solidFill>
                  <a:schemeClr val="bg1"/>
                </a:solidFill>
                <a:ea typeface="KaiTi" panose="02010609060101010101" pitchFamily="49" charset="-122"/>
                <a:cs typeface="Calibri" panose="020F0502020204030204" pitchFamily="34" charset="0"/>
              </a:endParaRPr>
            </a:p>
            <a:p>
              <a:pPr algn="ctr">
                <a:spcAft>
                  <a:spcPts val="0"/>
                </a:spcAft>
              </a:pPr>
              <a:r>
                <a:rPr lang="zh-TW" altLang="en-US" b="1" i="0">
                  <a:solidFill>
                    <a:schemeClr val="bg1"/>
                  </a:solidFill>
                  <a:ea typeface="KaiTi" panose="02010609060101010101" pitchFamily="49" charset="-122"/>
                  <a:cs typeface="Calibri" panose="020F0502020204030204" pitchFamily="34" charset="0"/>
                </a:rPr>
                <a:t>利潤</a:t>
              </a:r>
              <a:r>
                <a:rPr lang="en-US" altLang="zh-TW" b="1" i="0">
                  <a:solidFill>
                    <a:schemeClr val="bg1"/>
                  </a:solidFill>
                  <a:latin typeface="kaiti" panose="02010609060101010101" pitchFamily="49" charset="-122"/>
                  <a:ea typeface="kaiti" panose="02010609060101010101" pitchFamily="49" charset="-122"/>
                  <a:cs typeface="Calibri" panose="020F0502020204030204" pitchFamily="34" charset="0"/>
                </a:rPr>
                <a:t>/</a:t>
              </a:r>
              <a:r>
                <a:rPr lang="zh-TW" altLang="en-US" b="1" i="0">
                  <a:solidFill>
                    <a:schemeClr val="bg1"/>
                  </a:solidFill>
                  <a:ea typeface="KaiTi" panose="02010609060101010101" pitchFamily="49" charset="-122"/>
                  <a:cs typeface="Calibri" panose="020F0502020204030204" pitchFamily="34" charset="0"/>
                </a:rPr>
                <a:t>現金流預測</a:t>
              </a:r>
              <a:endParaRPr lang="en-US" altLang="zh-TW" b="1" i="0">
                <a:solidFill>
                  <a:schemeClr val="bg1"/>
                </a:solidFill>
                <a:ea typeface="KaiTi" panose="02010609060101010101" pitchFamily="49" charset="-122"/>
                <a:cs typeface="Calibri" panose="020F0502020204030204" pitchFamily="34" charset="0"/>
              </a:endParaRPr>
            </a:p>
            <a:p>
              <a:pPr algn="ctr">
                <a:spcAft>
                  <a:spcPts val="0"/>
                </a:spcAft>
              </a:pPr>
              <a:r>
                <a:rPr lang="zh-TW" altLang="en-US" b="1" i="0">
                  <a:solidFill>
                    <a:schemeClr val="bg1"/>
                  </a:solidFill>
                  <a:ea typeface="KaiTi" panose="02010609060101010101" pitchFamily="49" charset="-122"/>
                  <a:cs typeface="Calibri" panose="020F0502020204030204" pitchFamily="34" charset="0"/>
                </a:rPr>
                <a:t>及估值模型</a:t>
              </a:r>
              <a:endParaRPr lang="en-US" b="1" i="0">
                <a:solidFill>
                  <a:schemeClr val="bg1"/>
                </a:solidFill>
                <a:ea typeface="KaiTi" panose="02010609060101010101" pitchFamily="49" charset="-122"/>
                <a:cs typeface="Calibri" panose="020F0502020204030204" pitchFamily="34" charset="0"/>
              </a:endParaRPr>
            </a:p>
          </p:txBody>
        </p:sp>
      </p:grpSp>
      <p:sp>
        <p:nvSpPr>
          <p:cNvPr id="18" name="TextBox 17">
            <a:extLst>
              <a:ext uri="{FF2B5EF4-FFF2-40B4-BE49-F238E27FC236}">
                <a16:creationId xmlns:a16="http://schemas.microsoft.com/office/drawing/2014/main" id="{CA8CEA12-7489-4642-BD8A-5A9C05EF540B}"/>
              </a:ext>
            </a:extLst>
          </p:cNvPr>
          <p:cNvSpPr txBox="1"/>
          <p:nvPr/>
        </p:nvSpPr>
        <p:spPr>
          <a:xfrm>
            <a:off x="2030135" y="2926498"/>
            <a:ext cx="6478991" cy="2054537"/>
          </a:xfrm>
          <a:prstGeom prst="rect">
            <a:avLst/>
          </a:prstGeom>
          <a:noFill/>
        </p:spPr>
        <p:txBody>
          <a:bodyPr wrap="square" rtlCol="0">
            <a:spAutoFit/>
          </a:bodyPr>
          <a:lstStyle/>
          <a:p>
            <a:pPr marL="342900" indent="-342900">
              <a:lnSpc>
                <a:spcPct val="107000"/>
              </a:lnSpc>
              <a:spcBef>
                <a:spcPts val="0"/>
              </a:spcBef>
              <a:spcAft>
                <a:spcPts val="800"/>
              </a:spcAft>
              <a:buFont typeface="Wingdings" panose="05000000000000000000" pitchFamily="2" charset="2"/>
              <a:buChar char=""/>
              <a:tabLst>
                <a:tab pos="457200" algn="l"/>
              </a:tabLst>
            </a:pPr>
            <a:r>
              <a:rPr lang="zh-TW" altLang="en-US" i="0" dirty="0">
                <a:ea typeface="KaiTi" panose="02010609060101010101" pitchFamily="49" charset="-122"/>
                <a:cs typeface="Calibri" panose="020F0502020204030204" pitchFamily="34" charset="0"/>
              </a:rPr>
              <a:t>盈利預測備忘錄及现金流预测</a:t>
            </a:r>
            <a:endParaRPr lang="en-US" altLang="zh-TW" i="0" dirty="0">
              <a:ea typeface="KaiTi" panose="02010609060101010101" pitchFamily="49" charset="-122"/>
              <a:cs typeface="Calibri" panose="020F0502020204030204" pitchFamily="34" charset="0"/>
            </a:endParaRPr>
          </a:p>
          <a:p>
            <a:pPr marL="628602" lvl="1" indent="-171450">
              <a:spcAft>
                <a:spcPts val="0"/>
              </a:spcAft>
              <a:buFont typeface="Wingdings" panose="05000000000000000000" pitchFamily="2" charset="2"/>
              <a:buChar char="Ø"/>
            </a:pPr>
            <a:r>
              <a:rPr lang="zh-TW" altLang="en-US" i="0" dirty="0">
                <a:ea typeface="KaiTi" panose="02010609060101010101" pitchFamily="49" charset="-122"/>
                <a:cs typeface="Calibri" panose="020F0502020204030204" pitchFamily="34" charset="0"/>
              </a:rPr>
              <a:t>討論盈利預測備忘錄包含的預測期限，通常是覆蓋到上市後首個財務年度年結</a:t>
            </a:r>
            <a:endParaRPr lang="en-US" altLang="zh-TW" i="0" dirty="0">
              <a:ea typeface="KaiTi" panose="02010609060101010101" pitchFamily="49" charset="-122"/>
              <a:cs typeface="Calibri" panose="020F0502020204030204" pitchFamily="34" charset="0"/>
            </a:endParaRPr>
          </a:p>
          <a:p>
            <a:pPr marL="628602" lvl="1" indent="-171450">
              <a:spcAft>
                <a:spcPts val="0"/>
              </a:spcAft>
              <a:buFont typeface="Wingdings" panose="05000000000000000000" pitchFamily="2" charset="2"/>
              <a:buChar char="Ø"/>
            </a:pPr>
            <a:r>
              <a:rPr lang="zh-TW" altLang="en-US" i="0" dirty="0">
                <a:ea typeface="KaiTi" panose="02010609060101010101" pitchFamily="49" charset="-122"/>
                <a:cs typeface="Calibri" panose="020F0502020204030204" pitchFamily="34" charset="0"/>
              </a:rPr>
              <a:t>備忘錄在保密的基礎上遞交給聯交所，並僅用於監管機構審核</a:t>
            </a:r>
            <a:endParaRPr lang="en-US" altLang="zh-TW" i="0" dirty="0">
              <a:ea typeface="KaiTi" panose="02010609060101010101" pitchFamily="49" charset="-122"/>
              <a:cs typeface="Calibri" panose="020F0502020204030204" pitchFamily="34" charset="0"/>
            </a:endParaRPr>
          </a:p>
          <a:p>
            <a:pPr marL="628602" lvl="1" indent="-171450">
              <a:spcAft>
                <a:spcPts val="0"/>
              </a:spcAft>
              <a:buFont typeface="Wingdings" panose="05000000000000000000" pitchFamily="2" charset="2"/>
              <a:buChar char="Ø"/>
            </a:pPr>
            <a:r>
              <a:rPr lang="zh-TW" altLang="en-US" i="0" dirty="0">
                <a:ea typeface="KaiTi" panose="02010609060101010101" pitchFamily="49" charset="-122"/>
                <a:cs typeface="Calibri" panose="020F0502020204030204" pitchFamily="34" charset="0"/>
              </a:rPr>
              <a:t>盈利預測的假設及基準需要合理，如上市後的實際盈利與盈利預測有重大偏差，聯交所將會就偏差原因及當初假設及基准進行提問</a:t>
            </a:r>
            <a:endParaRPr lang="en-US" altLang="zh-TW" i="0" dirty="0">
              <a:ea typeface="KaiTi" panose="02010609060101010101" pitchFamily="49" charset="-122"/>
              <a:cs typeface="Calibri" panose="020F0502020204030204" pitchFamily="34" charset="0"/>
            </a:endParaRPr>
          </a:p>
          <a:p>
            <a:pPr marL="628602" lvl="1" indent="-171450">
              <a:spcAft>
                <a:spcPts val="0"/>
              </a:spcAft>
              <a:buFont typeface="Wingdings" panose="05000000000000000000" pitchFamily="2" charset="2"/>
              <a:buChar char="Ø"/>
            </a:pPr>
            <a:r>
              <a:rPr lang="zh-TW" altLang="en-US" i="0" dirty="0">
                <a:ea typeface="KaiTi" panose="02010609060101010101" pitchFamily="49" charset="-122"/>
                <a:cs typeface="Calibri" panose="020F0502020204030204" pitchFamily="34" charset="0"/>
              </a:rPr>
              <a:t>公司需要準備一份從招股書日期後</a:t>
            </a:r>
            <a:r>
              <a:rPr lang="en-US" altLang="zh-TW" i="0" dirty="0">
                <a:ea typeface="KaiTi" panose="02010609060101010101" pitchFamily="49" charset="-122"/>
                <a:cs typeface="Calibri" panose="020F0502020204030204" pitchFamily="34" charset="0"/>
              </a:rPr>
              <a:t>12</a:t>
            </a:r>
            <a:r>
              <a:rPr lang="zh-TW" altLang="en-US" i="0" dirty="0">
                <a:ea typeface="KaiTi" panose="02010609060101010101" pitchFamily="49" charset="-122"/>
                <a:cs typeface="Calibri" panose="020F0502020204030204" pitchFamily="34" charset="0"/>
              </a:rPr>
              <a:t>個月的現金流預測，以表明公司擁有充足的營運資金</a:t>
            </a:r>
          </a:p>
          <a:p>
            <a:pPr marL="628602" lvl="1" indent="-171450">
              <a:spcAft>
                <a:spcPts val="0"/>
              </a:spcAft>
              <a:buFont typeface="Wingdings" panose="05000000000000000000" pitchFamily="2" charset="2"/>
              <a:buChar char="Ø"/>
            </a:pPr>
            <a:r>
              <a:rPr lang="zh-TW" altLang="en-US" i="0" dirty="0">
                <a:ea typeface="KaiTi" panose="02010609060101010101" pitchFamily="49" charset="-122"/>
                <a:cs typeface="Calibri" panose="020F0502020204030204" pitchFamily="34" charset="0"/>
              </a:rPr>
              <a:t>備忘錄草稿（包括詳細的假設、並對基本的因素進行解釋）</a:t>
            </a:r>
            <a:r>
              <a:rPr lang="zh-CN" altLang="en-US" i="0" dirty="0">
                <a:ea typeface="KaiTi" panose="02010609060101010101" pitchFamily="49" charset="-122"/>
                <a:cs typeface="Calibri" panose="020F0502020204030204" pitchFamily="34" charset="0"/>
              </a:rPr>
              <a:t>需</a:t>
            </a:r>
            <a:r>
              <a:rPr lang="zh-TW" altLang="en-US" i="0" dirty="0">
                <a:ea typeface="KaiTi" panose="02010609060101010101" pitchFamily="49" charset="-122"/>
                <a:cs typeface="Calibri" panose="020F0502020204030204" pitchFamily="34" charset="0"/>
              </a:rPr>
              <a:t>在</a:t>
            </a:r>
            <a:r>
              <a:rPr lang="en-US" altLang="zh-TW" i="0" dirty="0">
                <a:ea typeface="KaiTi" panose="02010609060101010101" pitchFamily="49" charset="-122"/>
                <a:cs typeface="Calibri" panose="020F0502020204030204" pitchFamily="34" charset="0"/>
              </a:rPr>
              <a:t>A1</a:t>
            </a:r>
            <a:r>
              <a:rPr lang="zh-TW" altLang="en-US" i="0" dirty="0">
                <a:ea typeface="KaiTi" panose="02010609060101010101" pitchFamily="49" charset="-122"/>
                <a:cs typeface="Calibri" panose="020F0502020204030204" pitchFamily="34" charset="0"/>
              </a:rPr>
              <a:t>時遞交給聯交所</a:t>
            </a:r>
          </a:p>
          <a:p>
            <a:pPr marL="628602" lvl="1" indent="-171450">
              <a:spcAft>
                <a:spcPts val="0"/>
              </a:spcAft>
              <a:buFont typeface="Wingdings" panose="05000000000000000000" pitchFamily="2" charset="2"/>
              <a:buChar char="Ø"/>
            </a:pPr>
            <a:r>
              <a:rPr lang="zh-TW" altLang="en-US" i="0" dirty="0">
                <a:ea typeface="KaiTi" panose="02010609060101010101" pitchFamily="49" charset="-122"/>
                <a:cs typeface="Calibri" panose="020F0502020204030204" pitchFamily="34" charset="0"/>
              </a:rPr>
              <a:t>現金流預測與盈利預測備忘錄同時上交並也是保密的</a:t>
            </a:r>
          </a:p>
          <a:p>
            <a:pPr marL="628602" lvl="1" indent="-171450">
              <a:spcAft>
                <a:spcPts val="0"/>
              </a:spcAft>
              <a:buFont typeface="Wingdings" panose="05000000000000000000" pitchFamily="2" charset="2"/>
              <a:buChar char="Ø"/>
            </a:pPr>
            <a:r>
              <a:rPr lang="zh-TW" altLang="en-US" i="0" dirty="0">
                <a:ea typeface="KaiTi" panose="02010609060101010101" pitchFamily="49" charset="-122"/>
                <a:cs typeface="Calibri" panose="020F0502020204030204" pitchFamily="34" charset="0"/>
              </a:rPr>
              <a:t>招股書中披露的負債資料不應超過招股書日期的兩個月</a:t>
            </a:r>
            <a:endParaRPr lang="en-US" altLang="zh-TW" i="0" dirty="0">
              <a:ea typeface="KaiTi" panose="02010609060101010101" pitchFamily="49" charset="-122"/>
              <a:cs typeface="Calibri" panose="020F0502020204030204" pitchFamily="34" charset="0"/>
            </a:endParaRPr>
          </a:p>
        </p:txBody>
      </p:sp>
      <p:sp>
        <p:nvSpPr>
          <p:cNvPr id="20" name="TextBox 19">
            <a:extLst>
              <a:ext uri="{FF2B5EF4-FFF2-40B4-BE49-F238E27FC236}">
                <a16:creationId xmlns:a16="http://schemas.microsoft.com/office/drawing/2014/main" id="{768AB671-85FB-484C-9587-65C8C14D786B}"/>
              </a:ext>
            </a:extLst>
          </p:cNvPr>
          <p:cNvSpPr txBox="1"/>
          <p:nvPr/>
        </p:nvSpPr>
        <p:spPr>
          <a:xfrm>
            <a:off x="2030135" y="4973475"/>
            <a:ext cx="6478991" cy="1131207"/>
          </a:xfrm>
          <a:prstGeom prst="rect">
            <a:avLst/>
          </a:prstGeom>
          <a:noFill/>
        </p:spPr>
        <p:txBody>
          <a:bodyPr wrap="square" rtlCol="0">
            <a:spAutoFit/>
          </a:bodyPr>
          <a:lstStyle/>
          <a:p>
            <a:pPr marL="342900" indent="-342900">
              <a:lnSpc>
                <a:spcPct val="107000"/>
              </a:lnSpc>
              <a:spcBef>
                <a:spcPts val="0"/>
              </a:spcBef>
              <a:spcAft>
                <a:spcPts val="800"/>
              </a:spcAft>
              <a:buFont typeface="Wingdings" panose="05000000000000000000" pitchFamily="2" charset="2"/>
              <a:buChar char=""/>
              <a:tabLst>
                <a:tab pos="457200" algn="l"/>
              </a:tabLst>
            </a:pPr>
            <a:r>
              <a:rPr lang="zh-TW" altLang="en-US" i="0" dirty="0">
                <a:ea typeface="KaiTi" panose="02010609060101010101" pitchFamily="49" charset="-122"/>
                <a:cs typeface="Calibri" panose="020F0502020204030204" pitchFamily="34" charset="0"/>
              </a:rPr>
              <a:t>估值模型</a:t>
            </a:r>
            <a:endParaRPr lang="en-US" altLang="zh-TW" i="0" dirty="0">
              <a:ea typeface="KaiTi" panose="02010609060101010101" pitchFamily="49" charset="-122"/>
              <a:cs typeface="Calibri" panose="020F0502020204030204" pitchFamily="34" charset="0"/>
            </a:endParaRPr>
          </a:p>
          <a:p>
            <a:pPr marL="628602" lvl="1" indent="-171450">
              <a:spcAft>
                <a:spcPts val="0"/>
              </a:spcAft>
              <a:buFont typeface="Wingdings" panose="05000000000000000000" pitchFamily="2" charset="2"/>
              <a:buChar char="Ø"/>
            </a:pPr>
            <a:r>
              <a:rPr lang="zh-TW" altLang="en-US" i="0" dirty="0">
                <a:ea typeface="KaiTi" panose="02010609060101010101" pitchFamily="49" charset="-122"/>
                <a:cs typeface="Calibri" panose="020F0502020204030204" pitchFamily="34" charset="0"/>
              </a:rPr>
              <a:t>公司需要提供相關的運營和財務預測</a:t>
            </a:r>
          </a:p>
          <a:p>
            <a:pPr marL="628602" lvl="1" indent="-171450">
              <a:spcAft>
                <a:spcPts val="0"/>
              </a:spcAft>
              <a:buFont typeface="Wingdings" panose="05000000000000000000" pitchFamily="2" charset="2"/>
              <a:buChar char="Ø"/>
            </a:pPr>
            <a:r>
              <a:rPr lang="zh-TW" altLang="en-US" i="0" dirty="0">
                <a:ea typeface="KaiTi" panose="02010609060101010101" pitchFamily="49" charset="-122"/>
                <a:cs typeface="Calibri" panose="020F0502020204030204" pitchFamily="34" charset="0"/>
              </a:rPr>
              <a:t>準備估值模型以盡早獲取關於收入和利潤的精確預測</a:t>
            </a:r>
          </a:p>
          <a:p>
            <a:pPr marL="628602" lvl="1" indent="-171450">
              <a:spcAft>
                <a:spcPts val="0"/>
              </a:spcAft>
              <a:buFont typeface="Wingdings" panose="05000000000000000000" pitchFamily="2" charset="2"/>
              <a:buChar char="Ø"/>
            </a:pPr>
            <a:r>
              <a:rPr lang="zh-TW" altLang="en-US" i="0" dirty="0">
                <a:ea typeface="KaiTi" panose="02010609060101010101" pitchFamily="49" charset="-122"/>
                <a:cs typeface="Calibri" panose="020F0502020204030204" pitchFamily="34" charset="0"/>
              </a:rPr>
              <a:t>估值模型的呈現方式和使用與提交聯交所的盈利</a:t>
            </a:r>
            <a:r>
              <a:rPr lang="en-US" altLang="zh-TW" i="0" dirty="0">
                <a:latin typeface="kaiti" panose="02010609060101010101" pitchFamily="49" charset="-122"/>
                <a:ea typeface="kaiti" panose="02010609060101010101" pitchFamily="49" charset="-122"/>
                <a:cs typeface="Calibri" panose="020F0502020204030204" pitchFamily="34" charset="0"/>
              </a:rPr>
              <a:t>/</a:t>
            </a:r>
            <a:r>
              <a:rPr lang="zh-TW" altLang="en-US" i="0" dirty="0">
                <a:ea typeface="KaiTi" panose="02010609060101010101" pitchFamily="49" charset="-122"/>
                <a:cs typeface="Calibri" panose="020F0502020204030204" pitchFamily="34" charset="0"/>
              </a:rPr>
              <a:t>現金備忘錄不同，後者僅為監管審批過程使用</a:t>
            </a:r>
            <a:endParaRPr lang="en-US" altLang="zh-TW" i="0" dirty="0">
              <a:ea typeface="KaiTi" panose="02010609060101010101" pitchFamily="49" charset="-122"/>
              <a:cs typeface="Calibri" panose="020F0502020204030204" pitchFamily="34" charset="0"/>
            </a:endParaRPr>
          </a:p>
        </p:txBody>
      </p:sp>
    </p:spTree>
    <p:extLst>
      <p:ext uri="{BB962C8B-B14F-4D97-AF65-F5344CB8AC3E}">
        <p14:creationId xmlns:p14="http://schemas.microsoft.com/office/powerpoint/2010/main" val="3869914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9" name="Rectangle 2"/>
          <p:cNvSpPr>
            <a:spLocks noGrp="1" noChangeArrowheads="1"/>
          </p:cNvSpPr>
          <p:nvPr>
            <p:ph type="title"/>
          </p:nvPr>
        </p:nvSpPr>
        <p:spPr>
          <a:xfrm>
            <a:off x="663575" y="489692"/>
            <a:ext cx="7845552" cy="469159"/>
          </a:xfrm>
        </p:spPr>
        <p:txBody>
          <a:bodyPr/>
          <a:lstStyle/>
          <a:p>
            <a:r>
              <a:rPr lang="en-US" altLang="zh-TW" dirty="0">
                <a:latin typeface="Calibri" panose="020F0502020204030204" pitchFamily="34" charset="0"/>
                <a:ea typeface="KaiTi" panose="02010609060101010101" pitchFamily="49" charset="-122"/>
                <a:cs typeface="Calibri" panose="020F0502020204030204" pitchFamily="34" charset="0"/>
              </a:rPr>
              <a:t>5</a:t>
            </a:r>
            <a:r>
              <a:rPr lang="en-US" altLang="zh-TW" sz="2400" b="1" i="0" dirty="0">
                <a:latin typeface="Calibri" panose="020F0502020204030204" pitchFamily="34" charset="0"/>
                <a:ea typeface="KaiTi" panose="02010609060101010101" pitchFamily="49" charset="-122"/>
                <a:cs typeface="Calibri" panose="020F0502020204030204" pitchFamily="34" charset="0"/>
              </a:rPr>
              <a:t>.1 </a:t>
            </a:r>
            <a:r>
              <a:rPr lang="zh-TW" altLang="en-US" sz="2400" b="1" i="0" dirty="0">
                <a:latin typeface="KaiTi" panose="02010609060101010101" pitchFamily="49" charset="-122"/>
                <a:ea typeface="KaiTi" panose="02010609060101010101" pitchFamily="49" charset="-122"/>
              </a:rPr>
              <a:t>關鍵執行考慮因素</a:t>
            </a:r>
            <a:r>
              <a:rPr lang="en-US" altLang="zh-TW" sz="2400" b="1" i="0" dirty="0">
                <a:latin typeface="KaiTi" panose="02010609060101010101" pitchFamily="49" charset="-122"/>
                <a:ea typeface="KaiTi" panose="02010609060101010101" pitchFamily="49" charset="-122"/>
              </a:rPr>
              <a:t>(</a:t>
            </a:r>
            <a:r>
              <a:rPr lang="zh-TW" altLang="en-US" sz="2400" b="1" i="0" dirty="0">
                <a:latin typeface="KaiTi" panose="02010609060101010101" pitchFamily="49" charset="-122"/>
                <a:ea typeface="KaiTi" panose="02010609060101010101" pitchFamily="49" charset="-122"/>
              </a:rPr>
              <a:t>續</a:t>
            </a:r>
            <a:r>
              <a:rPr lang="en-US" altLang="zh-TW" sz="2400" b="1" i="0" dirty="0">
                <a:latin typeface="KaiTi" panose="02010609060101010101" pitchFamily="49" charset="-122"/>
                <a:ea typeface="KaiTi" panose="02010609060101010101" pitchFamily="49" charset="-122"/>
              </a:rPr>
              <a:t>)</a:t>
            </a:r>
            <a:endParaRPr lang="zh-CN" altLang="en-US" dirty="0">
              <a:latin typeface="KaiTi" panose="02010609060101010101" pitchFamily="49" charset="-122"/>
              <a:ea typeface="KaiTi" panose="02010609060101010101" pitchFamily="49" charset="-122"/>
              <a:cs typeface="Calibri" panose="020F0502020204030204" pitchFamily="34" charset="0"/>
            </a:endParaRPr>
          </a:p>
        </p:txBody>
      </p:sp>
      <p:sp>
        <p:nvSpPr>
          <p:cNvPr id="3" name="Slide Number Placeholder 2">
            <a:extLst>
              <a:ext uri="{FF2B5EF4-FFF2-40B4-BE49-F238E27FC236}">
                <a16:creationId xmlns:a16="http://schemas.microsoft.com/office/drawing/2014/main" id="{D2D69C45-4B89-4E7E-9F68-147BA17A180D}"/>
              </a:ext>
            </a:extLst>
          </p:cNvPr>
          <p:cNvSpPr>
            <a:spLocks noGrp="1"/>
          </p:cNvSpPr>
          <p:nvPr>
            <p:ph type="sldNum" sz="quarter" idx="10"/>
          </p:nvPr>
        </p:nvSpPr>
        <p:spPr/>
        <p:txBody>
          <a:bodyPr/>
          <a:lstStyle/>
          <a:p>
            <a:pPr>
              <a:defRPr/>
            </a:pPr>
            <a:fld id="{17AE90FD-2A67-4F1C-8A5E-6FE36A4F61F0}" type="slidenum">
              <a:rPr lang="en-US" altLang="en-US" smtClean="0">
                <a:latin typeface="Calibri" panose="020F0502020204030204" pitchFamily="34" charset="0"/>
                <a:cs typeface="Calibri" panose="020F0502020204030204" pitchFamily="34" charset="0"/>
              </a:rPr>
              <a:pPr>
                <a:defRPr/>
              </a:pPr>
              <a:t>26</a:t>
            </a:fld>
            <a:endParaRPr lang="en-US" altLang="en-US">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015854C7-6576-43D9-A882-C7A701D1ABC0}"/>
              </a:ext>
            </a:extLst>
          </p:cNvPr>
          <p:cNvSpPr txBox="1"/>
          <p:nvPr/>
        </p:nvSpPr>
        <p:spPr>
          <a:xfrm>
            <a:off x="2030136" y="2179370"/>
            <a:ext cx="6551802" cy="3747885"/>
          </a:xfrm>
          <a:prstGeom prst="rect">
            <a:avLst/>
          </a:prstGeom>
          <a:noFill/>
        </p:spPr>
        <p:txBody>
          <a:bodyPr wrap="square" rtlCol="0">
            <a:spAutoFit/>
          </a:bodyPr>
          <a:lstStyle/>
          <a:p>
            <a:pPr marL="342900" indent="-342900">
              <a:lnSpc>
                <a:spcPct val="107000"/>
              </a:lnSpc>
              <a:spcBef>
                <a:spcPts val="0"/>
              </a:spcBef>
              <a:spcAft>
                <a:spcPts val="800"/>
              </a:spcAft>
              <a:buFont typeface="Wingdings" panose="05000000000000000000" pitchFamily="2" charset="2"/>
              <a:buChar char=""/>
              <a:tabLst>
                <a:tab pos="457200" algn="l"/>
              </a:tabLst>
            </a:pPr>
            <a:r>
              <a:rPr lang="zh-TW" altLang="en-US" i="0" dirty="0">
                <a:ea typeface="KaiTi" panose="02010609060101010101" pitchFamily="49" charset="-122"/>
                <a:cs typeface="Calibri" panose="020F0502020204030204" pitchFamily="34" charset="0"/>
              </a:rPr>
              <a:t>在港股上市過程中，接收到外界投訴函件井不罕見。這些投訴通常由競爭對手或瞭解</a:t>
            </a:r>
            <a:r>
              <a:rPr lang="zh-CN" altLang="en-US" i="0" dirty="0">
                <a:ea typeface="KaiTi" panose="02010609060101010101" pitchFamily="49" charset="-122"/>
                <a:cs typeface="Calibri" panose="020F0502020204030204" pitchFamily="34" charset="0"/>
              </a:rPr>
              <a:t>内</a:t>
            </a:r>
            <a:r>
              <a:rPr lang="zh-TW" altLang="en-US" i="0" dirty="0">
                <a:ea typeface="KaiTi" panose="02010609060101010101" pitchFamily="49" charset="-122"/>
                <a:cs typeface="Calibri" panose="020F0502020204030204" pitchFamily="34" charset="0"/>
              </a:rPr>
              <a:t>情的人士在上市申請人向香港聯交所提交</a:t>
            </a:r>
            <a:r>
              <a:rPr lang="en-US" altLang="zh-TW" i="0" dirty="0">
                <a:ea typeface="KaiTi" panose="02010609060101010101" pitchFamily="49" charset="-122"/>
                <a:cs typeface="Calibri" panose="020F0502020204030204" pitchFamily="34" charset="0"/>
              </a:rPr>
              <a:t>A1</a:t>
            </a:r>
            <a:r>
              <a:rPr lang="zh-TW" altLang="en-US" i="0" dirty="0">
                <a:ea typeface="KaiTi" panose="02010609060101010101" pitchFamily="49" charset="-122"/>
                <a:cs typeface="Calibri" panose="020F0502020204030204" pitchFamily="34" charset="0"/>
              </a:rPr>
              <a:t>申請或通過香港聯交所上市委員會聆訊後出。投訴函對上市申請的影響因指控的嚴重性和真實性而异。在嚴重的情况下，這些</a:t>
            </a:r>
            <a:r>
              <a:rPr lang="zh-CN" altLang="en-US" i="0" dirty="0">
                <a:ea typeface="KaiTi" panose="02010609060101010101" pitchFamily="49" charset="-122"/>
                <a:cs typeface="Calibri" panose="020F0502020204030204" pitchFamily="34" charset="0"/>
              </a:rPr>
              <a:t>投訴</a:t>
            </a:r>
            <a:r>
              <a:rPr lang="zh-TW" altLang="en-US" i="0" dirty="0">
                <a:ea typeface="KaiTi" panose="02010609060101010101" pitchFamily="49" charset="-122"/>
                <a:cs typeface="Calibri" panose="020F0502020204030204" pitchFamily="34" charset="0"/>
              </a:rPr>
              <a:t>可能導致香港聯交所對申請人的業務、財務和合規性提出質疑，導致上市申請延後</a:t>
            </a:r>
            <a:endParaRPr lang="en-US" altLang="zh-TW" i="0" dirty="0">
              <a:ea typeface="KaiTi" panose="02010609060101010101" pitchFamily="49" charset="-122"/>
              <a:cs typeface="Calibri" panose="020F0502020204030204" pitchFamily="34" charset="0"/>
            </a:endParaRPr>
          </a:p>
          <a:p>
            <a:pPr marL="342900" indent="-342900">
              <a:lnSpc>
                <a:spcPct val="107000"/>
              </a:lnSpc>
              <a:spcBef>
                <a:spcPts val="0"/>
              </a:spcBef>
              <a:spcAft>
                <a:spcPts val="800"/>
              </a:spcAft>
              <a:buFont typeface="Wingdings" panose="05000000000000000000" pitchFamily="2" charset="2"/>
              <a:buChar char=""/>
              <a:tabLst>
                <a:tab pos="457200" algn="l"/>
              </a:tabLst>
            </a:pPr>
            <a:r>
              <a:rPr lang="zh-TW" altLang="en-US" i="0" dirty="0">
                <a:ea typeface="KaiTi" panose="02010609060101010101" pitchFamily="49" charset="-122"/>
                <a:cs typeface="Calibri" panose="020F0502020204030204" pitchFamily="34" charset="0"/>
              </a:rPr>
              <a:t>投訴函件大致分爲兩類。第一類</a:t>
            </a:r>
            <a:r>
              <a:rPr lang="zh-CN" altLang="en-US" i="0" dirty="0">
                <a:ea typeface="KaiTi" panose="02010609060101010101" pitchFamily="49" charset="-122"/>
                <a:cs typeface="Calibri" panose="020F0502020204030204" pitchFamily="34" charset="0"/>
              </a:rPr>
              <a:t>較</a:t>
            </a:r>
            <a:r>
              <a:rPr lang="zh-TW" altLang="en-US" i="0" dirty="0">
                <a:ea typeface="KaiTi" panose="02010609060101010101" pitchFamily="49" charset="-122"/>
                <a:cs typeface="Calibri" panose="020F0502020204030204" pitchFamily="34" charset="0"/>
              </a:rPr>
              <a:t>爲常見，通常涉及軟件製造商對</a:t>
            </a:r>
            <a:r>
              <a:rPr lang="zh-CN" altLang="en-US" i="0" dirty="0">
                <a:ea typeface="KaiTi" panose="02010609060101010101" pitchFamily="49" charset="-122"/>
                <a:cs typeface="Calibri" panose="020F0502020204030204" pitchFamily="34" charset="0"/>
              </a:rPr>
              <a:t>申請人</a:t>
            </a:r>
            <a:r>
              <a:rPr lang="zh-TW" altLang="en-US" i="0" dirty="0">
                <a:ea typeface="KaiTi" panose="02010609060101010101" pitchFamily="49" charset="-122"/>
                <a:cs typeface="Calibri" panose="020F0502020204030204" pitchFamily="34" charset="0"/>
              </a:rPr>
              <a:t>可能使用未</a:t>
            </a:r>
            <a:r>
              <a:rPr lang="zh-CN" altLang="en-US" i="0" dirty="0">
                <a:ea typeface="KaiTi" panose="02010609060101010101" pitchFamily="49" charset="-122"/>
                <a:cs typeface="Calibri" panose="020F0502020204030204" pitchFamily="34" charset="0"/>
              </a:rPr>
              <a:t>經授權</a:t>
            </a:r>
            <a:r>
              <a:rPr lang="zh-TW" altLang="en-US" i="0" dirty="0">
                <a:ea typeface="KaiTi" panose="02010609060101010101" pitchFamily="49" charset="-122"/>
                <a:cs typeface="Calibri" panose="020F0502020204030204" pitchFamily="34" charset="0"/>
              </a:rPr>
              <a:t>的盗版軟件的投訴。這類投訴的性質較爲輕微，即使屬實，也較容易通過内部調查</a:t>
            </a:r>
            <a:r>
              <a:rPr lang="zh-CN" altLang="en-US" i="0" dirty="0">
                <a:ea typeface="KaiTi" panose="02010609060101010101" pitchFamily="49" charset="-122"/>
                <a:cs typeface="Calibri" panose="020F0502020204030204" pitchFamily="34" charset="0"/>
              </a:rPr>
              <a:t>和</a:t>
            </a:r>
            <a:r>
              <a:rPr lang="zh-TW" altLang="en-US" i="0" dirty="0">
                <a:ea typeface="KaiTi" panose="02010609060101010101" pitchFamily="49" charset="-122"/>
                <a:cs typeface="Calibri" panose="020F0502020204030204" pitchFamily="34" charset="0"/>
              </a:rPr>
              <a:t>整改的方式回應香港聯交所。第二類涉及更嚴重的指控，如違反法律强制性規定、</a:t>
            </a:r>
            <a:r>
              <a:rPr lang="zh-CN" altLang="en-US" i="0" dirty="0">
                <a:ea typeface="KaiTi" panose="02010609060101010101" pitchFamily="49" charset="-122"/>
                <a:cs typeface="Calibri" panose="020F0502020204030204" pitchFamily="34" charset="0"/>
              </a:rPr>
              <a:t>逃稅</a:t>
            </a:r>
            <a:r>
              <a:rPr lang="zh-TW" altLang="en-US" i="0" dirty="0">
                <a:ea typeface="KaiTi" panose="02010609060101010101" pitchFamily="49" charset="-122"/>
                <a:cs typeface="Calibri" panose="020F0502020204030204" pitchFamily="34" charset="0"/>
              </a:rPr>
              <a:t>和貪腐問題等，關乎申請人的經營合規性或董事的適格性。如不妥善處理，這些指控可能導致香港聯交所進一步問詢，影響上市申請</a:t>
            </a:r>
            <a:endParaRPr lang="en-US" altLang="zh-TW" i="0" dirty="0">
              <a:ea typeface="KaiTi" panose="02010609060101010101" pitchFamily="49" charset="-122"/>
              <a:cs typeface="Calibri" panose="020F0502020204030204" pitchFamily="34" charset="0"/>
            </a:endParaRPr>
          </a:p>
          <a:p>
            <a:pPr marL="342900" indent="-342900">
              <a:lnSpc>
                <a:spcPct val="107000"/>
              </a:lnSpc>
              <a:spcBef>
                <a:spcPts val="0"/>
              </a:spcBef>
              <a:spcAft>
                <a:spcPts val="800"/>
              </a:spcAft>
              <a:buFont typeface="Wingdings" panose="05000000000000000000" pitchFamily="2" charset="2"/>
              <a:buChar char=""/>
              <a:tabLst>
                <a:tab pos="457200" algn="l"/>
              </a:tabLst>
            </a:pPr>
            <a:r>
              <a:rPr lang="zh-TW" altLang="en-US" i="0" dirty="0">
                <a:ea typeface="KaiTi" panose="02010609060101010101" pitchFamily="49" charset="-122"/>
                <a:cs typeface="Calibri" panose="020F0502020204030204" pitchFamily="34" charset="0"/>
              </a:rPr>
              <a:t>無論是哪</a:t>
            </a:r>
            <a:r>
              <a:rPr lang="zh-CN" altLang="en-US" i="0" dirty="0">
                <a:ea typeface="KaiTi" panose="02010609060101010101" pitchFamily="49" charset="-122"/>
                <a:cs typeface="Calibri" panose="020F0502020204030204" pitchFamily="34" charset="0"/>
              </a:rPr>
              <a:t>一</a:t>
            </a:r>
            <a:r>
              <a:rPr lang="zh-TW" altLang="en-US" i="0" dirty="0">
                <a:ea typeface="KaiTi" panose="02010609060101010101" pitchFamily="49" charset="-122"/>
                <a:cs typeface="Calibri" panose="020F0502020204030204" pitchFamily="34" charset="0"/>
              </a:rPr>
              <a:t>類型的投訴函，處理這些投訴的常規程序是：香港聯交所收到投訴函後，</a:t>
            </a:r>
            <a:r>
              <a:rPr lang="zh-CN" altLang="en-US" i="0" dirty="0">
                <a:ea typeface="KaiTi" panose="02010609060101010101" pitchFamily="49" charset="-122"/>
                <a:cs typeface="Calibri" panose="020F0502020204030204" pitchFamily="34" charset="0"/>
              </a:rPr>
              <a:t>會</a:t>
            </a:r>
            <a:r>
              <a:rPr lang="zh-TW" altLang="en-US" i="0" dirty="0">
                <a:ea typeface="KaiTi" panose="02010609060101010101" pitchFamily="49" charset="-122"/>
                <a:cs typeface="Calibri" panose="020F0502020204030204" pitchFamily="34" charset="0"/>
              </a:rPr>
              <a:t>將其轉發給</a:t>
            </a:r>
            <a:r>
              <a:rPr lang="zh-CN" altLang="en-US" i="0" dirty="0">
                <a:ea typeface="KaiTi" panose="02010609060101010101" pitchFamily="49" charset="-122"/>
                <a:cs typeface="Calibri" panose="020F0502020204030204" pitchFamily="34" charset="0"/>
              </a:rPr>
              <a:t>保薦人</a:t>
            </a:r>
            <a:r>
              <a:rPr lang="en-US" altLang="zh-CN" i="0" dirty="0">
                <a:ea typeface="KaiTi" panose="02010609060101010101" pitchFamily="49" charset="-122"/>
                <a:cs typeface="Calibri" panose="020F0502020204030204" pitchFamily="34" charset="0"/>
              </a:rPr>
              <a:t>/</a:t>
            </a:r>
            <a:r>
              <a:rPr lang="zh-TW" altLang="en-US" i="0" dirty="0">
                <a:ea typeface="KaiTi" panose="02010609060101010101" pitchFamily="49" charset="-122"/>
                <a:cs typeface="Calibri" panose="020F0502020204030204" pitchFamily="34" charset="0"/>
              </a:rPr>
              <a:t>上市申請人，要求其核實指控井</a:t>
            </a:r>
            <a:r>
              <a:rPr lang="zh-CN" altLang="en-US" i="0" dirty="0">
                <a:ea typeface="KaiTi" panose="02010609060101010101" pitchFamily="49" charset="-122"/>
                <a:cs typeface="Calibri" panose="020F0502020204030204" pitchFamily="34" charset="0"/>
              </a:rPr>
              <a:t>視情況</a:t>
            </a:r>
            <a:r>
              <a:rPr lang="zh-TW" altLang="en-US" i="0" dirty="0">
                <a:ea typeface="KaiTi" panose="02010609060101010101" pitchFamily="49" charset="-122"/>
                <a:cs typeface="Calibri" panose="020F0502020204030204" pitchFamily="34" charset="0"/>
              </a:rPr>
              <a:t>在招股說明書中進行相應披露。上市申請應立即進行内部調查以核實指控，同時由保薦人及其律師進行盡職調查，</a:t>
            </a:r>
            <a:r>
              <a:rPr lang="zh-CN" altLang="en-US" i="0" dirty="0">
                <a:ea typeface="KaiTi" panose="02010609060101010101" pitchFamily="49" charset="-122"/>
                <a:cs typeface="Calibri" panose="020F0502020204030204" pitchFamily="34" charset="0"/>
              </a:rPr>
              <a:t>並</a:t>
            </a:r>
            <a:r>
              <a:rPr lang="zh-TW" altLang="en-US" i="0" dirty="0">
                <a:ea typeface="KaiTi" panose="02010609060101010101" pitchFamily="49" charset="-122"/>
                <a:cs typeface="Calibri" panose="020F0502020204030204" pitchFamily="34" charset="0"/>
              </a:rPr>
              <a:t>準備提交</a:t>
            </a:r>
            <a:r>
              <a:rPr lang="zh-CN" altLang="en-US" i="0" dirty="0">
                <a:ea typeface="KaiTi" panose="02010609060101010101" pitchFamily="49" charset="-122"/>
                <a:cs typeface="Calibri" panose="020F0502020204030204" pitchFamily="34" charset="0"/>
              </a:rPr>
              <a:t>給</a:t>
            </a:r>
            <a:r>
              <a:rPr lang="zh-TW" altLang="en-US" i="0" dirty="0">
                <a:ea typeface="KaiTi" panose="02010609060101010101" pitchFamily="49" charset="-122"/>
                <a:cs typeface="Calibri" panose="020F0502020204030204" pitchFamily="34" charset="0"/>
              </a:rPr>
              <a:t>香港聯交所的回覆信。如果指控是無根據的，申請人可以在回覆信中進行反駁、澄清。 如果指控屬實，申請人通常需要實施或提出改正措施，尤其是在不涉及重大違法或不合規行爲的情况下，以消除香港聯交所的疑慮</a:t>
            </a:r>
            <a:endParaRPr lang="en-US" altLang="zh-TW" i="0" dirty="0">
              <a:ea typeface="KaiTi" panose="02010609060101010101" pitchFamily="49" charset="-122"/>
              <a:cs typeface="Calibri" panose="020F0502020204030204" pitchFamily="34" charset="0"/>
            </a:endParaRPr>
          </a:p>
          <a:p>
            <a:pPr marL="342900" indent="-342900">
              <a:lnSpc>
                <a:spcPct val="107000"/>
              </a:lnSpc>
              <a:spcBef>
                <a:spcPts val="0"/>
              </a:spcBef>
              <a:spcAft>
                <a:spcPts val="800"/>
              </a:spcAft>
              <a:buFont typeface="Wingdings" panose="05000000000000000000" pitchFamily="2" charset="2"/>
              <a:buChar char=""/>
              <a:tabLst>
                <a:tab pos="457200" algn="l"/>
              </a:tabLst>
            </a:pPr>
            <a:r>
              <a:rPr lang="zh-TW" altLang="en-US" i="0" dirty="0">
                <a:ea typeface="KaiTi" panose="02010609060101010101" pitchFamily="49" charset="-122"/>
                <a:cs typeface="Calibri" panose="020F0502020204030204" pitchFamily="34" charset="0"/>
              </a:rPr>
              <a:t>我們建議貴司在</a:t>
            </a:r>
            <a:r>
              <a:rPr lang="zh-CN" altLang="en-US" i="0" dirty="0">
                <a:ea typeface="KaiTi" panose="02010609060101010101" pitchFamily="49" charset="-122"/>
                <a:cs typeface="Calibri" panose="020F0502020204030204" pitchFamily="34" charset="0"/>
              </a:rPr>
              <a:t>準備香港</a:t>
            </a:r>
            <a:r>
              <a:rPr lang="zh-TW" altLang="en-US" i="0" dirty="0">
                <a:ea typeface="KaiTi" panose="02010609060101010101" pitchFamily="49" charset="-122"/>
                <a:cs typeface="Calibri" panose="020F0502020204030204" pitchFamily="34" charset="0"/>
              </a:rPr>
              <a:t>上市過程中持續關注負面新聞、歷史遺留問題等輿情風險</a:t>
            </a:r>
            <a:r>
              <a:rPr lang="zh-CN" altLang="en-US" i="0" dirty="0">
                <a:ea typeface="KaiTi" panose="02010609060101010101" pitchFamily="49" charset="-122"/>
                <a:cs typeface="Calibri" panose="020F0502020204030204" pitchFamily="34" charset="0"/>
              </a:rPr>
              <a:t>，以及提前關注潛在的產品質量爭議、員工糾紛等相關合規問題</a:t>
            </a:r>
            <a:endParaRPr lang="en-US" altLang="zh-TW" i="0" dirty="0">
              <a:ea typeface="KaiTi" panose="02010609060101010101" pitchFamily="49" charset="-122"/>
              <a:cs typeface="Calibri" panose="020F0502020204030204" pitchFamily="34" charset="0"/>
            </a:endParaRPr>
          </a:p>
        </p:txBody>
      </p:sp>
      <p:grpSp>
        <p:nvGrpSpPr>
          <p:cNvPr id="7" name="Group 6">
            <a:extLst>
              <a:ext uri="{FF2B5EF4-FFF2-40B4-BE49-F238E27FC236}">
                <a16:creationId xmlns:a16="http://schemas.microsoft.com/office/drawing/2014/main" id="{341EAF36-E641-40F9-B7DF-942A83A0C055}"/>
              </a:ext>
            </a:extLst>
          </p:cNvPr>
          <p:cNvGrpSpPr/>
          <p:nvPr/>
        </p:nvGrpSpPr>
        <p:grpSpPr>
          <a:xfrm>
            <a:off x="663575" y="2125198"/>
            <a:ext cx="1366561" cy="3802055"/>
            <a:chOff x="663575" y="1280633"/>
            <a:chExt cx="1366561" cy="1491918"/>
          </a:xfrm>
        </p:grpSpPr>
        <p:sp>
          <p:nvSpPr>
            <p:cNvPr id="6" name="Rectangle: Rounded Corners 5">
              <a:extLst>
                <a:ext uri="{FF2B5EF4-FFF2-40B4-BE49-F238E27FC236}">
                  <a16:creationId xmlns:a16="http://schemas.microsoft.com/office/drawing/2014/main" id="{60598F1E-3946-4F9E-801F-16D522631106}"/>
                </a:ext>
              </a:extLst>
            </p:cNvPr>
            <p:cNvSpPr/>
            <p:nvPr/>
          </p:nvSpPr>
          <p:spPr bwMode="auto">
            <a:xfrm>
              <a:off x="663575" y="1280633"/>
              <a:ext cx="1366561" cy="1491918"/>
            </a:xfrm>
            <a:prstGeom prst="roundRect">
              <a:avLst/>
            </a:prstGeom>
            <a:solidFill>
              <a:srgbClr val="C00000"/>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cs typeface="Calibri" panose="020F0502020204030204" pitchFamily="34" charset="0"/>
              </a:endParaRPr>
            </a:p>
          </p:txBody>
        </p:sp>
        <p:sp>
          <p:nvSpPr>
            <p:cNvPr id="5" name="TextBox 4">
              <a:extLst>
                <a:ext uri="{FF2B5EF4-FFF2-40B4-BE49-F238E27FC236}">
                  <a16:creationId xmlns:a16="http://schemas.microsoft.com/office/drawing/2014/main" id="{FD05614F-BB2A-4281-A0B8-C5347C7376D0}"/>
                </a:ext>
              </a:extLst>
            </p:cNvPr>
            <p:cNvSpPr txBox="1"/>
            <p:nvPr/>
          </p:nvSpPr>
          <p:spPr>
            <a:xfrm>
              <a:off x="663575" y="1876722"/>
              <a:ext cx="1366560" cy="173067"/>
            </a:xfrm>
            <a:prstGeom prst="rect">
              <a:avLst/>
            </a:prstGeom>
            <a:noFill/>
            <a:ln>
              <a:noFill/>
            </a:ln>
          </p:spPr>
          <p:txBody>
            <a:bodyPr wrap="square" rtlCol="0">
              <a:spAutoFit/>
            </a:bodyPr>
            <a:lstStyle/>
            <a:p>
              <a:pPr algn="ctr">
                <a:spcAft>
                  <a:spcPts val="0"/>
                </a:spcAft>
              </a:pPr>
              <a:r>
                <a:rPr lang="zh-CN" altLang="en-US" b="1" i="0" dirty="0">
                  <a:solidFill>
                    <a:schemeClr val="bg1"/>
                  </a:solidFill>
                  <a:ea typeface="KaiTi" panose="02010609060101010101" pitchFamily="49" charset="-122"/>
                  <a:cs typeface="Calibri" panose="020F0502020204030204" pitchFamily="34" charset="0"/>
                </a:rPr>
                <a:t>對於潛在投訴函的處理</a:t>
              </a:r>
              <a:endParaRPr lang="en-US" b="1" i="0" dirty="0">
                <a:solidFill>
                  <a:schemeClr val="bg1"/>
                </a:solidFill>
                <a:ea typeface="KaiTi" panose="02010609060101010101" pitchFamily="49" charset="-122"/>
                <a:cs typeface="Calibri" panose="020F0502020204030204" pitchFamily="34" charset="0"/>
              </a:endParaRPr>
            </a:p>
          </p:txBody>
        </p:sp>
      </p:grpSp>
      <p:cxnSp>
        <p:nvCxnSpPr>
          <p:cNvPr id="10" name="Straight Connector 9">
            <a:extLst>
              <a:ext uri="{FF2B5EF4-FFF2-40B4-BE49-F238E27FC236}">
                <a16:creationId xmlns:a16="http://schemas.microsoft.com/office/drawing/2014/main" id="{EA414185-A681-4C64-B6A0-5BDFC26F1DC5}"/>
              </a:ext>
            </a:extLst>
          </p:cNvPr>
          <p:cNvCxnSpPr/>
          <p:nvPr/>
        </p:nvCxnSpPr>
        <p:spPr bwMode="auto">
          <a:xfrm>
            <a:off x="2120899" y="2128429"/>
            <a:ext cx="6309360" cy="0"/>
          </a:xfrm>
          <a:prstGeom prst="line">
            <a:avLst/>
          </a:prstGeom>
          <a:noFill/>
          <a:ln w="12700" cap="flat" cmpd="sng" algn="ctr">
            <a:solidFill>
              <a:schemeClr val="bg1">
                <a:lumMod val="85000"/>
              </a:schemeClr>
            </a:solidFill>
            <a:prstDash val="solid"/>
            <a:round/>
            <a:headEnd type="none" w="med" len="med"/>
            <a:tailEnd type="none" w="med" len="med"/>
          </a:ln>
          <a:effectLst/>
        </p:spPr>
      </p:cxnSp>
      <p:sp>
        <p:nvSpPr>
          <p:cNvPr id="8" name="Rectangle: Rounded Corners 7">
            <a:extLst>
              <a:ext uri="{FF2B5EF4-FFF2-40B4-BE49-F238E27FC236}">
                <a16:creationId xmlns:a16="http://schemas.microsoft.com/office/drawing/2014/main" id="{7CD4168F-B220-A593-9022-2A11BB1B1F36}"/>
              </a:ext>
            </a:extLst>
          </p:cNvPr>
          <p:cNvSpPr/>
          <p:nvPr/>
        </p:nvSpPr>
        <p:spPr bwMode="auto">
          <a:xfrm>
            <a:off x="663575" y="1081007"/>
            <a:ext cx="1366561" cy="904248"/>
          </a:xfrm>
          <a:prstGeom prst="roundRect">
            <a:avLst/>
          </a:prstGeom>
          <a:solidFill>
            <a:srgbClr val="C00000"/>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spcAft>
                <a:spcPts val="0"/>
              </a:spcAft>
            </a:pPr>
            <a:r>
              <a:rPr lang="zh-TW" altLang="en-US" b="1" i="0" dirty="0">
                <a:solidFill>
                  <a:schemeClr val="bg1"/>
                </a:solidFill>
                <a:ea typeface="KaiTi" panose="02010609060101010101" pitchFamily="49" charset="-122"/>
                <a:cs typeface="Calibri" panose="020F0502020204030204" pitchFamily="34" charset="0"/>
              </a:rPr>
              <a:t>現有的貸款契約及財務獨立</a:t>
            </a:r>
            <a:endParaRPr lang="en-US" altLang="zh-TW" b="1" i="0" dirty="0">
              <a:solidFill>
                <a:schemeClr val="bg1"/>
              </a:solidFill>
              <a:ea typeface="KaiTi" panose="02010609060101010101" pitchFamily="49" charset="-122"/>
              <a:cs typeface="Calibri" panose="020F0502020204030204" pitchFamily="34" charset="0"/>
            </a:endParaRPr>
          </a:p>
        </p:txBody>
      </p:sp>
      <p:sp>
        <p:nvSpPr>
          <p:cNvPr id="9" name="TextBox 8">
            <a:extLst>
              <a:ext uri="{FF2B5EF4-FFF2-40B4-BE49-F238E27FC236}">
                <a16:creationId xmlns:a16="http://schemas.microsoft.com/office/drawing/2014/main" id="{505F02E7-E947-AA19-7BB4-86B98BDE7B1A}"/>
              </a:ext>
            </a:extLst>
          </p:cNvPr>
          <p:cNvSpPr txBox="1"/>
          <p:nvPr/>
        </p:nvSpPr>
        <p:spPr>
          <a:xfrm>
            <a:off x="2238375" y="1087951"/>
            <a:ext cx="6261227" cy="973664"/>
          </a:xfrm>
          <a:prstGeom prst="rect">
            <a:avLst/>
          </a:prstGeom>
          <a:noFill/>
        </p:spPr>
        <p:txBody>
          <a:bodyPr wrap="square" rtlCol="0">
            <a:spAutoFit/>
          </a:bodyPr>
          <a:lstStyle/>
          <a:p>
            <a:pPr marL="342900" indent="-342900">
              <a:lnSpc>
                <a:spcPct val="107000"/>
              </a:lnSpc>
              <a:spcBef>
                <a:spcPts val="0"/>
              </a:spcBef>
              <a:spcAft>
                <a:spcPts val="800"/>
              </a:spcAft>
              <a:buFont typeface="Wingdings" panose="05000000000000000000" pitchFamily="2" charset="2"/>
              <a:buChar char=""/>
              <a:tabLst>
                <a:tab pos="457200" algn="l"/>
              </a:tabLst>
            </a:pPr>
            <a:r>
              <a:rPr lang="zh-TW" altLang="en-US" i="0" dirty="0">
                <a:ea typeface="KaiTi" panose="02010609060101010101" pitchFamily="49" charset="-122"/>
                <a:cs typeface="Calibri" panose="020F0502020204030204" pitchFamily="34" charset="0"/>
              </a:rPr>
              <a:t>公司律師需要就現有的貸款契約進行審查，界定所有存在股東擔保的貸款</a:t>
            </a:r>
            <a:r>
              <a:rPr lang="en-US" altLang="zh-TW" i="0" dirty="0">
                <a:ea typeface="KaiTi" panose="02010609060101010101" pitchFamily="49" charset="-122"/>
                <a:cs typeface="Calibri" panose="020F0502020204030204" pitchFamily="34" charset="0"/>
              </a:rPr>
              <a:t>/</a:t>
            </a:r>
            <a:r>
              <a:rPr lang="zh-TW" altLang="en-US" i="0" dirty="0">
                <a:ea typeface="KaiTi" panose="02010609060101010101" pitchFamily="49" charset="-122"/>
                <a:cs typeface="Calibri" panose="020F0502020204030204" pitchFamily="34" charset="0"/>
              </a:rPr>
              <a:t>預付</a:t>
            </a:r>
            <a:r>
              <a:rPr lang="zh-CN" altLang="en-US" i="0" dirty="0">
                <a:ea typeface="KaiTi" panose="02010609060101010101" pitchFamily="49" charset="-122"/>
                <a:cs typeface="Calibri" panose="020F0502020204030204" pitchFamily="34" charset="0"/>
              </a:rPr>
              <a:t>，</a:t>
            </a:r>
            <a:r>
              <a:rPr lang="zh-TW" altLang="en-US" i="0" dirty="0">
                <a:ea typeface="KaiTi" panose="02010609060101010101" pitchFamily="49" charset="-122"/>
                <a:cs typeface="Calibri" panose="020F0502020204030204" pitchFamily="34" charset="0"/>
              </a:rPr>
              <a:t>並界定任何可能會影響重組和上市的契約；公司需要在招股書中披露重大契約，或者做出聲明，以標明沒有對上市構成影響的重大契約</a:t>
            </a:r>
          </a:p>
          <a:p>
            <a:pPr marL="342900" indent="-342900">
              <a:lnSpc>
                <a:spcPct val="107000"/>
              </a:lnSpc>
              <a:spcBef>
                <a:spcPts val="0"/>
              </a:spcBef>
              <a:spcAft>
                <a:spcPts val="800"/>
              </a:spcAft>
              <a:buFont typeface="Wingdings" panose="05000000000000000000" pitchFamily="2" charset="2"/>
              <a:buChar char=""/>
              <a:tabLst>
                <a:tab pos="457200" algn="l"/>
              </a:tabLst>
            </a:pPr>
            <a:r>
              <a:rPr lang="zh-TW" altLang="en-US" i="0" dirty="0">
                <a:ea typeface="KaiTi" panose="02010609060101010101" pitchFamily="49" charset="-122"/>
                <a:cs typeface="Calibri" panose="020F0502020204030204" pitchFamily="34" charset="0"/>
              </a:rPr>
              <a:t>從當前的貸款人獲得許可，以開展重組和首次公開招股行動（如有需要）</a:t>
            </a:r>
          </a:p>
        </p:txBody>
      </p:sp>
    </p:spTree>
    <p:extLst>
      <p:ext uri="{BB962C8B-B14F-4D97-AF65-F5344CB8AC3E}">
        <p14:creationId xmlns:p14="http://schemas.microsoft.com/office/powerpoint/2010/main" val="4209523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9" name="Rectangle 2"/>
          <p:cNvSpPr>
            <a:spLocks noGrp="1" noChangeArrowheads="1"/>
          </p:cNvSpPr>
          <p:nvPr>
            <p:ph type="title"/>
          </p:nvPr>
        </p:nvSpPr>
        <p:spPr>
          <a:xfrm>
            <a:off x="663575" y="489692"/>
            <a:ext cx="7845552" cy="469159"/>
          </a:xfrm>
        </p:spPr>
        <p:txBody>
          <a:bodyPr/>
          <a:lstStyle/>
          <a:p>
            <a:r>
              <a:rPr lang="en-US" altLang="zh-TW" dirty="0">
                <a:latin typeface="Calibri" panose="020F0502020204030204" pitchFamily="34" charset="0"/>
                <a:ea typeface="KaiTi" panose="02010609060101010101" pitchFamily="49" charset="-122"/>
                <a:cs typeface="Calibri" panose="020F0502020204030204" pitchFamily="34" charset="0"/>
              </a:rPr>
              <a:t>5</a:t>
            </a:r>
            <a:r>
              <a:rPr lang="en-US" altLang="zh-TW" sz="2400" b="1" i="0" dirty="0">
                <a:latin typeface="Calibri" panose="020F0502020204030204" pitchFamily="34" charset="0"/>
                <a:ea typeface="KaiTi" panose="02010609060101010101" pitchFamily="49" charset="-122"/>
                <a:cs typeface="Calibri" panose="020F0502020204030204" pitchFamily="34" charset="0"/>
              </a:rPr>
              <a:t>.2 </a:t>
            </a:r>
            <a:r>
              <a:rPr lang="zh-TW" altLang="en-US" sz="2400" b="1" i="0" dirty="0">
                <a:latin typeface="KaiTi" panose="02010609060101010101" pitchFamily="49" charset="-122"/>
                <a:ea typeface="KaiTi" panose="02010609060101010101" pitchFamily="49" charset="-122"/>
              </a:rPr>
              <a:t>下一步</a:t>
            </a:r>
            <a:r>
              <a:rPr lang="zh-TW" altLang="en-US" dirty="0">
                <a:latin typeface="KaiTi" panose="02010609060101010101" pitchFamily="49" charset="-122"/>
                <a:ea typeface="KaiTi" panose="02010609060101010101" pitchFamily="49" charset="-122"/>
              </a:rPr>
              <a:t>計劃</a:t>
            </a:r>
            <a:endParaRPr lang="zh-CN" altLang="en-US" dirty="0">
              <a:latin typeface="KaiTi" panose="02010609060101010101" pitchFamily="49" charset="-122"/>
              <a:ea typeface="KaiTi" panose="02010609060101010101" pitchFamily="49" charset="-122"/>
              <a:cs typeface="Calibri" panose="020F0502020204030204" pitchFamily="34" charset="0"/>
            </a:endParaRPr>
          </a:p>
        </p:txBody>
      </p:sp>
      <p:sp>
        <p:nvSpPr>
          <p:cNvPr id="3" name="Slide Number Placeholder 2">
            <a:extLst>
              <a:ext uri="{FF2B5EF4-FFF2-40B4-BE49-F238E27FC236}">
                <a16:creationId xmlns:a16="http://schemas.microsoft.com/office/drawing/2014/main" id="{D2D69C45-4B89-4E7E-9F68-147BA17A180D}"/>
              </a:ext>
            </a:extLst>
          </p:cNvPr>
          <p:cNvSpPr>
            <a:spLocks noGrp="1"/>
          </p:cNvSpPr>
          <p:nvPr>
            <p:ph type="sldNum" sz="quarter" idx="10"/>
          </p:nvPr>
        </p:nvSpPr>
        <p:spPr/>
        <p:txBody>
          <a:bodyPr/>
          <a:lstStyle/>
          <a:p>
            <a:pPr>
              <a:defRPr/>
            </a:pPr>
            <a:fld id="{17AE90FD-2A67-4F1C-8A5E-6FE36A4F61F0}" type="slidenum">
              <a:rPr lang="en-US" altLang="en-US" smtClean="0">
                <a:latin typeface="Calibri" panose="020F0502020204030204" pitchFamily="34" charset="0"/>
                <a:cs typeface="Calibri" panose="020F0502020204030204" pitchFamily="34" charset="0"/>
              </a:rPr>
              <a:pPr>
                <a:defRPr/>
              </a:pPr>
              <a:t>27</a:t>
            </a:fld>
            <a:endParaRPr lang="en-US" altLang="en-US">
              <a:latin typeface="Calibri" panose="020F0502020204030204" pitchFamily="34" charset="0"/>
              <a:cs typeface="Calibri" panose="020F0502020204030204" pitchFamily="34" charset="0"/>
            </a:endParaRPr>
          </a:p>
        </p:txBody>
      </p:sp>
      <p:grpSp>
        <p:nvGrpSpPr>
          <p:cNvPr id="13" name="Group 12">
            <a:extLst>
              <a:ext uri="{FF2B5EF4-FFF2-40B4-BE49-F238E27FC236}">
                <a16:creationId xmlns:a16="http://schemas.microsoft.com/office/drawing/2014/main" id="{C4A58A92-F73E-4674-AB35-ED6EE021E07A}"/>
              </a:ext>
            </a:extLst>
          </p:cNvPr>
          <p:cNvGrpSpPr/>
          <p:nvPr/>
        </p:nvGrpSpPr>
        <p:grpSpPr>
          <a:xfrm>
            <a:off x="663574" y="990881"/>
            <a:ext cx="7996331" cy="843268"/>
            <a:chOff x="663575" y="1091549"/>
            <a:chExt cx="7845552" cy="843268"/>
          </a:xfrm>
        </p:grpSpPr>
        <p:sp>
          <p:nvSpPr>
            <p:cNvPr id="2" name="TextBox 1">
              <a:extLst>
                <a:ext uri="{FF2B5EF4-FFF2-40B4-BE49-F238E27FC236}">
                  <a16:creationId xmlns:a16="http://schemas.microsoft.com/office/drawing/2014/main" id="{015854C7-6576-43D9-A882-C7A701D1ABC0}"/>
                </a:ext>
              </a:extLst>
            </p:cNvPr>
            <p:cNvSpPr txBox="1"/>
            <p:nvPr/>
          </p:nvSpPr>
          <p:spPr>
            <a:xfrm>
              <a:off x="663575" y="1103820"/>
              <a:ext cx="7845552" cy="830997"/>
            </a:xfrm>
            <a:prstGeom prst="rect">
              <a:avLst/>
            </a:prstGeom>
            <a:noFill/>
          </p:spPr>
          <p:txBody>
            <a:bodyPr wrap="square" rtlCol="0">
              <a:spAutoFit/>
            </a:bodyPr>
            <a:lstStyle/>
            <a:p>
              <a:pPr>
                <a:spcAft>
                  <a:spcPts val="0"/>
                </a:spcAft>
              </a:pPr>
              <a:r>
                <a:rPr lang="en-US" altLang="zh-TW" b="1" i="0" dirty="0">
                  <a:ea typeface="KaiTi" panose="02010609060101010101" pitchFamily="49" charset="-122"/>
                  <a:cs typeface="Calibri" panose="020F0502020204030204" pitchFamily="34" charset="0"/>
                </a:rPr>
                <a:t>       </a:t>
              </a:r>
              <a:r>
                <a:rPr lang="zh-TW" altLang="en-US" b="1" i="0" dirty="0">
                  <a:ea typeface="KaiTi" panose="02010609060101010101" pitchFamily="49" charset="-122"/>
                  <a:cs typeface="Calibri" panose="020F0502020204030204" pitchFamily="34" charset="0"/>
                </a:rPr>
                <a:t>整體協調和管理</a:t>
              </a:r>
              <a:endParaRPr lang="en-US" altLang="zh-TW" b="1" i="0" dirty="0">
                <a:ea typeface="KaiTi" panose="02010609060101010101" pitchFamily="49" charset="-122"/>
                <a:cs typeface="Calibri" panose="020F0502020204030204" pitchFamily="34" charset="0"/>
              </a:endParaRPr>
            </a:p>
            <a:p>
              <a:pPr marL="628602" lvl="1" indent="-171450">
                <a:spcAft>
                  <a:spcPts val="0"/>
                </a:spcAft>
                <a:buFont typeface="Wingdings" panose="05000000000000000000" pitchFamily="2" charset="2"/>
                <a:buChar char="§"/>
              </a:pPr>
              <a:r>
                <a:rPr lang="zh-TW" altLang="en-US" i="0" dirty="0">
                  <a:ea typeface="KaiTi" panose="02010609060101010101" pitchFamily="49" charset="-122"/>
                  <a:cs typeface="Calibri" panose="020F0502020204030204" pitchFamily="34" charset="0"/>
                </a:rPr>
                <a:t>公司建立內部</a:t>
              </a:r>
              <a:r>
                <a:rPr lang="en-US" altLang="zh-TW" i="0" dirty="0">
                  <a:ea typeface="KaiTi" panose="02010609060101010101" pitchFamily="49" charset="-122"/>
                  <a:cs typeface="Calibri" panose="020F0502020204030204" pitchFamily="34" charset="0"/>
                </a:rPr>
                <a:t>IPO</a:t>
              </a:r>
              <a:r>
                <a:rPr lang="zh-TW" altLang="en-US" i="0" dirty="0">
                  <a:ea typeface="KaiTi" panose="02010609060101010101" pitchFamily="49" charset="-122"/>
                  <a:cs typeface="Calibri" panose="020F0502020204030204" pitchFamily="34" charset="0"/>
                </a:rPr>
                <a:t>工作團隊</a:t>
              </a:r>
            </a:p>
            <a:p>
              <a:pPr marL="628602" lvl="1" indent="-171450">
                <a:spcAft>
                  <a:spcPts val="0"/>
                </a:spcAft>
                <a:buFont typeface="Wingdings" panose="05000000000000000000" pitchFamily="2" charset="2"/>
                <a:buChar char="§"/>
              </a:pPr>
              <a:r>
                <a:rPr lang="zh-TW" altLang="en-US" i="0" dirty="0">
                  <a:ea typeface="KaiTi" panose="02010609060101010101" pitchFamily="49" charset="-122"/>
                  <a:cs typeface="Calibri" panose="020F0502020204030204" pitchFamily="34" charset="0"/>
                </a:rPr>
                <a:t>公司</a:t>
              </a:r>
              <a:r>
                <a:rPr lang="zh-CN" altLang="en-US" i="0" dirty="0">
                  <a:ea typeface="KaiTi" panose="02010609060101010101" pitchFamily="49" charset="-122"/>
                  <a:cs typeface="Calibri" panose="020F0502020204030204" pitchFamily="34" charset="0"/>
                </a:rPr>
                <a:t>完成</a:t>
              </a:r>
              <a:r>
                <a:rPr lang="zh-TW" altLang="en-US" i="0" dirty="0">
                  <a:ea typeface="KaiTi" panose="02010609060101010101" pitchFamily="49" charset="-122"/>
                  <a:cs typeface="Calibri" panose="020F0502020204030204" pitchFamily="34" charset="0"/>
                </a:rPr>
                <a:t>聘請其他中介機構（律師、</a:t>
              </a:r>
              <a:r>
                <a:rPr lang="zh-CN" altLang="en-US" i="0" dirty="0">
                  <a:ea typeface="KaiTi" panose="02010609060101010101" pitchFamily="49" charset="-122"/>
                  <a:cs typeface="Calibri" panose="020F0502020204030204" pitchFamily="34" charset="0"/>
                </a:rPr>
                <a:t>審計師、</a:t>
              </a:r>
              <a:r>
                <a:rPr lang="zh-TW" altLang="en-US" i="0" dirty="0">
                  <a:ea typeface="KaiTi" panose="02010609060101010101" pitchFamily="49" charset="-122"/>
                  <a:cs typeface="Calibri" panose="020F0502020204030204" pitchFamily="34" charset="0"/>
                </a:rPr>
                <a:t>內控顧問、行業顧問、印刷商、背景調查</a:t>
              </a:r>
              <a:r>
                <a:rPr lang="zh-CN" altLang="en-US" i="0" dirty="0">
                  <a:ea typeface="KaiTi" panose="02010609060101010101" pitchFamily="49" charset="-122"/>
                  <a:cs typeface="Calibri" panose="020F0502020204030204" pitchFamily="34" charset="0"/>
                </a:rPr>
                <a:t>中介、</a:t>
              </a:r>
              <a:r>
                <a:rPr lang="zh-TW" altLang="en-US" i="0" dirty="0">
                  <a:ea typeface="KaiTi" panose="02010609060101010101" pitchFamily="49" charset="-122"/>
                  <a:cs typeface="Calibri" panose="020F0502020204030204" pitchFamily="34" charset="0"/>
                </a:rPr>
                <a:t>公司秘書等）</a:t>
              </a:r>
              <a:endParaRPr lang="en-US" altLang="zh-TW" i="0" dirty="0">
                <a:ea typeface="KaiTi" panose="02010609060101010101" pitchFamily="49" charset="-122"/>
                <a:cs typeface="Calibri" panose="020F0502020204030204" pitchFamily="34" charset="0"/>
              </a:endParaRPr>
            </a:p>
            <a:p>
              <a:pPr marL="628602" lvl="1" indent="-171450">
                <a:spcAft>
                  <a:spcPts val="0"/>
                </a:spcAft>
                <a:buFont typeface="Wingdings" panose="05000000000000000000" pitchFamily="2" charset="2"/>
                <a:buChar char="§"/>
              </a:pPr>
              <a:r>
                <a:rPr lang="zh-TW" altLang="en-US" i="0" dirty="0">
                  <a:ea typeface="KaiTi" panose="02010609060101010101" pitchFamily="49" charset="-122"/>
                  <a:cs typeface="Calibri" panose="020F0502020204030204" pitchFamily="34" charset="0"/>
                </a:rPr>
                <a:t>公司律師傳閱宣傳指引</a:t>
              </a:r>
              <a:r>
                <a:rPr lang="en-US" altLang="zh-TW" i="0" dirty="0">
                  <a:latin typeface="KaiTi" panose="02010609060101010101" pitchFamily="49" charset="-122"/>
                  <a:ea typeface="KaiTi" panose="02010609060101010101" pitchFamily="49" charset="-122"/>
                </a:rPr>
                <a:t>/</a:t>
              </a:r>
              <a:r>
                <a:rPr lang="zh-TW" altLang="en-US" i="0" dirty="0">
                  <a:ea typeface="KaiTi" panose="02010609060101010101" pitchFamily="49" charset="-122"/>
                  <a:cs typeface="Calibri" panose="020F0502020204030204" pitchFamily="34" charset="0"/>
                </a:rPr>
                <a:t>備忘錄</a:t>
              </a:r>
              <a:endParaRPr lang="en-US" altLang="zh-TW" i="0" dirty="0">
                <a:ea typeface="KaiTi" panose="02010609060101010101" pitchFamily="49" charset="-122"/>
                <a:cs typeface="Calibri" panose="020F0502020204030204" pitchFamily="34" charset="0"/>
              </a:endParaRPr>
            </a:p>
          </p:txBody>
        </p:sp>
        <p:grpSp>
          <p:nvGrpSpPr>
            <p:cNvPr id="6" name="Group 5">
              <a:extLst>
                <a:ext uri="{FF2B5EF4-FFF2-40B4-BE49-F238E27FC236}">
                  <a16:creationId xmlns:a16="http://schemas.microsoft.com/office/drawing/2014/main" id="{9CA987FB-6A61-43DD-B704-89DD17743319}"/>
                </a:ext>
              </a:extLst>
            </p:cNvPr>
            <p:cNvGrpSpPr/>
            <p:nvPr/>
          </p:nvGrpSpPr>
          <p:grpSpPr>
            <a:xfrm>
              <a:off x="663575" y="1091549"/>
              <a:ext cx="293615" cy="276999"/>
              <a:chOff x="5117284" y="285415"/>
              <a:chExt cx="293615" cy="276999"/>
            </a:xfrm>
          </p:grpSpPr>
          <p:sp>
            <p:nvSpPr>
              <p:cNvPr id="4" name="Oval 3">
                <a:extLst>
                  <a:ext uri="{FF2B5EF4-FFF2-40B4-BE49-F238E27FC236}">
                    <a16:creationId xmlns:a16="http://schemas.microsoft.com/office/drawing/2014/main" id="{1EB0E48E-5F4F-4B65-86AF-4EE9824C4269}"/>
                  </a:ext>
                </a:extLst>
              </p:cNvPr>
              <p:cNvSpPr/>
              <p:nvPr/>
            </p:nvSpPr>
            <p:spPr bwMode="auto">
              <a:xfrm>
                <a:off x="5134062" y="313095"/>
                <a:ext cx="226503" cy="221640"/>
              </a:xfrm>
              <a:prstGeom prst="ellipse">
                <a:avLst/>
              </a:prstGeom>
              <a:solidFill>
                <a:srgbClr val="C00000"/>
              </a:solidFill>
              <a:ln w="12700" cap="flat" cmpd="sng" algn="ctr">
                <a:solidFill>
                  <a:srgbClr val="C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Calibri" pitchFamily="34" charset="0"/>
                  <a:ea typeface="DFKaiShu-GB5" pitchFamily="65" charset="-128"/>
                </a:endParaRPr>
              </a:p>
            </p:txBody>
          </p:sp>
          <p:sp>
            <p:nvSpPr>
              <p:cNvPr id="5" name="TextBox 4">
                <a:extLst>
                  <a:ext uri="{FF2B5EF4-FFF2-40B4-BE49-F238E27FC236}">
                    <a16:creationId xmlns:a16="http://schemas.microsoft.com/office/drawing/2014/main" id="{179F57B0-6D17-471E-8363-BDD1BD997A4E}"/>
                  </a:ext>
                </a:extLst>
              </p:cNvPr>
              <p:cNvSpPr txBox="1"/>
              <p:nvPr/>
            </p:nvSpPr>
            <p:spPr>
              <a:xfrm>
                <a:off x="5117284" y="285415"/>
                <a:ext cx="293615" cy="276999"/>
              </a:xfrm>
              <a:prstGeom prst="rect">
                <a:avLst/>
              </a:prstGeom>
              <a:noFill/>
            </p:spPr>
            <p:txBody>
              <a:bodyPr wrap="square" rtlCol="0">
                <a:spAutoFit/>
              </a:bodyPr>
              <a:lstStyle/>
              <a:p>
                <a:r>
                  <a:rPr lang="en-US" i="0">
                    <a:solidFill>
                      <a:schemeClr val="bg1"/>
                    </a:solidFill>
                  </a:rPr>
                  <a:t>1</a:t>
                </a:r>
              </a:p>
            </p:txBody>
          </p:sp>
        </p:grpSp>
      </p:grpSp>
      <p:grpSp>
        <p:nvGrpSpPr>
          <p:cNvPr id="7" name="Group 6">
            <a:extLst>
              <a:ext uri="{FF2B5EF4-FFF2-40B4-BE49-F238E27FC236}">
                <a16:creationId xmlns:a16="http://schemas.microsoft.com/office/drawing/2014/main" id="{A5F52D7F-F602-43FC-BF35-BA38E2FC25DB}"/>
              </a:ext>
            </a:extLst>
          </p:cNvPr>
          <p:cNvGrpSpPr/>
          <p:nvPr/>
        </p:nvGrpSpPr>
        <p:grpSpPr>
          <a:xfrm>
            <a:off x="663575" y="1920855"/>
            <a:ext cx="7845552" cy="2123658"/>
            <a:chOff x="663575" y="3774447"/>
            <a:chExt cx="7845552" cy="2123658"/>
          </a:xfrm>
        </p:grpSpPr>
        <p:sp>
          <p:nvSpPr>
            <p:cNvPr id="12" name="TextBox 11">
              <a:extLst>
                <a:ext uri="{FF2B5EF4-FFF2-40B4-BE49-F238E27FC236}">
                  <a16:creationId xmlns:a16="http://schemas.microsoft.com/office/drawing/2014/main" id="{40813443-937C-4D8B-9849-07EBBA86EA67}"/>
                </a:ext>
              </a:extLst>
            </p:cNvPr>
            <p:cNvSpPr txBox="1"/>
            <p:nvPr/>
          </p:nvSpPr>
          <p:spPr>
            <a:xfrm>
              <a:off x="663575" y="3774447"/>
              <a:ext cx="7845552" cy="2123658"/>
            </a:xfrm>
            <a:prstGeom prst="rect">
              <a:avLst/>
            </a:prstGeom>
            <a:noFill/>
          </p:spPr>
          <p:txBody>
            <a:bodyPr wrap="square" rtlCol="0">
              <a:spAutoFit/>
            </a:bodyPr>
            <a:lstStyle/>
            <a:p>
              <a:pPr>
                <a:spcAft>
                  <a:spcPts val="0"/>
                </a:spcAft>
              </a:pPr>
              <a:r>
                <a:rPr lang="zh-TW" altLang="en-US" b="1" i="0" dirty="0">
                  <a:ea typeface="KaiTi" panose="02010609060101010101" pitchFamily="49" charset="-122"/>
                  <a:cs typeface="Calibri" panose="020F0502020204030204" pitchFamily="34" charset="0"/>
                </a:rPr>
                <a:t>      盡職調查</a:t>
              </a:r>
              <a:endParaRPr lang="en-US" altLang="zh-TW" b="1" i="0" dirty="0">
                <a:ea typeface="KaiTi" panose="02010609060101010101" pitchFamily="49" charset="-122"/>
                <a:cs typeface="Calibri" panose="020F0502020204030204" pitchFamily="34" charset="0"/>
              </a:endParaRPr>
            </a:p>
            <a:p>
              <a:pPr marL="628602" lvl="1" indent="-171450">
                <a:spcAft>
                  <a:spcPts val="0"/>
                </a:spcAft>
                <a:buFont typeface="Wingdings" panose="05000000000000000000" pitchFamily="2" charset="2"/>
                <a:buChar char="§"/>
              </a:pPr>
              <a:r>
                <a:rPr lang="zh-TW" altLang="en-US" i="0" dirty="0">
                  <a:ea typeface="KaiTi" panose="02010609060101010101" pitchFamily="49" charset="-122"/>
                  <a:cs typeface="Calibri" panose="020F0502020204030204" pitchFamily="34" charset="0"/>
                </a:rPr>
                <a:t>設立網上資料室並開始安排</a:t>
              </a:r>
              <a:r>
                <a:rPr lang="zh-CN" altLang="en-US" i="0" dirty="0">
                  <a:ea typeface="KaiTi" panose="02010609060101010101" pitchFamily="49" charset="-122"/>
                  <a:cs typeface="Calibri" panose="020F0502020204030204" pitchFamily="34" charset="0"/>
                </a:rPr>
                <a:t>管理層訪談、</a:t>
              </a:r>
              <a:r>
                <a:rPr lang="zh-TW" altLang="en-US" i="0" dirty="0">
                  <a:ea typeface="KaiTi" panose="02010609060101010101" pitchFamily="49" charset="-122"/>
                  <a:cs typeface="Calibri" panose="020F0502020204030204" pitchFamily="34" charset="0"/>
                </a:rPr>
                <a:t>第三方盡職調查以及任何其他相關的盡職調查程序</a:t>
              </a:r>
            </a:p>
            <a:p>
              <a:pPr marL="628602" lvl="1" indent="-171450">
                <a:spcAft>
                  <a:spcPts val="0"/>
                </a:spcAft>
                <a:buFont typeface="Wingdings" panose="05000000000000000000" pitchFamily="2" charset="2"/>
                <a:buChar char="§"/>
              </a:pPr>
              <a:r>
                <a:rPr lang="zh-TW" altLang="en-US" i="0" dirty="0">
                  <a:ea typeface="KaiTi" panose="02010609060101010101" pitchFamily="49" charset="-122"/>
                  <a:cs typeface="Calibri" panose="020F0502020204030204" pitchFamily="34" charset="0"/>
                </a:rPr>
                <a:t>保薦人律師開始準備法律盡職調查文件清單及第三方盡職調查問題清單</a:t>
              </a:r>
            </a:p>
            <a:p>
              <a:pPr marL="628602" lvl="1" indent="-171450">
                <a:spcAft>
                  <a:spcPts val="0"/>
                </a:spcAft>
                <a:buFont typeface="Wingdings" panose="05000000000000000000" pitchFamily="2" charset="2"/>
                <a:buChar char="§"/>
              </a:pPr>
              <a:r>
                <a:rPr lang="zh-TW" altLang="en-US" i="0" dirty="0">
                  <a:ea typeface="KaiTi" panose="02010609060101010101" pitchFamily="49" charset="-122"/>
                  <a:cs typeface="Calibri" panose="020F0502020204030204" pitchFamily="34" charset="0"/>
                </a:rPr>
                <a:t>公司律師開始準備關連方交易清單、管理層及擁有權連續性備忘錄</a:t>
              </a:r>
            </a:p>
            <a:p>
              <a:pPr marL="628602" lvl="1" indent="-171450">
                <a:spcAft>
                  <a:spcPts val="0"/>
                </a:spcAft>
                <a:buFont typeface="Wingdings" panose="05000000000000000000" pitchFamily="2" charset="2"/>
                <a:buChar char="§"/>
              </a:pPr>
              <a:r>
                <a:rPr lang="zh-TW" altLang="en-US" i="0" dirty="0">
                  <a:ea typeface="KaiTi" panose="02010609060101010101" pitchFamily="49" charset="-122"/>
                  <a:cs typeface="Calibri" panose="020F0502020204030204" pitchFamily="34" charset="0"/>
                </a:rPr>
                <a:t>開始</a:t>
              </a:r>
              <a:r>
                <a:rPr lang="zh-CN" altLang="en-US" i="0" dirty="0">
                  <a:ea typeface="KaiTi" panose="02010609060101010101" pitchFamily="49" charset="-122"/>
                  <a:cs typeface="Calibri" panose="020F0502020204030204" pitchFamily="34" charset="0"/>
                </a:rPr>
                <a:t>董事及高管盡職調查、</a:t>
              </a:r>
              <a:r>
                <a:rPr lang="zh-TW" altLang="en-US" i="0" dirty="0">
                  <a:ea typeface="KaiTi" panose="02010609060101010101" pitchFamily="49" charset="-122"/>
                  <a:cs typeface="Calibri" panose="020F0502020204030204" pitchFamily="34" charset="0"/>
                </a:rPr>
                <a:t>控股股東和董事同業競爭盡職調查</a:t>
              </a:r>
            </a:p>
            <a:p>
              <a:pPr marL="628602" lvl="1" indent="-171450">
                <a:spcAft>
                  <a:spcPts val="0"/>
                </a:spcAft>
                <a:buFont typeface="Wingdings" panose="05000000000000000000" pitchFamily="2" charset="2"/>
                <a:buChar char="§"/>
              </a:pPr>
              <a:r>
                <a:rPr lang="zh-TW" altLang="en-US" i="0" dirty="0">
                  <a:ea typeface="KaiTi" panose="02010609060101010101" pitchFamily="49" charset="-122"/>
                  <a:cs typeface="Calibri" panose="020F0502020204030204" pitchFamily="34" charset="0"/>
                </a:rPr>
                <a:t>管理層訪談</a:t>
              </a:r>
            </a:p>
            <a:p>
              <a:pPr marL="628602" lvl="1" indent="-171450">
                <a:spcAft>
                  <a:spcPts val="0"/>
                </a:spcAft>
                <a:buFont typeface="Wingdings" panose="05000000000000000000" pitchFamily="2" charset="2"/>
                <a:buChar char="§"/>
              </a:pPr>
              <a:r>
                <a:rPr lang="zh-TW" altLang="en-US" i="0" dirty="0">
                  <a:ea typeface="KaiTi" panose="02010609060101010101" pitchFamily="49" charset="-122"/>
                  <a:cs typeface="Calibri" panose="020F0502020204030204" pitchFamily="34" charset="0"/>
                </a:rPr>
                <a:t>背景調查（董事、主要股東、主要客戶、主要資金提供者等）</a:t>
              </a:r>
              <a:endParaRPr lang="en-US" altLang="zh-TW" i="0" dirty="0">
                <a:ea typeface="KaiTi" panose="02010609060101010101" pitchFamily="49" charset="-122"/>
                <a:cs typeface="Calibri" panose="020F0502020204030204" pitchFamily="34" charset="0"/>
              </a:endParaRPr>
            </a:p>
            <a:p>
              <a:pPr marL="628602" lvl="1" indent="-171450">
                <a:spcAft>
                  <a:spcPts val="0"/>
                </a:spcAft>
                <a:buFont typeface="Wingdings" panose="05000000000000000000" pitchFamily="2" charset="2"/>
                <a:buChar char="§"/>
              </a:pPr>
              <a:r>
                <a:rPr lang="zh-TW" altLang="en-US" i="0" dirty="0">
                  <a:ea typeface="KaiTi" panose="02010609060101010101" pitchFamily="49" charset="-122"/>
                  <a:cs typeface="Calibri" panose="020F0502020204030204" pitchFamily="34" charset="0"/>
                </a:rPr>
                <a:t>財務盡職調查</a:t>
              </a:r>
              <a:endParaRPr lang="en-US" altLang="zh-TW" i="0" dirty="0">
                <a:ea typeface="KaiTi" panose="02010609060101010101" pitchFamily="49" charset="-122"/>
                <a:cs typeface="Calibri" panose="020F0502020204030204" pitchFamily="34" charset="0"/>
              </a:endParaRPr>
            </a:p>
            <a:p>
              <a:pPr marL="1085753" lvl="2" indent="-171450">
                <a:spcAft>
                  <a:spcPts val="0"/>
                </a:spcAft>
                <a:buFont typeface="Wingdings" panose="05000000000000000000" pitchFamily="2" charset="2"/>
                <a:buChar char="Ø"/>
              </a:pPr>
              <a:r>
                <a:rPr lang="zh-TW" altLang="en-US" i="0" dirty="0">
                  <a:ea typeface="KaiTi" panose="02010609060101010101" pitchFamily="49" charset="-122"/>
                  <a:cs typeface="Calibri" panose="020F0502020204030204" pitchFamily="34" charset="0"/>
                </a:rPr>
                <a:t>審查財務信息並從管理層獲取關於重大趨勢的解釋</a:t>
              </a:r>
              <a:endParaRPr lang="en-US" altLang="zh-TW" i="0" dirty="0">
                <a:ea typeface="KaiTi" panose="02010609060101010101" pitchFamily="49" charset="-122"/>
                <a:cs typeface="Calibri" panose="020F0502020204030204" pitchFamily="34" charset="0"/>
              </a:endParaRPr>
            </a:p>
            <a:p>
              <a:pPr marL="1085753" lvl="2" indent="-171450">
                <a:spcAft>
                  <a:spcPts val="0"/>
                </a:spcAft>
                <a:buFont typeface="Wingdings" panose="05000000000000000000" pitchFamily="2" charset="2"/>
                <a:buChar char="Ø"/>
              </a:pPr>
              <a:r>
                <a:rPr lang="zh-TW" altLang="en-US" i="0" dirty="0">
                  <a:ea typeface="KaiTi" panose="02010609060101010101" pitchFamily="49" charset="-122"/>
                  <a:cs typeface="Calibri" panose="020F0502020204030204" pitchFamily="34" charset="0"/>
                </a:rPr>
                <a:t>為財務模型、管理層討論和分析材料起草和盡職調查</a:t>
              </a:r>
              <a:endParaRPr lang="en-US" altLang="zh-TW" i="0" dirty="0">
                <a:ea typeface="KaiTi" panose="02010609060101010101" pitchFamily="49" charset="-122"/>
                <a:cs typeface="Calibri" panose="020F0502020204030204" pitchFamily="34" charset="0"/>
              </a:endParaRPr>
            </a:p>
            <a:p>
              <a:pPr marL="1085753" lvl="2" indent="-171450">
                <a:spcAft>
                  <a:spcPts val="0"/>
                </a:spcAft>
                <a:buFont typeface="Wingdings" panose="05000000000000000000" pitchFamily="2" charset="2"/>
                <a:buChar char="Ø"/>
              </a:pPr>
              <a:r>
                <a:rPr lang="zh-TW" altLang="en-US" i="0" dirty="0">
                  <a:ea typeface="KaiTi" panose="02010609060101010101" pitchFamily="49" charset="-122"/>
                  <a:cs typeface="Calibri" panose="020F0502020204030204" pitchFamily="34" charset="0"/>
                </a:rPr>
                <a:t>審計和審閱財務數據</a:t>
              </a:r>
              <a:endParaRPr lang="en-US" altLang="zh-TW" i="0" dirty="0">
                <a:ea typeface="KaiTi" panose="02010609060101010101" pitchFamily="49" charset="-122"/>
                <a:cs typeface="Calibri" panose="020F0502020204030204" pitchFamily="34" charset="0"/>
              </a:endParaRPr>
            </a:p>
          </p:txBody>
        </p:sp>
        <p:grpSp>
          <p:nvGrpSpPr>
            <p:cNvPr id="9" name="Group 8">
              <a:extLst>
                <a:ext uri="{FF2B5EF4-FFF2-40B4-BE49-F238E27FC236}">
                  <a16:creationId xmlns:a16="http://schemas.microsoft.com/office/drawing/2014/main" id="{6DA64235-022A-4325-9BF5-2FA6D761AD03}"/>
                </a:ext>
              </a:extLst>
            </p:cNvPr>
            <p:cNvGrpSpPr/>
            <p:nvPr/>
          </p:nvGrpSpPr>
          <p:grpSpPr>
            <a:xfrm>
              <a:off x="664420" y="3774447"/>
              <a:ext cx="293615" cy="276999"/>
              <a:chOff x="5117284" y="285415"/>
              <a:chExt cx="293615" cy="276999"/>
            </a:xfrm>
          </p:grpSpPr>
          <p:sp>
            <p:nvSpPr>
              <p:cNvPr id="10" name="Oval 9">
                <a:extLst>
                  <a:ext uri="{FF2B5EF4-FFF2-40B4-BE49-F238E27FC236}">
                    <a16:creationId xmlns:a16="http://schemas.microsoft.com/office/drawing/2014/main" id="{695AED56-5701-4117-8079-76E2F4D61BB6}"/>
                  </a:ext>
                </a:extLst>
              </p:cNvPr>
              <p:cNvSpPr/>
              <p:nvPr/>
            </p:nvSpPr>
            <p:spPr bwMode="auto">
              <a:xfrm>
                <a:off x="5134062" y="313095"/>
                <a:ext cx="226503" cy="221640"/>
              </a:xfrm>
              <a:prstGeom prst="ellipse">
                <a:avLst/>
              </a:prstGeom>
              <a:solidFill>
                <a:srgbClr val="C00000"/>
              </a:solidFill>
              <a:ln w="12700" cap="flat" cmpd="sng" algn="ctr">
                <a:solidFill>
                  <a:srgbClr val="C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Calibri" pitchFamily="34" charset="0"/>
                  <a:ea typeface="DFKaiShu-GB5" pitchFamily="65" charset="-128"/>
                </a:endParaRPr>
              </a:p>
            </p:txBody>
          </p:sp>
          <p:sp>
            <p:nvSpPr>
              <p:cNvPr id="11" name="TextBox 10">
                <a:extLst>
                  <a:ext uri="{FF2B5EF4-FFF2-40B4-BE49-F238E27FC236}">
                    <a16:creationId xmlns:a16="http://schemas.microsoft.com/office/drawing/2014/main" id="{B1F665F9-A613-49F2-A9AA-D854949CED69}"/>
                  </a:ext>
                </a:extLst>
              </p:cNvPr>
              <p:cNvSpPr txBox="1"/>
              <p:nvPr/>
            </p:nvSpPr>
            <p:spPr>
              <a:xfrm>
                <a:off x="5117284" y="285415"/>
                <a:ext cx="293615" cy="276999"/>
              </a:xfrm>
              <a:prstGeom prst="rect">
                <a:avLst/>
              </a:prstGeom>
              <a:noFill/>
            </p:spPr>
            <p:txBody>
              <a:bodyPr wrap="square" rtlCol="0">
                <a:spAutoFit/>
              </a:bodyPr>
              <a:lstStyle/>
              <a:p>
                <a:r>
                  <a:rPr lang="en-US" i="0">
                    <a:solidFill>
                      <a:schemeClr val="bg1"/>
                    </a:solidFill>
                  </a:rPr>
                  <a:t>2</a:t>
                </a:r>
              </a:p>
            </p:txBody>
          </p:sp>
        </p:grpSp>
      </p:grpSp>
      <p:grpSp>
        <p:nvGrpSpPr>
          <p:cNvPr id="24" name="Group 23">
            <a:extLst>
              <a:ext uri="{FF2B5EF4-FFF2-40B4-BE49-F238E27FC236}">
                <a16:creationId xmlns:a16="http://schemas.microsoft.com/office/drawing/2014/main" id="{6A0E01D4-2470-4729-8876-06CCD5A2ADF4}"/>
              </a:ext>
            </a:extLst>
          </p:cNvPr>
          <p:cNvGrpSpPr/>
          <p:nvPr/>
        </p:nvGrpSpPr>
        <p:grpSpPr>
          <a:xfrm>
            <a:off x="663575" y="4033571"/>
            <a:ext cx="7862330" cy="663036"/>
            <a:chOff x="663575" y="4598945"/>
            <a:chExt cx="7862330" cy="663036"/>
          </a:xfrm>
        </p:grpSpPr>
        <p:sp>
          <p:nvSpPr>
            <p:cNvPr id="14" name="TextBox 13">
              <a:extLst>
                <a:ext uri="{FF2B5EF4-FFF2-40B4-BE49-F238E27FC236}">
                  <a16:creationId xmlns:a16="http://schemas.microsoft.com/office/drawing/2014/main" id="{6CC39F6A-33F1-4254-BA63-A045DC43AD8D}"/>
                </a:ext>
              </a:extLst>
            </p:cNvPr>
            <p:cNvSpPr txBox="1"/>
            <p:nvPr/>
          </p:nvSpPr>
          <p:spPr>
            <a:xfrm>
              <a:off x="680353" y="4615650"/>
              <a:ext cx="7845552" cy="646331"/>
            </a:xfrm>
            <a:prstGeom prst="rect">
              <a:avLst/>
            </a:prstGeom>
            <a:noFill/>
          </p:spPr>
          <p:txBody>
            <a:bodyPr wrap="square" rtlCol="0">
              <a:spAutoFit/>
            </a:bodyPr>
            <a:lstStyle/>
            <a:p>
              <a:pPr>
                <a:spcAft>
                  <a:spcPts val="0"/>
                </a:spcAft>
              </a:pPr>
              <a:r>
                <a:rPr lang="en-US" altLang="zh-TW" b="1" i="0" dirty="0">
                  <a:ea typeface="KaiTi" panose="02010609060101010101" pitchFamily="49" charset="-122"/>
                  <a:cs typeface="Calibri" panose="020F0502020204030204" pitchFamily="34" charset="0"/>
                </a:rPr>
                <a:t>      </a:t>
              </a:r>
              <a:r>
                <a:rPr lang="zh-TW" altLang="en-US" b="1" i="0" dirty="0">
                  <a:ea typeface="KaiTi" panose="02010609060101010101" pitchFamily="49" charset="-122"/>
                  <a:cs typeface="Calibri" panose="020F0502020204030204" pitchFamily="34" charset="0"/>
                </a:rPr>
                <a:t>財務審計</a:t>
              </a:r>
              <a:endParaRPr lang="zh-TW" altLang="en-US" i="0" dirty="0">
                <a:ea typeface="KaiTi" panose="02010609060101010101" pitchFamily="49" charset="-122"/>
                <a:cs typeface="Calibri" panose="020F0502020204030204" pitchFamily="34" charset="0"/>
              </a:endParaRPr>
            </a:p>
            <a:p>
              <a:pPr marL="628602" lvl="1" indent="-171450">
                <a:spcAft>
                  <a:spcPts val="0"/>
                </a:spcAft>
                <a:buFont typeface="Wingdings" panose="05000000000000000000" pitchFamily="2" charset="2"/>
                <a:buChar char="§"/>
              </a:pPr>
              <a:r>
                <a:rPr lang="zh-TW" altLang="en-US" i="0" dirty="0">
                  <a:ea typeface="KaiTi" panose="02010609060101010101" pitchFamily="49" charset="-122"/>
                  <a:cs typeface="Calibri" panose="020F0502020204030204" pitchFamily="34" charset="0"/>
                </a:rPr>
                <a:t>審計師開始準備</a:t>
              </a:r>
              <a:r>
                <a:rPr lang="en-US" altLang="zh-TW" i="0" dirty="0">
                  <a:ea typeface="KaiTi" panose="02010609060101010101" pitchFamily="49" charset="-122"/>
                  <a:cs typeface="Calibri" panose="020F0502020204030204" pitchFamily="34" charset="0"/>
                </a:rPr>
                <a:t>2022/23</a:t>
              </a:r>
              <a:r>
                <a:rPr lang="zh-CN" altLang="en-US" i="0" dirty="0">
                  <a:ea typeface="KaiTi" panose="02010609060101010101" pitchFamily="49" charset="-122"/>
                  <a:cs typeface="Calibri" panose="020F0502020204030204" pitchFamily="34" charset="0"/>
                </a:rPr>
                <a:t>、</a:t>
              </a:r>
              <a:r>
                <a:rPr lang="en-US" altLang="zh-CN" i="0" dirty="0">
                  <a:ea typeface="KaiTi" panose="02010609060101010101" pitchFamily="49" charset="-122"/>
                  <a:cs typeface="Calibri" panose="020F0502020204030204" pitchFamily="34" charset="0"/>
                </a:rPr>
                <a:t>2023/24</a:t>
              </a:r>
              <a:r>
                <a:rPr lang="zh-CN" altLang="en-US" i="0" dirty="0">
                  <a:ea typeface="KaiTi" panose="02010609060101010101" pitchFamily="49" charset="-122"/>
                  <a:cs typeface="Calibri" panose="020F0502020204030204" pitchFamily="34" charset="0"/>
                </a:rPr>
                <a:t>、及</a:t>
              </a:r>
              <a:r>
                <a:rPr lang="en-US" altLang="zh-CN" i="0" dirty="0">
                  <a:ea typeface="KaiTi" panose="02010609060101010101" pitchFamily="49" charset="-122"/>
                  <a:cs typeface="Calibri" panose="020F0502020204030204" pitchFamily="34" charset="0"/>
                </a:rPr>
                <a:t>2024/25</a:t>
              </a:r>
              <a:r>
                <a:rPr lang="zh-CN" altLang="en-US" i="0" dirty="0">
                  <a:ea typeface="KaiTi" panose="02010609060101010101" pitchFamily="49" charset="-122"/>
                  <a:cs typeface="Calibri" panose="020F0502020204030204" pitchFamily="34" charset="0"/>
                </a:rPr>
                <a:t>完整財政</a:t>
              </a:r>
              <a:r>
                <a:rPr lang="zh-TW" altLang="en-US" i="0" dirty="0">
                  <a:ea typeface="KaiTi" panose="02010609060101010101" pitchFamily="49" charset="-122"/>
                  <a:cs typeface="Calibri" panose="020F0502020204030204" pitchFamily="34" charset="0"/>
                </a:rPr>
                <a:t>年度的財務審計工作</a:t>
              </a:r>
            </a:p>
            <a:p>
              <a:pPr marL="628602" lvl="1" indent="-171450">
                <a:spcAft>
                  <a:spcPts val="0"/>
                </a:spcAft>
                <a:buFont typeface="Wingdings" panose="05000000000000000000" pitchFamily="2" charset="2"/>
                <a:buChar char="§"/>
              </a:pPr>
              <a:r>
                <a:rPr lang="zh-TW" altLang="en-US" i="0" dirty="0">
                  <a:ea typeface="KaiTi" panose="02010609060101010101" pitchFamily="49" charset="-122"/>
                  <a:cs typeface="Calibri" panose="020F0502020204030204" pitchFamily="34" charset="0"/>
                </a:rPr>
                <a:t>審計師適時準備</a:t>
              </a:r>
              <a:r>
                <a:rPr lang="en-US" altLang="zh-TW" i="0" dirty="0">
                  <a:ea typeface="KaiTi" panose="02010609060101010101" pitchFamily="49" charset="-122"/>
                  <a:cs typeface="Calibri" panose="020F0502020204030204" pitchFamily="34" charset="0"/>
                </a:rPr>
                <a:t>2025/26</a:t>
              </a:r>
              <a:r>
                <a:rPr lang="zh-CN" altLang="en-US" i="0" dirty="0">
                  <a:ea typeface="KaiTi" panose="02010609060101010101" pitchFamily="49" charset="-122"/>
                  <a:cs typeface="Calibri" panose="020F0502020204030204" pitchFamily="34" charset="0"/>
                </a:rPr>
                <a:t>財政</a:t>
              </a:r>
              <a:r>
                <a:rPr lang="zh-TW" altLang="en-US" i="0" dirty="0">
                  <a:ea typeface="KaiTi" panose="02010609060101010101" pitchFamily="49" charset="-122"/>
                  <a:cs typeface="Calibri" panose="020F0502020204030204" pitchFamily="34" charset="0"/>
                </a:rPr>
                <a:t>年</a:t>
              </a:r>
              <a:r>
                <a:rPr lang="zh-CN" altLang="en-US" i="0" dirty="0">
                  <a:ea typeface="KaiTi" panose="02010609060101010101" pitchFamily="49" charset="-122"/>
                  <a:cs typeface="Calibri" panose="020F0502020204030204" pitchFamily="34" charset="0"/>
                </a:rPr>
                <a:t>度首</a:t>
              </a:r>
              <a:r>
                <a:rPr lang="en-US" altLang="zh-CN" i="0" dirty="0">
                  <a:ea typeface="KaiTi" panose="02010609060101010101" pitchFamily="49" charset="-122"/>
                  <a:cs typeface="Calibri" panose="020F0502020204030204" pitchFamily="34" charset="0"/>
                </a:rPr>
                <a:t>3</a:t>
              </a:r>
              <a:r>
                <a:rPr lang="zh-CN" altLang="en-US" i="0" dirty="0">
                  <a:ea typeface="KaiTi" panose="02010609060101010101" pitchFamily="49" charset="-122"/>
                  <a:cs typeface="Calibri" panose="020F0502020204030204" pitchFamily="34" charset="0"/>
                </a:rPr>
                <a:t>個月</a:t>
              </a:r>
              <a:r>
                <a:rPr lang="zh-TW" altLang="en-US" i="0" dirty="0">
                  <a:ea typeface="KaiTi" panose="02010609060101010101" pitchFamily="49" charset="-122"/>
                  <a:cs typeface="Calibri" panose="020F0502020204030204" pitchFamily="34" charset="0"/>
                </a:rPr>
                <a:t>的</a:t>
              </a:r>
              <a:r>
                <a:rPr lang="zh-CN" altLang="en-US" i="0" dirty="0">
                  <a:ea typeface="KaiTi" panose="02010609060101010101" pitchFamily="49" charset="-122"/>
                  <a:cs typeface="Calibri" panose="020F0502020204030204" pitchFamily="34" charset="0"/>
                </a:rPr>
                <a:t>財務審計</a:t>
              </a:r>
              <a:endParaRPr lang="zh-TW" altLang="en-US" i="0" dirty="0">
                <a:ea typeface="KaiTi" panose="02010609060101010101" pitchFamily="49" charset="-122"/>
                <a:cs typeface="Calibri" panose="020F0502020204030204" pitchFamily="34" charset="0"/>
              </a:endParaRPr>
            </a:p>
          </p:txBody>
        </p:sp>
        <p:grpSp>
          <p:nvGrpSpPr>
            <p:cNvPr id="17" name="Group 16">
              <a:extLst>
                <a:ext uri="{FF2B5EF4-FFF2-40B4-BE49-F238E27FC236}">
                  <a16:creationId xmlns:a16="http://schemas.microsoft.com/office/drawing/2014/main" id="{50BBCB9F-03BC-4DA5-8EE3-95CD92AF45E4}"/>
                </a:ext>
              </a:extLst>
            </p:cNvPr>
            <p:cNvGrpSpPr/>
            <p:nvPr/>
          </p:nvGrpSpPr>
          <p:grpSpPr>
            <a:xfrm>
              <a:off x="663575" y="4598945"/>
              <a:ext cx="293615" cy="276999"/>
              <a:chOff x="5117284" y="285415"/>
              <a:chExt cx="293615" cy="276999"/>
            </a:xfrm>
          </p:grpSpPr>
          <p:sp>
            <p:nvSpPr>
              <p:cNvPr id="18" name="Oval 17">
                <a:extLst>
                  <a:ext uri="{FF2B5EF4-FFF2-40B4-BE49-F238E27FC236}">
                    <a16:creationId xmlns:a16="http://schemas.microsoft.com/office/drawing/2014/main" id="{5B0A6799-85FD-4C38-BDD9-93F0A8816D0D}"/>
                  </a:ext>
                </a:extLst>
              </p:cNvPr>
              <p:cNvSpPr/>
              <p:nvPr/>
            </p:nvSpPr>
            <p:spPr bwMode="auto">
              <a:xfrm>
                <a:off x="5134062" y="313095"/>
                <a:ext cx="226503" cy="221640"/>
              </a:xfrm>
              <a:prstGeom prst="ellipse">
                <a:avLst/>
              </a:prstGeom>
              <a:solidFill>
                <a:srgbClr val="C00000"/>
              </a:solidFill>
              <a:ln w="12700" cap="flat" cmpd="sng" algn="ctr">
                <a:solidFill>
                  <a:srgbClr val="C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Calibri" pitchFamily="34" charset="0"/>
                  <a:ea typeface="DFKaiShu-GB5" pitchFamily="65" charset="-128"/>
                </a:endParaRPr>
              </a:p>
            </p:txBody>
          </p:sp>
          <p:sp>
            <p:nvSpPr>
              <p:cNvPr id="19" name="TextBox 18">
                <a:extLst>
                  <a:ext uri="{FF2B5EF4-FFF2-40B4-BE49-F238E27FC236}">
                    <a16:creationId xmlns:a16="http://schemas.microsoft.com/office/drawing/2014/main" id="{3DB1AB65-BD16-4D2C-B430-550CBA43B028}"/>
                  </a:ext>
                </a:extLst>
              </p:cNvPr>
              <p:cNvSpPr txBox="1"/>
              <p:nvPr/>
            </p:nvSpPr>
            <p:spPr>
              <a:xfrm>
                <a:off x="5117284" y="285415"/>
                <a:ext cx="293615" cy="276999"/>
              </a:xfrm>
              <a:prstGeom prst="rect">
                <a:avLst/>
              </a:prstGeom>
              <a:noFill/>
            </p:spPr>
            <p:txBody>
              <a:bodyPr wrap="square" rtlCol="0">
                <a:spAutoFit/>
              </a:bodyPr>
              <a:lstStyle/>
              <a:p>
                <a:r>
                  <a:rPr lang="en-US" i="0">
                    <a:solidFill>
                      <a:schemeClr val="bg1"/>
                    </a:solidFill>
                  </a:rPr>
                  <a:t>3</a:t>
                </a:r>
              </a:p>
            </p:txBody>
          </p:sp>
        </p:grpSp>
      </p:grpSp>
      <p:grpSp>
        <p:nvGrpSpPr>
          <p:cNvPr id="33" name="Group 32">
            <a:extLst>
              <a:ext uri="{FF2B5EF4-FFF2-40B4-BE49-F238E27FC236}">
                <a16:creationId xmlns:a16="http://schemas.microsoft.com/office/drawing/2014/main" id="{9EE31739-05A7-4DCF-8BD2-0635DB9D9B8C}"/>
              </a:ext>
            </a:extLst>
          </p:cNvPr>
          <p:cNvGrpSpPr/>
          <p:nvPr/>
        </p:nvGrpSpPr>
        <p:grpSpPr>
          <a:xfrm>
            <a:off x="664420" y="4821671"/>
            <a:ext cx="7853096" cy="461665"/>
            <a:chOff x="664420" y="5033372"/>
            <a:chExt cx="7853096" cy="461665"/>
          </a:xfrm>
        </p:grpSpPr>
        <p:sp>
          <p:nvSpPr>
            <p:cNvPr id="20" name="TextBox 19">
              <a:extLst>
                <a:ext uri="{FF2B5EF4-FFF2-40B4-BE49-F238E27FC236}">
                  <a16:creationId xmlns:a16="http://schemas.microsoft.com/office/drawing/2014/main" id="{6407C23A-ABFB-4CDB-B21A-C5DAA66D1209}"/>
                </a:ext>
              </a:extLst>
            </p:cNvPr>
            <p:cNvSpPr txBox="1"/>
            <p:nvPr/>
          </p:nvSpPr>
          <p:spPr>
            <a:xfrm>
              <a:off x="671964" y="5033372"/>
              <a:ext cx="7845552" cy="461665"/>
            </a:xfrm>
            <a:prstGeom prst="rect">
              <a:avLst/>
            </a:prstGeom>
            <a:noFill/>
          </p:spPr>
          <p:txBody>
            <a:bodyPr wrap="square" rtlCol="0">
              <a:spAutoFit/>
            </a:bodyPr>
            <a:lstStyle/>
            <a:p>
              <a:pPr>
                <a:spcAft>
                  <a:spcPts val="0"/>
                </a:spcAft>
              </a:pPr>
              <a:r>
                <a:rPr lang="zh-TW" altLang="en-US" b="1" i="0" dirty="0">
                  <a:latin typeface="KaiTi" panose="02010609060101010101" pitchFamily="49" charset="-122"/>
                  <a:ea typeface="KaiTi" panose="02010609060101010101" pitchFamily="49" charset="-122"/>
                </a:rPr>
                <a:t>   確</a:t>
              </a:r>
              <a:r>
                <a:rPr lang="zh-CN" altLang="en-US" b="1" i="0" dirty="0">
                  <a:latin typeface="KaiTi" panose="02010609060101010101" pitchFamily="49" charset="-122"/>
                  <a:ea typeface="KaiTi" panose="02010609060101010101" pitchFamily="49" charset="-122"/>
                </a:rPr>
                <a:t>定</a:t>
              </a:r>
              <a:r>
                <a:rPr lang="zh-TW" altLang="en-US" b="1" i="0" dirty="0">
                  <a:latin typeface="KaiTi" panose="02010609060101010101" pitchFamily="49" charset="-122"/>
                  <a:ea typeface="KaiTi" panose="02010609060101010101" pitchFamily="49" charset="-122"/>
                </a:rPr>
                <a:t>董事會架構</a:t>
              </a:r>
              <a:endParaRPr lang="en-US" altLang="zh-TW" b="1" i="0" dirty="0">
                <a:latin typeface="KaiTi" panose="02010609060101010101" pitchFamily="49" charset="-122"/>
                <a:ea typeface="KaiTi" panose="02010609060101010101" pitchFamily="49" charset="-122"/>
              </a:endParaRPr>
            </a:p>
            <a:p>
              <a:pPr marL="628602" lvl="1" indent="-171450">
                <a:spcAft>
                  <a:spcPts val="0"/>
                </a:spcAft>
                <a:buFont typeface="Wingdings" panose="05000000000000000000" pitchFamily="2" charset="2"/>
                <a:buChar char="§"/>
              </a:pPr>
              <a:r>
                <a:rPr lang="zh-TW" altLang="en-US" i="0" dirty="0">
                  <a:latin typeface="KaiTi" panose="02010609060101010101" pitchFamily="49" charset="-122"/>
                  <a:ea typeface="KaiTi" panose="02010609060101010101" pitchFamily="49" charset="-122"/>
                </a:rPr>
                <a:t>確定董事</a:t>
              </a:r>
              <a:r>
                <a:rPr lang="en-US" altLang="zh-TW" i="0" dirty="0">
                  <a:latin typeface="KaiTi" panose="02010609060101010101" pitchFamily="49" charset="-122"/>
                  <a:ea typeface="KaiTi" panose="02010609060101010101" pitchFamily="49" charset="-122"/>
                </a:rPr>
                <a:t>,</a:t>
              </a:r>
              <a:r>
                <a:rPr lang="zh-TW" altLang="en-US" i="0" dirty="0">
                  <a:latin typeface="KaiTi" panose="02010609060101010101" pitchFamily="49" charset="-122"/>
                  <a:ea typeface="KaiTi" panose="02010609060101010101" pitchFamily="49" charset="-122"/>
                </a:rPr>
                <a:t>高級管理人員及獨立非執行董事的人選</a:t>
              </a:r>
            </a:p>
          </p:txBody>
        </p:sp>
        <p:grpSp>
          <p:nvGrpSpPr>
            <p:cNvPr id="21" name="Group 20">
              <a:extLst>
                <a:ext uri="{FF2B5EF4-FFF2-40B4-BE49-F238E27FC236}">
                  <a16:creationId xmlns:a16="http://schemas.microsoft.com/office/drawing/2014/main" id="{EE4FC5F4-2443-4564-880B-487F072D39E5}"/>
                </a:ext>
              </a:extLst>
            </p:cNvPr>
            <p:cNvGrpSpPr/>
            <p:nvPr/>
          </p:nvGrpSpPr>
          <p:grpSpPr>
            <a:xfrm>
              <a:off x="664420" y="5067321"/>
              <a:ext cx="293615" cy="276999"/>
              <a:chOff x="5117284" y="285415"/>
              <a:chExt cx="293615" cy="276999"/>
            </a:xfrm>
          </p:grpSpPr>
          <p:sp>
            <p:nvSpPr>
              <p:cNvPr id="22" name="Oval 21">
                <a:extLst>
                  <a:ext uri="{FF2B5EF4-FFF2-40B4-BE49-F238E27FC236}">
                    <a16:creationId xmlns:a16="http://schemas.microsoft.com/office/drawing/2014/main" id="{990449C4-1840-4FFD-BD41-EC498FA21B72}"/>
                  </a:ext>
                </a:extLst>
              </p:cNvPr>
              <p:cNvSpPr/>
              <p:nvPr/>
            </p:nvSpPr>
            <p:spPr bwMode="auto">
              <a:xfrm>
                <a:off x="5134062" y="313095"/>
                <a:ext cx="226503" cy="221640"/>
              </a:xfrm>
              <a:prstGeom prst="ellipse">
                <a:avLst/>
              </a:prstGeom>
              <a:solidFill>
                <a:srgbClr val="C00000"/>
              </a:solidFill>
              <a:ln w="12700" cap="flat" cmpd="sng" algn="ctr">
                <a:solidFill>
                  <a:srgbClr val="C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Calibri" pitchFamily="34" charset="0"/>
                  <a:ea typeface="DFKaiShu-GB5" pitchFamily="65" charset="-128"/>
                </a:endParaRPr>
              </a:p>
            </p:txBody>
          </p:sp>
          <p:sp>
            <p:nvSpPr>
              <p:cNvPr id="23" name="TextBox 22">
                <a:extLst>
                  <a:ext uri="{FF2B5EF4-FFF2-40B4-BE49-F238E27FC236}">
                    <a16:creationId xmlns:a16="http://schemas.microsoft.com/office/drawing/2014/main" id="{0DFC8FD0-E05C-4DBD-8D05-75F6437BEDD6}"/>
                  </a:ext>
                </a:extLst>
              </p:cNvPr>
              <p:cNvSpPr txBox="1"/>
              <p:nvPr/>
            </p:nvSpPr>
            <p:spPr>
              <a:xfrm>
                <a:off x="5117284" y="285415"/>
                <a:ext cx="293615" cy="276999"/>
              </a:xfrm>
              <a:prstGeom prst="rect">
                <a:avLst/>
              </a:prstGeom>
              <a:noFill/>
            </p:spPr>
            <p:txBody>
              <a:bodyPr wrap="square" rtlCol="0">
                <a:spAutoFit/>
              </a:bodyPr>
              <a:lstStyle/>
              <a:p>
                <a:r>
                  <a:rPr lang="en-US" i="0">
                    <a:solidFill>
                      <a:schemeClr val="bg1"/>
                    </a:solidFill>
                  </a:rPr>
                  <a:t>4</a:t>
                </a:r>
              </a:p>
            </p:txBody>
          </p:sp>
        </p:grpSp>
      </p:grpSp>
      <p:grpSp>
        <p:nvGrpSpPr>
          <p:cNvPr id="32" name="Group 31">
            <a:extLst>
              <a:ext uri="{FF2B5EF4-FFF2-40B4-BE49-F238E27FC236}">
                <a16:creationId xmlns:a16="http://schemas.microsoft.com/office/drawing/2014/main" id="{57890379-A627-48BE-9C94-610956EBAB87}"/>
              </a:ext>
            </a:extLst>
          </p:cNvPr>
          <p:cNvGrpSpPr/>
          <p:nvPr/>
        </p:nvGrpSpPr>
        <p:grpSpPr>
          <a:xfrm>
            <a:off x="663575" y="5500859"/>
            <a:ext cx="7862330" cy="646331"/>
            <a:chOff x="663575" y="5464999"/>
            <a:chExt cx="7862330" cy="646331"/>
          </a:xfrm>
        </p:grpSpPr>
        <p:sp>
          <p:nvSpPr>
            <p:cNvPr id="27" name="TextBox 26">
              <a:extLst>
                <a:ext uri="{FF2B5EF4-FFF2-40B4-BE49-F238E27FC236}">
                  <a16:creationId xmlns:a16="http://schemas.microsoft.com/office/drawing/2014/main" id="{0852C720-D36E-40B1-88C9-4367950B96E1}"/>
                </a:ext>
              </a:extLst>
            </p:cNvPr>
            <p:cNvSpPr txBox="1"/>
            <p:nvPr/>
          </p:nvSpPr>
          <p:spPr>
            <a:xfrm>
              <a:off x="680353" y="5464999"/>
              <a:ext cx="7845552" cy="646331"/>
            </a:xfrm>
            <a:prstGeom prst="rect">
              <a:avLst/>
            </a:prstGeom>
            <a:noFill/>
          </p:spPr>
          <p:txBody>
            <a:bodyPr wrap="square" rtlCol="0">
              <a:spAutoFit/>
            </a:bodyPr>
            <a:lstStyle/>
            <a:p>
              <a:pPr>
                <a:spcAft>
                  <a:spcPts val="0"/>
                </a:spcAft>
              </a:pPr>
              <a:r>
                <a:rPr lang="zh-TW" altLang="en-US" b="1" i="0" dirty="0">
                  <a:latin typeface="KaiTi" panose="02010609060101010101" pitchFamily="49" charset="-122"/>
                  <a:ea typeface="KaiTi" panose="02010609060101010101" pitchFamily="49" charset="-122"/>
                </a:rPr>
                <a:t>   財務獨立性</a:t>
              </a:r>
              <a:endParaRPr lang="zh-TW" altLang="en-US" i="0" dirty="0">
                <a:latin typeface="KaiTi" panose="02010609060101010101" pitchFamily="49" charset="-122"/>
                <a:ea typeface="KaiTi" panose="02010609060101010101" pitchFamily="49" charset="-122"/>
              </a:endParaRPr>
            </a:p>
            <a:p>
              <a:pPr marL="628602" lvl="1" indent="-171450">
                <a:spcAft>
                  <a:spcPts val="0"/>
                </a:spcAft>
                <a:buFont typeface="Wingdings" panose="05000000000000000000" pitchFamily="2" charset="2"/>
                <a:buChar char="§"/>
              </a:pPr>
              <a:r>
                <a:rPr lang="zh-TW" altLang="en-US" i="0" dirty="0">
                  <a:latin typeface="KaiTi" panose="02010609060101010101" pitchFamily="49" charset="-122"/>
                  <a:ea typeface="KaiTi" panose="02010609060101010101" pitchFamily="49" charset="-122"/>
                </a:rPr>
                <a:t>公司提供所有與關連人士及第三方的貸款協議</a:t>
              </a:r>
            </a:p>
            <a:p>
              <a:pPr marL="628602" lvl="1" indent="-171450">
                <a:spcAft>
                  <a:spcPts val="0"/>
                </a:spcAft>
                <a:buFont typeface="Wingdings" panose="05000000000000000000" pitchFamily="2" charset="2"/>
                <a:buChar char="§"/>
              </a:pPr>
              <a:r>
                <a:rPr lang="zh-TW" altLang="en-US" i="0" dirty="0">
                  <a:latin typeface="KaiTi" panose="02010609060101010101" pitchFamily="49" charset="-122"/>
                  <a:ea typeface="KaiTi" panose="02010609060101010101" pitchFamily="49" charset="-122"/>
                </a:rPr>
                <a:t>界定所有存在股東擔保的貸款</a:t>
              </a:r>
              <a:r>
                <a:rPr lang="en-US" altLang="zh-TW" i="0" dirty="0">
                  <a:latin typeface="KaiTi" panose="02010609060101010101" pitchFamily="49" charset="-122"/>
                  <a:ea typeface="KaiTi" panose="02010609060101010101" pitchFamily="49" charset="-122"/>
                </a:rPr>
                <a:t>/</a:t>
              </a:r>
              <a:r>
                <a:rPr lang="zh-TW" altLang="en-US" i="0" dirty="0">
                  <a:latin typeface="KaiTi" panose="02010609060101010101" pitchFamily="49" charset="-122"/>
                  <a:ea typeface="KaiTi" panose="02010609060101010101" pitchFamily="49" charset="-122"/>
                </a:rPr>
                <a:t>預付</a:t>
              </a:r>
            </a:p>
          </p:txBody>
        </p:sp>
        <p:grpSp>
          <p:nvGrpSpPr>
            <p:cNvPr id="29" name="Group 28">
              <a:extLst>
                <a:ext uri="{FF2B5EF4-FFF2-40B4-BE49-F238E27FC236}">
                  <a16:creationId xmlns:a16="http://schemas.microsoft.com/office/drawing/2014/main" id="{E002433E-D096-4A8B-91AD-A25EFB0DD5AF}"/>
                </a:ext>
              </a:extLst>
            </p:cNvPr>
            <p:cNvGrpSpPr/>
            <p:nvPr/>
          </p:nvGrpSpPr>
          <p:grpSpPr>
            <a:xfrm>
              <a:off x="663575" y="5496575"/>
              <a:ext cx="293615" cy="276999"/>
              <a:chOff x="5117284" y="285415"/>
              <a:chExt cx="293615" cy="276999"/>
            </a:xfrm>
          </p:grpSpPr>
          <p:sp>
            <p:nvSpPr>
              <p:cNvPr id="30" name="Oval 29">
                <a:extLst>
                  <a:ext uri="{FF2B5EF4-FFF2-40B4-BE49-F238E27FC236}">
                    <a16:creationId xmlns:a16="http://schemas.microsoft.com/office/drawing/2014/main" id="{DE4669E8-613A-4784-BFE2-CFFE186495CE}"/>
                  </a:ext>
                </a:extLst>
              </p:cNvPr>
              <p:cNvSpPr/>
              <p:nvPr/>
            </p:nvSpPr>
            <p:spPr bwMode="auto">
              <a:xfrm>
                <a:off x="5134062" y="313095"/>
                <a:ext cx="226503" cy="221640"/>
              </a:xfrm>
              <a:prstGeom prst="ellipse">
                <a:avLst/>
              </a:prstGeom>
              <a:solidFill>
                <a:srgbClr val="C00000"/>
              </a:solidFill>
              <a:ln w="12700" cap="flat" cmpd="sng" algn="ctr">
                <a:solidFill>
                  <a:srgbClr val="C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Calibri" pitchFamily="34" charset="0"/>
                  <a:ea typeface="DFKaiShu-GB5" pitchFamily="65" charset="-128"/>
                </a:endParaRPr>
              </a:p>
            </p:txBody>
          </p:sp>
          <p:sp>
            <p:nvSpPr>
              <p:cNvPr id="31" name="TextBox 30">
                <a:extLst>
                  <a:ext uri="{FF2B5EF4-FFF2-40B4-BE49-F238E27FC236}">
                    <a16:creationId xmlns:a16="http://schemas.microsoft.com/office/drawing/2014/main" id="{85B73F71-ACCC-475F-86A2-3ECE2B868EB9}"/>
                  </a:ext>
                </a:extLst>
              </p:cNvPr>
              <p:cNvSpPr txBox="1"/>
              <p:nvPr/>
            </p:nvSpPr>
            <p:spPr>
              <a:xfrm>
                <a:off x="5117284" y="285415"/>
                <a:ext cx="293615" cy="276999"/>
              </a:xfrm>
              <a:prstGeom prst="rect">
                <a:avLst/>
              </a:prstGeom>
              <a:noFill/>
            </p:spPr>
            <p:txBody>
              <a:bodyPr wrap="square" rtlCol="0">
                <a:spAutoFit/>
              </a:bodyPr>
              <a:lstStyle/>
              <a:p>
                <a:r>
                  <a:rPr lang="en-US" i="0">
                    <a:solidFill>
                      <a:schemeClr val="bg1"/>
                    </a:solidFill>
                  </a:rPr>
                  <a:t>5</a:t>
                </a:r>
              </a:p>
            </p:txBody>
          </p:sp>
        </p:grpSp>
      </p:grpSp>
    </p:spTree>
    <p:extLst>
      <p:ext uri="{BB962C8B-B14F-4D97-AF65-F5344CB8AC3E}">
        <p14:creationId xmlns:p14="http://schemas.microsoft.com/office/powerpoint/2010/main" val="30971221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bwMode="gray">
          <a:xfrm>
            <a:off x="663575" y="489692"/>
            <a:ext cx="7845552" cy="469159"/>
          </a:xfrm>
        </p:spPr>
        <p:txBody>
          <a:bodyPr/>
          <a:lstStyle/>
          <a:p>
            <a:r>
              <a:rPr lang="zh-CN" altLang="zh-TW">
                <a:latin typeface="KaiTi" panose="02010609060101010101" pitchFamily="49" charset="-122"/>
                <a:ea typeface="KaiTi" panose="02010609060101010101" pitchFamily="49" charset="-122"/>
              </a:rPr>
              <a:t>重要提示</a:t>
            </a:r>
            <a:endParaRPr lang="en-US" altLang="zh-TW">
              <a:latin typeface="KaiTi" panose="02010609060101010101" pitchFamily="49" charset="-122"/>
              <a:ea typeface="KaiTi" panose="02010609060101010101" pitchFamily="49" charset="-122"/>
            </a:endParaRPr>
          </a:p>
        </p:txBody>
      </p:sp>
      <p:sp>
        <p:nvSpPr>
          <p:cNvPr id="6" name="Content Placeholder 5"/>
          <p:cNvSpPr>
            <a:spLocks noGrp="1"/>
          </p:cNvSpPr>
          <p:nvPr>
            <p:ph idx="4294967295"/>
          </p:nvPr>
        </p:nvSpPr>
        <p:spPr>
          <a:xfrm>
            <a:off x="663575" y="1041400"/>
            <a:ext cx="7843837" cy="4978400"/>
          </a:xfrm>
        </p:spPr>
        <p:txBody>
          <a:bodyPr/>
          <a:lstStyle/>
          <a:p>
            <a:pPr marL="0" indent="0">
              <a:buNone/>
            </a:pPr>
            <a:r>
              <a:rPr lang="zh-TW" altLang="en-US" sz="1200" dirty="0">
                <a:latin typeface="KaiTi" panose="02010609060101010101" pitchFamily="49" charset="-122"/>
                <a:ea typeface="KaiTi" panose="02010609060101010101" pitchFamily="49" charset="-122"/>
              </a:rPr>
              <a:t>本介紹文件</a:t>
            </a:r>
            <a:r>
              <a:rPr lang="en-US" altLang="zh-TW" sz="1200" dirty="0">
                <a:latin typeface="KaiTi" panose="02010609060101010101" pitchFamily="49" charset="-122"/>
                <a:ea typeface="KaiTi" panose="02010609060101010101" pitchFamily="49" charset="-122"/>
              </a:rPr>
              <a:t>(</a:t>
            </a:r>
            <a:r>
              <a:rPr lang="zh-TW" altLang="en-US" sz="1200" dirty="0">
                <a:latin typeface="KaiTi" panose="02010609060101010101" pitchFamily="49" charset="-122"/>
                <a:ea typeface="KaiTi" panose="02010609060101010101" pitchFamily="49" charset="-122"/>
              </a:rPr>
              <a:t>下稱「本介紹」</a:t>
            </a:r>
            <a:r>
              <a:rPr lang="en-US" altLang="zh-TW" sz="1200" dirty="0">
                <a:latin typeface="KaiTi" panose="02010609060101010101" pitchFamily="49" charset="-122"/>
                <a:ea typeface="KaiTi" panose="02010609060101010101" pitchFamily="49" charset="-122"/>
              </a:rPr>
              <a:t>)</a:t>
            </a:r>
            <a:r>
              <a:rPr lang="zh-TW" altLang="en-US" sz="1200" dirty="0">
                <a:latin typeface="KaiTi" panose="02010609060101010101" pitchFamily="49" charset="-122"/>
                <a:ea typeface="KaiTi" panose="02010609060101010101" pitchFamily="49" charset="-122"/>
              </a:rPr>
              <a:t>，是由星展銀行及其附屬公司</a:t>
            </a:r>
            <a:r>
              <a:rPr lang="en-US" altLang="zh-TW" sz="1200" dirty="0">
                <a:latin typeface="KaiTi" panose="02010609060101010101" pitchFamily="49" charset="-122"/>
                <a:ea typeface="KaiTi" panose="02010609060101010101" pitchFamily="49" charset="-122"/>
              </a:rPr>
              <a:t>(</a:t>
            </a:r>
            <a:r>
              <a:rPr lang="zh-TW" altLang="en-US" sz="1200" dirty="0">
                <a:latin typeface="KaiTi" panose="02010609060101010101" pitchFamily="49" charset="-122"/>
                <a:ea typeface="KaiTi" panose="02010609060101010101" pitchFamily="49" charset="-122"/>
              </a:rPr>
              <a:t>下稱「星展」或「我們」</a:t>
            </a:r>
            <a:r>
              <a:rPr lang="en-US" altLang="zh-TW" sz="1200" dirty="0">
                <a:latin typeface="KaiTi" panose="02010609060101010101" pitchFamily="49" charset="-122"/>
                <a:ea typeface="KaiTi" panose="02010609060101010101" pitchFamily="49" charset="-122"/>
              </a:rPr>
              <a:t>)</a:t>
            </a:r>
            <a:r>
              <a:rPr lang="zh-TW" altLang="en-US" sz="1200" dirty="0">
                <a:latin typeface="KaiTi" panose="02010609060101010101" pitchFamily="49" charset="-122"/>
                <a:ea typeface="KaiTi" panose="02010609060101010101" pitchFamily="49" charset="-122"/>
              </a:rPr>
              <a:t>編制，其中部分內容乃按公開來源獲得的信息來編寫。所附內容的有關來源為獨立第三者且由我們盡合理的力量去驗證其可靠性，但星展不能就其準確性提供任何保證</a:t>
            </a:r>
            <a:r>
              <a:rPr lang="zh-CN" altLang="en-US" sz="1200" dirty="0">
                <a:latin typeface="KaiTi" panose="02010609060101010101" pitchFamily="49" charset="-122"/>
                <a:ea typeface="KaiTi" panose="02010609060101010101" pitchFamily="49" charset="-122"/>
              </a:rPr>
              <a:t>。</a:t>
            </a:r>
            <a:r>
              <a:rPr lang="zh-TW" altLang="en-US" sz="1200" dirty="0">
                <a:latin typeface="KaiTi" panose="02010609060101010101" pitchFamily="49" charset="-122"/>
                <a:ea typeface="KaiTi" panose="02010609060101010101" pitchFamily="49" charset="-122"/>
              </a:rPr>
              <a:t>星展提供該介紹</a:t>
            </a:r>
            <a:r>
              <a:rPr lang="en-US" altLang="zh-TW" sz="1200" dirty="0">
                <a:latin typeface="KaiTi" panose="02010609060101010101" pitchFamily="49" charset="-122"/>
                <a:ea typeface="KaiTi" panose="02010609060101010101" pitchFamily="49" charset="-122"/>
              </a:rPr>
              <a:t>,</a:t>
            </a:r>
            <a:r>
              <a:rPr lang="zh-TW" altLang="en-US" sz="1200" dirty="0">
                <a:latin typeface="KaiTi" panose="02010609060101010101" pitchFamily="49" charset="-122"/>
                <a:ea typeface="KaiTi" panose="02010609060101010101" pitchFamily="49" charset="-122"/>
              </a:rPr>
              <a:t>誠懇地希望作為閣下的參考。然而</a:t>
            </a:r>
            <a:r>
              <a:rPr lang="en-US" altLang="zh-TW" sz="1200" dirty="0">
                <a:latin typeface="KaiTi" panose="02010609060101010101" pitchFamily="49" charset="-122"/>
                <a:ea typeface="KaiTi" panose="02010609060101010101" pitchFamily="49" charset="-122"/>
              </a:rPr>
              <a:t>,</a:t>
            </a:r>
            <a:r>
              <a:rPr lang="zh-TW" altLang="en-US" sz="1200" dirty="0">
                <a:latin typeface="KaiTi" panose="02010609060101010101" pitchFamily="49" charset="-122"/>
                <a:ea typeface="KaiTi" panose="02010609060101010101" pitchFamily="49" charset="-122"/>
              </a:rPr>
              <a:t>我們對本介紹的內容概不負責，對其準確性或完整性亦不發表任何聲明，並表明概不就因本介紹或任何部分內容所導致或因依賴該等內容而產生之任何損失承擔任何責任。本介紹僅作參考用途，並不構成收購、購買或認購證券的邀請或建議</a:t>
            </a:r>
            <a:r>
              <a:rPr lang="zh-CN" altLang="en-US" sz="1200" dirty="0">
                <a:latin typeface="KaiTi" panose="02010609060101010101" pitchFamily="49" charset="-122"/>
                <a:ea typeface="KaiTi" panose="02010609060101010101" pitchFamily="49" charset="-122"/>
              </a:rPr>
              <a:t>。</a:t>
            </a:r>
            <a:r>
              <a:rPr lang="zh-TW" altLang="en-US" sz="1200" dirty="0">
                <a:latin typeface="KaiTi" panose="02010609060101010101" pitchFamily="49" charset="-122"/>
                <a:ea typeface="KaiTi" panose="02010609060101010101" pitchFamily="49" charset="-122"/>
              </a:rPr>
              <a:t>請注意，星展不能也不會作為法律、稅務、會計或司法權管制事宜的顧問；因此，星展、或其董事、高級職員、僱員或代理</a:t>
            </a:r>
            <a:r>
              <a:rPr lang="en-US" altLang="zh-TW" sz="1200" dirty="0">
                <a:latin typeface="KaiTi" panose="02010609060101010101" pitchFamily="49" charset="-122"/>
                <a:ea typeface="KaiTi" panose="02010609060101010101" pitchFamily="49" charset="-122"/>
              </a:rPr>
              <a:t>(</a:t>
            </a:r>
            <a:r>
              <a:rPr lang="zh-TW" altLang="en-US" sz="1200" dirty="0">
                <a:latin typeface="KaiTi" panose="02010609060101010101" pitchFamily="49" charset="-122"/>
                <a:ea typeface="KaiTi" panose="02010609060101010101" pitchFamily="49" charset="-122"/>
              </a:rPr>
              <a:t>統稱「相關人士」</a:t>
            </a:r>
            <a:r>
              <a:rPr lang="en-US" altLang="zh-TW" sz="1200" dirty="0">
                <a:latin typeface="KaiTi" panose="02010609060101010101" pitchFamily="49" charset="-122"/>
                <a:ea typeface="KaiTi" panose="02010609060101010101" pitchFamily="49" charset="-122"/>
              </a:rPr>
              <a:t>)</a:t>
            </a:r>
            <a:r>
              <a:rPr lang="zh-TW" altLang="en-US" sz="1200" dirty="0">
                <a:latin typeface="KaiTi" panose="02010609060101010101" pitchFamily="49" charset="-122"/>
                <a:ea typeface="KaiTi" panose="02010609060101010101" pitchFamily="49" charset="-122"/>
              </a:rPr>
              <a:t>都不會為依賴本介紹所作出的行動或任何由我們或任何相關人士做出的有關行為、疏忽、建議或評論負責。在作出任何行動時，閣下應做出自身獨立的調查和慎重考慮由此所產生的風險、可能的利潤及損失。星展及相關人士亦不會對本介紹所提及的公司所作的任何事宜負責</a:t>
            </a:r>
            <a:r>
              <a:rPr lang="zh-CN" altLang="en-US" sz="1200" dirty="0">
                <a:latin typeface="KaiTi" panose="02010609060101010101" pitchFamily="49" charset="-122"/>
                <a:ea typeface="KaiTi" panose="02010609060101010101" pitchFamily="49" charset="-122"/>
              </a:rPr>
              <a:t>。</a:t>
            </a:r>
            <a:r>
              <a:rPr lang="zh-TW" altLang="en-US" sz="1200" dirty="0">
                <a:latin typeface="KaiTi" panose="02010609060101010101" pitchFamily="49" charset="-122"/>
                <a:ea typeface="KaiTi" panose="02010609060101010101" pitchFamily="49" charset="-122"/>
              </a:rPr>
              <a:t>沒有由星展或任何與本介紹有關的相關人士做出的行為、疏忽、建議或評論，可構成或被視為構成一個由星展或任何相關人士的保證、授權或行動。本介紹不可被視為合適的或相關的法律建議。本介紹並沒有由法律顧問審閱，但星展保留權利</a:t>
            </a:r>
            <a:r>
              <a:rPr lang="en-US" altLang="zh-TW" sz="1200" dirty="0">
                <a:latin typeface="KaiTi" panose="02010609060101010101" pitchFamily="49" charset="-122"/>
                <a:ea typeface="KaiTi" panose="02010609060101010101" pitchFamily="49" charset="-122"/>
              </a:rPr>
              <a:t>(</a:t>
            </a:r>
            <a:r>
              <a:rPr lang="zh-TW" altLang="en-US" sz="1200" dirty="0">
                <a:latin typeface="KaiTi" panose="02010609060101010101" pitchFamily="49" charset="-122"/>
                <a:ea typeface="KaiTi" panose="02010609060101010101" pitchFamily="49" charset="-122"/>
              </a:rPr>
              <a:t>但並非必須</a:t>
            </a:r>
            <a:r>
              <a:rPr lang="en-US" altLang="zh-TW" sz="1200" dirty="0">
                <a:latin typeface="KaiTi" panose="02010609060101010101" pitchFamily="49" charset="-122"/>
                <a:ea typeface="KaiTi" panose="02010609060101010101" pitchFamily="49" charset="-122"/>
              </a:rPr>
              <a:t>)</a:t>
            </a:r>
            <a:r>
              <a:rPr lang="zh-TW" altLang="en-US" sz="1200" dirty="0">
                <a:latin typeface="KaiTi" panose="02010609060101010101" pitchFamily="49" charset="-122"/>
                <a:ea typeface="KaiTi" panose="02010609060101010101" pitchFamily="49" charset="-122"/>
              </a:rPr>
              <a:t>在適當時候取得相關法律意見以確保有關內容的合法性。</a:t>
            </a:r>
            <a:endParaRPr lang="en-US" sz="1200" dirty="0">
              <a:latin typeface="KaiTi" panose="02010609060101010101" pitchFamily="49" charset="-122"/>
              <a:ea typeface="KaiTi" panose="02010609060101010101" pitchFamily="49" charset="-122"/>
            </a:endParaRPr>
          </a:p>
        </p:txBody>
      </p:sp>
      <p:sp>
        <p:nvSpPr>
          <p:cNvPr id="2" name="Slide Number Placeholder 1">
            <a:extLst>
              <a:ext uri="{FF2B5EF4-FFF2-40B4-BE49-F238E27FC236}">
                <a16:creationId xmlns:a16="http://schemas.microsoft.com/office/drawing/2014/main" id="{019ED8D2-2622-4445-B220-CC8252A8F643}"/>
              </a:ext>
            </a:extLst>
          </p:cNvPr>
          <p:cNvSpPr>
            <a:spLocks noGrp="1"/>
          </p:cNvSpPr>
          <p:nvPr>
            <p:ph type="sldNum" sz="quarter" idx="10"/>
          </p:nvPr>
        </p:nvSpPr>
        <p:spPr/>
        <p:txBody>
          <a:bodyPr/>
          <a:lstStyle/>
          <a:p>
            <a:pPr>
              <a:defRPr/>
            </a:pPr>
            <a:fld id="{17AE90FD-2A67-4F1C-8A5E-6FE36A4F61F0}" type="slidenum">
              <a:rPr lang="en-US" altLang="en-US" smtClean="0"/>
              <a:pPr>
                <a:defRPr/>
              </a:pPr>
              <a:t>28</a:t>
            </a:fld>
            <a:endParaRPr lang="en-US" altLang="en-US"/>
          </a:p>
        </p:txBody>
      </p:sp>
    </p:spTree>
    <p:extLst>
      <p:ext uri="{BB962C8B-B14F-4D97-AF65-F5344CB8AC3E}">
        <p14:creationId xmlns:p14="http://schemas.microsoft.com/office/powerpoint/2010/main" val="940888904"/>
      </p:ext>
    </p:extLst>
  </p:cSld>
  <p:clrMapOvr>
    <a:masterClrMapping/>
  </p:clrMapOvr>
  <p:transition/>
</p:sld>
</file>

<file path=ppt/theme/theme1.xml><?xml version="1.0" encoding="utf-8"?>
<a:theme xmlns:a="http://schemas.openxmlformats.org/drawingml/2006/main" name="DBS PPT template 0207">
  <a:themeElements>
    <a:clrScheme name="Custom 2">
      <a:dk1>
        <a:srgbClr val="000000"/>
      </a:dk1>
      <a:lt1>
        <a:srgbClr val="FFFFFF"/>
      </a:lt1>
      <a:dk2>
        <a:srgbClr val="000000"/>
      </a:dk2>
      <a:lt2>
        <a:srgbClr val="B2B2B2"/>
      </a:lt2>
      <a:accent1>
        <a:srgbClr val="BE050A"/>
      </a:accent1>
      <a:accent2>
        <a:srgbClr val="FAD0A9"/>
      </a:accent2>
      <a:accent3>
        <a:srgbClr val="FFFFFF"/>
      </a:accent3>
      <a:accent4>
        <a:srgbClr val="000000"/>
      </a:accent4>
      <a:accent5>
        <a:srgbClr val="E59B9D"/>
      </a:accent5>
      <a:accent6>
        <a:srgbClr val="FF0000"/>
      </a:accent6>
      <a:hlink>
        <a:srgbClr val="99CCFF"/>
      </a:hlink>
      <a:folHlink>
        <a:srgbClr val="00CC99"/>
      </a:folHlink>
    </a:clrScheme>
    <a:fontScheme name="Presentation">
      <a:majorFont>
        <a:latin typeface="Arial"/>
        <a:ea typeface="DFKaiShu-GB5"/>
        <a:cs typeface=""/>
      </a:majorFont>
      <a:minorFont>
        <a:latin typeface="Arial"/>
        <a:ea typeface="DFKaiShu-GB5"/>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Calibri" pitchFamily="34" charset="0"/>
            <a:ea typeface="DFKaiShu-GB5" pitchFamily="65" charset="-128"/>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Calibri" pitchFamily="34" charset="0"/>
            <a:ea typeface="DFKaiShu-GB5" pitchFamily="65" charset="-128"/>
          </a:defRPr>
        </a:defPPr>
      </a:lstStyle>
    </a:lnDef>
  </a:objectDefaults>
  <a:extraClrSchemeLst>
    <a:extraClrScheme>
      <a:clrScheme name="DBS PPT template 020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BS PPT template 020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BS PPT template 020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BS PPT template 020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BS PPT template 020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BS PPT template 020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BS PPT template 020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BS PPT template 0207 8">
        <a:dk1>
          <a:srgbClr val="000000"/>
        </a:dk1>
        <a:lt1>
          <a:srgbClr val="FFFFFF"/>
        </a:lt1>
        <a:dk2>
          <a:srgbClr val="000000"/>
        </a:dk2>
        <a:lt2>
          <a:srgbClr val="B2B2B2"/>
        </a:lt2>
        <a:accent1>
          <a:srgbClr val="BE050A"/>
        </a:accent1>
        <a:accent2>
          <a:srgbClr val="FAD0A9"/>
        </a:accent2>
        <a:accent3>
          <a:srgbClr val="FFFFFF"/>
        </a:accent3>
        <a:accent4>
          <a:srgbClr val="000000"/>
        </a:accent4>
        <a:accent5>
          <a:srgbClr val="DBAAAA"/>
        </a:accent5>
        <a:accent6>
          <a:srgbClr val="E3BC99"/>
        </a:accent6>
        <a:hlink>
          <a:srgbClr val="E59B9D"/>
        </a:hlink>
        <a:folHlink>
          <a:srgbClr val="99CCF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eme1">
  <a:themeElements>
    <a:clrScheme name="Custom 3">
      <a:dk1>
        <a:srgbClr val="000000"/>
      </a:dk1>
      <a:lt1>
        <a:srgbClr val="FFFFFF"/>
      </a:lt1>
      <a:dk2>
        <a:srgbClr val="000000"/>
      </a:dk2>
      <a:lt2>
        <a:srgbClr val="969696"/>
      </a:lt2>
      <a:accent1>
        <a:srgbClr val="BE050A"/>
      </a:accent1>
      <a:accent2>
        <a:srgbClr val="FAD0A9"/>
      </a:accent2>
      <a:accent3>
        <a:srgbClr val="FFFFFF"/>
      </a:accent3>
      <a:accent4>
        <a:srgbClr val="000000"/>
      </a:accent4>
      <a:accent5>
        <a:srgbClr val="DBAAAA"/>
      </a:accent5>
      <a:accent6>
        <a:srgbClr val="E3BC99"/>
      </a:accent6>
      <a:hlink>
        <a:srgbClr val="E59B9D"/>
      </a:hlink>
      <a:folHlink>
        <a:srgbClr val="B2B2B2"/>
      </a:folHlink>
    </a:clrScheme>
    <a:fontScheme name="DBS PPT template 0207">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ln>
          <a:round/>
          <a:headEnd/>
          <a:tailEnd/>
        </a:ln>
      </a:spPr>
      <a:bodyPr lIns="45720" tIns="0" rIns="45720" anchor="ctr"/>
      <a:lstStyle>
        <a:defPPr marL="231775" indent="-112713">
          <a:spcAft>
            <a:spcPts val="600"/>
          </a:spcAft>
          <a:buClr>
            <a:schemeClr val="accent1"/>
          </a:buClr>
          <a:buSzPct val="80000"/>
          <a:buFont typeface="Wingdings" pitchFamily="2" charset="2"/>
          <a:buChar char="§"/>
          <a:defRPr sz="1000" b="1" u="none" dirty="0" smtClean="0"/>
        </a:defPPr>
      </a:lstStyle>
      <a:style>
        <a:lnRef idx="2">
          <a:schemeClr val="accent1"/>
        </a:lnRef>
        <a:fillRef idx="1">
          <a:schemeClr val="lt1"/>
        </a:fillRef>
        <a:effectRef idx="0">
          <a:schemeClr val="accent1"/>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200" b="1" i="0" u="none" strike="noStrike" cap="none" normalizeH="0" baseline="0" smtClean="0">
            <a:ln>
              <a:noFill/>
            </a:ln>
            <a:solidFill>
              <a:schemeClr val="tx1"/>
            </a:solidFill>
            <a:effectLst/>
            <a:latin typeface="Calibri" pitchFamily="34" charset="0"/>
          </a:defRPr>
        </a:defPPr>
      </a:lstStyle>
    </a:lnDef>
    <a:txDef>
      <a:spPr/>
      <a:bodyPr wrap="none" rtlCol="0">
        <a:spAutoFit/>
      </a:bodyPr>
      <a:lstStyle>
        <a:defPPr>
          <a:defRPr sz="1100" b="1" dirty="0" smtClean="0"/>
        </a:defPPr>
      </a:lstStyle>
      <a:style>
        <a:lnRef idx="1">
          <a:schemeClr val="accent1"/>
        </a:lnRef>
        <a:fillRef idx="3">
          <a:schemeClr val="accent1"/>
        </a:fillRef>
        <a:effectRef idx="2">
          <a:schemeClr val="accent1"/>
        </a:effectRef>
        <a:fontRef idx="minor">
          <a:schemeClr val="lt1"/>
        </a:fontRef>
      </a:style>
    </a:txDef>
  </a:objectDefaults>
  <a:extraClrSchemeLst>
    <a:extraClrScheme>
      <a:clrScheme name="DBS PPT template 020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BS PPT template 020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BS PPT template 020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BS PPT template 020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BS PPT template 020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BS PPT template 020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BS PPT template 020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Theme1">
  <a:themeElements>
    <a:clrScheme name="Custom 3">
      <a:dk1>
        <a:srgbClr val="000000"/>
      </a:dk1>
      <a:lt1>
        <a:srgbClr val="FFFFFF"/>
      </a:lt1>
      <a:dk2>
        <a:srgbClr val="000000"/>
      </a:dk2>
      <a:lt2>
        <a:srgbClr val="969696"/>
      </a:lt2>
      <a:accent1>
        <a:srgbClr val="BE050A"/>
      </a:accent1>
      <a:accent2>
        <a:srgbClr val="FAD0A9"/>
      </a:accent2>
      <a:accent3>
        <a:srgbClr val="FFFFFF"/>
      </a:accent3>
      <a:accent4>
        <a:srgbClr val="000000"/>
      </a:accent4>
      <a:accent5>
        <a:srgbClr val="DBAAAA"/>
      </a:accent5>
      <a:accent6>
        <a:srgbClr val="E3BC99"/>
      </a:accent6>
      <a:hlink>
        <a:srgbClr val="E59B9D"/>
      </a:hlink>
      <a:folHlink>
        <a:srgbClr val="B2B2B2"/>
      </a:folHlink>
    </a:clrScheme>
    <a:fontScheme name="DBS PPT template 0207">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ln>
          <a:round/>
          <a:headEnd/>
          <a:tailEnd/>
        </a:ln>
      </a:spPr>
      <a:bodyPr lIns="45720" tIns="0" rIns="45720" anchor="ctr"/>
      <a:lstStyle>
        <a:defPPr marL="231775" indent="-112713">
          <a:spcAft>
            <a:spcPts val="600"/>
          </a:spcAft>
          <a:buClr>
            <a:schemeClr val="accent1"/>
          </a:buClr>
          <a:buSzPct val="80000"/>
          <a:buFont typeface="Wingdings" pitchFamily="2" charset="2"/>
          <a:buChar char="§"/>
          <a:defRPr sz="1000" b="1" u="none" dirty="0" smtClean="0"/>
        </a:defPPr>
      </a:lstStyle>
      <a:style>
        <a:lnRef idx="2">
          <a:schemeClr val="accent1"/>
        </a:lnRef>
        <a:fillRef idx="1">
          <a:schemeClr val="lt1"/>
        </a:fillRef>
        <a:effectRef idx="0">
          <a:schemeClr val="accent1"/>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200" b="1" i="0" u="none" strike="noStrike" cap="none" normalizeH="0" baseline="0" smtClean="0">
            <a:ln>
              <a:noFill/>
            </a:ln>
            <a:solidFill>
              <a:schemeClr val="tx1"/>
            </a:solidFill>
            <a:effectLst/>
            <a:latin typeface="Calibri" pitchFamily="34" charset="0"/>
          </a:defRPr>
        </a:defPPr>
      </a:lstStyle>
    </a:lnDef>
    <a:txDef>
      <a:spPr/>
      <a:bodyPr wrap="none" rtlCol="0">
        <a:spAutoFit/>
      </a:bodyPr>
      <a:lstStyle>
        <a:defPPr>
          <a:defRPr sz="1100" b="1" dirty="0" smtClean="0"/>
        </a:defPPr>
      </a:lstStyle>
      <a:style>
        <a:lnRef idx="1">
          <a:schemeClr val="accent1"/>
        </a:lnRef>
        <a:fillRef idx="3">
          <a:schemeClr val="accent1"/>
        </a:fillRef>
        <a:effectRef idx="2">
          <a:schemeClr val="accent1"/>
        </a:effectRef>
        <a:fontRef idx="minor">
          <a:schemeClr val="lt1"/>
        </a:fontRef>
      </a:style>
    </a:txDef>
  </a:objectDefaults>
  <a:extraClrSchemeLst>
    <a:extraClrScheme>
      <a:clrScheme name="DBS PPT template 020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BS PPT template 020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BS PPT template 020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BS PPT template 020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BS PPT template 020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BS PPT template 020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BS PPT template 020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Theme1">
  <a:themeElements>
    <a:clrScheme name="Custom 3">
      <a:dk1>
        <a:srgbClr val="000000"/>
      </a:dk1>
      <a:lt1>
        <a:srgbClr val="FFFFFF"/>
      </a:lt1>
      <a:dk2>
        <a:srgbClr val="000000"/>
      </a:dk2>
      <a:lt2>
        <a:srgbClr val="969696"/>
      </a:lt2>
      <a:accent1>
        <a:srgbClr val="BE050A"/>
      </a:accent1>
      <a:accent2>
        <a:srgbClr val="FAD0A9"/>
      </a:accent2>
      <a:accent3>
        <a:srgbClr val="FFFFFF"/>
      </a:accent3>
      <a:accent4>
        <a:srgbClr val="000000"/>
      </a:accent4>
      <a:accent5>
        <a:srgbClr val="DBAAAA"/>
      </a:accent5>
      <a:accent6>
        <a:srgbClr val="E3BC99"/>
      </a:accent6>
      <a:hlink>
        <a:srgbClr val="E59B9D"/>
      </a:hlink>
      <a:folHlink>
        <a:srgbClr val="B2B2B2"/>
      </a:folHlink>
    </a:clrScheme>
    <a:fontScheme name="DBS PPT template 0207">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ln>
          <a:round/>
          <a:headEnd/>
          <a:tailEnd/>
        </a:ln>
      </a:spPr>
      <a:bodyPr lIns="45720" tIns="0" rIns="45720" anchor="ctr"/>
      <a:lstStyle>
        <a:defPPr marL="231775" indent="-112713">
          <a:spcAft>
            <a:spcPts val="600"/>
          </a:spcAft>
          <a:buClr>
            <a:schemeClr val="accent1"/>
          </a:buClr>
          <a:buSzPct val="80000"/>
          <a:buFont typeface="Wingdings" pitchFamily="2" charset="2"/>
          <a:buChar char="§"/>
          <a:defRPr sz="1000" b="1" u="none" dirty="0" smtClean="0"/>
        </a:defPPr>
      </a:lstStyle>
      <a:style>
        <a:lnRef idx="2">
          <a:schemeClr val="accent1"/>
        </a:lnRef>
        <a:fillRef idx="1">
          <a:schemeClr val="lt1"/>
        </a:fillRef>
        <a:effectRef idx="0">
          <a:schemeClr val="accent1"/>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200" b="1" i="0" u="none" strike="noStrike" cap="none" normalizeH="0" baseline="0" smtClean="0">
            <a:ln>
              <a:noFill/>
            </a:ln>
            <a:solidFill>
              <a:schemeClr val="tx1"/>
            </a:solidFill>
            <a:effectLst/>
            <a:latin typeface="Calibri" pitchFamily="34" charset="0"/>
          </a:defRPr>
        </a:defPPr>
      </a:lstStyle>
    </a:lnDef>
    <a:txDef>
      <a:spPr/>
      <a:bodyPr wrap="none" rtlCol="0">
        <a:spAutoFit/>
      </a:bodyPr>
      <a:lstStyle>
        <a:defPPr>
          <a:defRPr sz="1100" b="1" dirty="0" smtClean="0"/>
        </a:defPPr>
      </a:lstStyle>
      <a:style>
        <a:lnRef idx="1">
          <a:schemeClr val="accent1"/>
        </a:lnRef>
        <a:fillRef idx="3">
          <a:schemeClr val="accent1"/>
        </a:fillRef>
        <a:effectRef idx="2">
          <a:schemeClr val="accent1"/>
        </a:effectRef>
        <a:fontRef idx="minor">
          <a:schemeClr val="lt1"/>
        </a:fontRef>
      </a:style>
    </a:txDef>
  </a:objectDefaults>
  <a:extraClrSchemeLst>
    <a:extraClrScheme>
      <a:clrScheme name="DBS PPT template 020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BS PPT template 020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BS PPT template 020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BS PPT template 020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BS PPT template 020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BS PPT template 020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BS PPT template 020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3_Theme1">
  <a:themeElements>
    <a:clrScheme name="Custom 3">
      <a:dk1>
        <a:srgbClr val="000000"/>
      </a:dk1>
      <a:lt1>
        <a:srgbClr val="FFFFFF"/>
      </a:lt1>
      <a:dk2>
        <a:srgbClr val="000000"/>
      </a:dk2>
      <a:lt2>
        <a:srgbClr val="969696"/>
      </a:lt2>
      <a:accent1>
        <a:srgbClr val="BE050A"/>
      </a:accent1>
      <a:accent2>
        <a:srgbClr val="FAD0A9"/>
      </a:accent2>
      <a:accent3>
        <a:srgbClr val="FFFFFF"/>
      </a:accent3>
      <a:accent4>
        <a:srgbClr val="000000"/>
      </a:accent4>
      <a:accent5>
        <a:srgbClr val="DBAAAA"/>
      </a:accent5>
      <a:accent6>
        <a:srgbClr val="E3BC99"/>
      </a:accent6>
      <a:hlink>
        <a:srgbClr val="E59B9D"/>
      </a:hlink>
      <a:folHlink>
        <a:srgbClr val="B2B2B2"/>
      </a:folHlink>
    </a:clrScheme>
    <a:fontScheme name="DBS PPT template 0207">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ln>
          <a:round/>
          <a:headEnd/>
          <a:tailEnd/>
        </a:ln>
      </a:spPr>
      <a:bodyPr lIns="45720" tIns="0" rIns="45720" anchor="ctr"/>
      <a:lstStyle>
        <a:defPPr marL="231775" indent="-112713">
          <a:spcAft>
            <a:spcPts val="600"/>
          </a:spcAft>
          <a:buClr>
            <a:schemeClr val="accent1"/>
          </a:buClr>
          <a:buSzPct val="80000"/>
          <a:buFont typeface="Wingdings" pitchFamily="2" charset="2"/>
          <a:buChar char="§"/>
          <a:defRPr sz="1000" b="1" u="none" dirty="0" smtClean="0"/>
        </a:defPPr>
      </a:lstStyle>
      <a:style>
        <a:lnRef idx="2">
          <a:schemeClr val="accent1"/>
        </a:lnRef>
        <a:fillRef idx="1">
          <a:schemeClr val="lt1"/>
        </a:fillRef>
        <a:effectRef idx="0">
          <a:schemeClr val="accent1"/>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200" b="1" i="0" u="none" strike="noStrike" cap="none" normalizeH="0" baseline="0" smtClean="0">
            <a:ln>
              <a:noFill/>
            </a:ln>
            <a:solidFill>
              <a:schemeClr val="tx1"/>
            </a:solidFill>
            <a:effectLst/>
            <a:latin typeface="Calibri" pitchFamily="34" charset="0"/>
          </a:defRPr>
        </a:defPPr>
      </a:lstStyle>
    </a:lnDef>
    <a:txDef>
      <a:spPr/>
      <a:bodyPr wrap="none" rtlCol="0">
        <a:spAutoFit/>
      </a:bodyPr>
      <a:lstStyle>
        <a:defPPr>
          <a:defRPr sz="1100" b="1" dirty="0" smtClean="0"/>
        </a:defPPr>
      </a:lstStyle>
      <a:style>
        <a:lnRef idx="1">
          <a:schemeClr val="accent1"/>
        </a:lnRef>
        <a:fillRef idx="3">
          <a:schemeClr val="accent1"/>
        </a:fillRef>
        <a:effectRef idx="2">
          <a:schemeClr val="accent1"/>
        </a:effectRef>
        <a:fontRef idx="minor">
          <a:schemeClr val="lt1"/>
        </a:fontRef>
      </a:style>
    </a:txDef>
  </a:objectDefaults>
  <a:extraClrSchemeLst>
    <a:extraClrScheme>
      <a:clrScheme name="DBS PPT template 020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BS PPT template 020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BS PPT template 020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BS PPT template 020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BS PPT template 020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BS PPT template 020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BS PPT template 020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4_Theme1">
  <a:themeElements>
    <a:clrScheme name="Custom 3">
      <a:dk1>
        <a:srgbClr val="000000"/>
      </a:dk1>
      <a:lt1>
        <a:srgbClr val="FFFFFF"/>
      </a:lt1>
      <a:dk2>
        <a:srgbClr val="000000"/>
      </a:dk2>
      <a:lt2>
        <a:srgbClr val="969696"/>
      </a:lt2>
      <a:accent1>
        <a:srgbClr val="BE050A"/>
      </a:accent1>
      <a:accent2>
        <a:srgbClr val="FAD0A9"/>
      </a:accent2>
      <a:accent3>
        <a:srgbClr val="FFFFFF"/>
      </a:accent3>
      <a:accent4>
        <a:srgbClr val="000000"/>
      </a:accent4>
      <a:accent5>
        <a:srgbClr val="DBAAAA"/>
      </a:accent5>
      <a:accent6>
        <a:srgbClr val="E3BC99"/>
      </a:accent6>
      <a:hlink>
        <a:srgbClr val="E59B9D"/>
      </a:hlink>
      <a:folHlink>
        <a:srgbClr val="B2B2B2"/>
      </a:folHlink>
    </a:clrScheme>
    <a:fontScheme name="DBS PPT template 0207">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ln>
          <a:round/>
          <a:headEnd/>
          <a:tailEnd/>
        </a:ln>
      </a:spPr>
      <a:bodyPr lIns="45720" tIns="0" rIns="45720" anchor="ctr"/>
      <a:lstStyle>
        <a:defPPr marL="231775" indent="-112713">
          <a:spcAft>
            <a:spcPts val="600"/>
          </a:spcAft>
          <a:buClr>
            <a:schemeClr val="accent1"/>
          </a:buClr>
          <a:buSzPct val="80000"/>
          <a:buFont typeface="Wingdings" pitchFamily="2" charset="2"/>
          <a:buChar char="§"/>
          <a:defRPr sz="1000" b="1" u="none" dirty="0" smtClean="0"/>
        </a:defPPr>
      </a:lstStyle>
      <a:style>
        <a:lnRef idx="2">
          <a:schemeClr val="accent1"/>
        </a:lnRef>
        <a:fillRef idx="1">
          <a:schemeClr val="lt1"/>
        </a:fillRef>
        <a:effectRef idx="0">
          <a:schemeClr val="accent1"/>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200" b="1" i="0" u="none" strike="noStrike" cap="none" normalizeH="0" baseline="0" smtClean="0">
            <a:ln>
              <a:noFill/>
            </a:ln>
            <a:solidFill>
              <a:schemeClr val="tx1"/>
            </a:solidFill>
            <a:effectLst/>
            <a:latin typeface="Calibri" pitchFamily="34" charset="0"/>
          </a:defRPr>
        </a:defPPr>
      </a:lstStyle>
    </a:lnDef>
    <a:txDef>
      <a:spPr/>
      <a:bodyPr wrap="none" rtlCol="0">
        <a:spAutoFit/>
      </a:bodyPr>
      <a:lstStyle>
        <a:defPPr>
          <a:defRPr sz="1100" b="1" dirty="0" smtClean="0"/>
        </a:defPPr>
      </a:lstStyle>
      <a:style>
        <a:lnRef idx="1">
          <a:schemeClr val="accent1"/>
        </a:lnRef>
        <a:fillRef idx="3">
          <a:schemeClr val="accent1"/>
        </a:fillRef>
        <a:effectRef idx="2">
          <a:schemeClr val="accent1"/>
        </a:effectRef>
        <a:fontRef idx="minor">
          <a:schemeClr val="lt1"/>
        </a:fontRef>
      </a:style>
    </a:txDef>
  </a:objectDefaults>
  <a:extraClrSchemeLst>
    <a:extraClrScheme>
      <a:clrScheme name="DBS PPT template 020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BS PPT template 020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BS PPT template 020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BS PPT template 020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BS PPT template 020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BS PPT template 020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BS PPT template 020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Shapes>
  <Chart name="Content Placeholder 4" index="1" chartId="0a9d3116-38d1-4a2b-bf32-6733a1ff1f55">
    <ChartParams IsLinked="false">
      <LinkType>Chart</LinkType>
      <ChartWorksheetName>22</ChartWorksheetName>
      <WorkbookPath>C:\KS\Documentum\Checkout\14dHK0052_client pitchbook_chi.xlsx</WorkbookPath>
      <WorkbookName>14dHK0052_client pitchbook_chi.xlsx</WorkbookName>
      <WorksheetName>22</WorksheetName>
      <WorksheetRange>$C$29:$D$34</WorksheetRange>
    </ChartParams>
  </Chart>
</Shapes>
</file>

<file path=customXml/item3.xml><?xml version="1.0" encoding="utf-8"?>
<ct:contentTypeSchema xmlns:ct="http://schemas.microsoft.com/office/2006/metadata/contentType" xmlns:ma="http://schemas.microsoft.com/office/2006/metadata/properties/metaAttributes" ct:_="" ma:_="" ma:contentTypeName="Document" ma:contentTypeID="0x010100CEDB56714D579F478C19C5F19612549C" ma:contentTypeVersion="21" ma:contentTypeDescription="Create a new document." ma:contentTypeScope="" ma:versionID="86d2ba380aabeb27492c8cc9a41fabb3">
  <xsd:schema xmlns:xsd="http://www.w3.org/2001/XMLSchema" xmlns:xs="http://www.w3.org/2001/XMLSchema" xmlns:p="http://schemas.microsoft.com/office/2006/metadata/properties" xmlns:ns2="92b0d9ab-8f7a-473a-8291-8838e1c085e9" xmlns:ns3="d9ece9de-2e42-4e84-b2e6-f70b1482ff80" targetNamespace="http://schemas.microsoft.com/office/2006/metadata/properties" ma:root="true" ma:fieldsID="c372d25c8e4dc558f245ee2ba7772a49" ns2:_="" ns3:_="">
    <xsd:import namespace="92b0d9ab-8f7a-473a-8291-8838e1c085e9"/>
    <xsd:import namespace="d9ece9de-2e42-4e84-b2e6-f70b1482ff8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3:SharedWithUsers" minOccurs="0"/>
                <xsd:element ref="ns3:SharedWithDetails" minOccurs="0"/>
                <xsd:element ref="ns2:MediaServiceGenerationTime" minOccurs="0"/>
                <xsd:element ref="ns2:MediaServiceEventHashCode" minOccurs="0"/>
                <xsd:element ref="ns2:MediaServiceDateTaken"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b0d9ab-8f7a-473a-8291-8838e1c085e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c5afc53d-a465-4c37-9d87-7482417fd67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9ece9de-2e42-4e84-b2e6-f70b1482ff8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154a85d1-65e9-4cd2-8582-19aaa32d319c}" ma:internalName="TaxCatchAll" ma:showField="CatchAllData" ma:web="d9ece9de-2e42-4e84-b2e6-f70b1482ff8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TaxCatchAll xmlns="d9ece9de-2e42-4e84-b2e6-f70b1482ff80" xsi:nil="true"/>
    <lcf76f155ced4ddcb4097134ff3c332f xmlns="92b0d9ab-8f7a-473a-8291-8838e1c085e9">
      <Terms xmlns="http://schemas.microsoft.com/office/infopath/2007/PartnerControls"/>
    </lcf76f155ced4ddcb4097134ff3c332f>
  </documentManagement>
</p:properties>
</file>

<file path=customXml/item5.xml><?xml version="1.0" encoding="utf-8"?>
<Shapes>
  <Chart name="Content Placeholder 4" index="1" chartId="0a9d3116-38d1-4a2b-bf32-6733a1ff1f55">
    <ChartParams IsLinked="false">
      <LinkType>Chart</LinkType>
      <ChartWorksheetName>22</ChartWorksheetName>
      <WorkbookPath>C:\KS\Documentum\Checkout\14dHK0052_client pitchbook_chi.xlsx</WorkbookPath>
      <WorkbookName>14dHK0052_client pitchbook_chi.xlsx</WorkbookName>
      <WorksheetName>22</WorksheetName>
      <WorksheetRange>$C$29:$D$34</WorksheetRange>
    </ChartParams>
  </Chart>
</Shapes>
</file>

<file path=customXml/itemProps1.xml><?xml version="1.0" encoding="utf-8"?>
<ds:datastoreItem xmlns:ds="http://schemas.openxmlformats.org/officeDocument/2006/customXml" ds:itemID="{980F6ABA-7BFE-4B23-86E7-EF8C2992E00B}">
  <ds:schemaRefs>
    <ds:schemaRef ds:uri="http://schemas.microsoft.com/sharepoint/v3/contenttype/forms"/>
  </ds:schemaRefs>
</ds:datastoreItem>
</file>

<file path=customXml/itemProps2.xml><?xml version="1.0" encoding="utf-8"?>
<ds:datastoreItem xmlns:ds="http://schemas.openxmlformats.org/officeDocument/2006/customXml" ds:itemID="{BF863F2F-BC0B-4F7E-8A48-067E838AB43C}">
  <ds:schemaRefs/>
</ds:datastoreItem>
</file>

<file path=customXml/itemProps3.xml><?xml version="1.0" encoding="utf-8"?>
<ds:datastoreItem xmlns:ds="http://schemas.openxmlformats.org/officeDocument/2006/customXml" ds:itemID="{54744DE3-95A7-46AC-869C-4EF73BFBFCF5}">
  <ds:schemaRefs>
    <ds:schemaRef ds:uri="92b0d9ab-8f7a-473a-8291-8838e1c085e9"/>
    <ds:schemaRef ds:uri="d9ece9de-2e42-4e84-b2e6-f70b1482ff8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4.xml><?xml version="1.0" encoding="utf-8"?>
<ds:datastoreItem xmlns:ds="http://schemas.openxmlformats.org/officeDocument/2006/customXml" ds:itemID="{6704760A-CA4C-4628-8798-49CE73EB0BA8}">
  <ds:schemaRefs>
    <ds:schemaRef ds:uri="http://schemas.microsoft.com/office/2006/metadata/properties"/>
    <ds:schemaRef ds:uri="http://purl.org/dc/elements/1.1/"/>
    <ds:schemaRef ds:uri="http://purl.org/dc/dcmitype/"/>
    <ds:schemaRef ds:uri="92b0d9ab-8f7a-473a-8291-8838e1c085e9"/>
    <ds:schemaRef ds:uri="http://schemas.microsoft.com/office/2006/documentManagement/types"/>
    <ds:schemaRef ds:uri="http://www.w3.org/XML/1998/namespace"/>
    <ds:schemaRef ds:uri="http://purl.org/dc/terms/"/>
    <ds:schemaRef ds:uri="http://schemas.microsoft.com/office/infopath/2007/PartnerControls"/>
    <ds:schemaRef ds:uri="http://schemas.openxmlformats.org/package/2006/metadata/core-properties"/>
    <ds:schemaRef ds:uri="d9ece9de-2e42-4e84-b2e6-f70b1482ff80"/>
  </ds:schemaRefs>
</ds:datastoreItem>
</file>

<file path=customXml/itemProps5.xml><?xml version="1.0" encoding="utf-8"?>
<ds:datastoreItem xmlns:ds="http://schemas.openxmlformats.org/officeDocument/2006/customXml" ds:itemID="{147B5A07-4920-4099-B664-D017CC21BA5B}">
  <ds:schemaRefs/>
</ds:datastoreItem>
</file>

<file path=docProps/app.xml><?xml version="1.0" encoding="utf-8"?>
<Properties xmlns="http://schemas.openxmlformats.org/officeDocument/2006/extended-properties" xmlns:vt="http://schemas.openxmlformats.org/officeDocument/2006/docPropsVTypes">
  <Template/>
  <TotalTime>922</TotalTime>
  <Words>9125</Words>
  <Application>Microsoft Office PowerPoint</Application>
  <PresentationFormat>On-screen Show (4:3)</PresentationFormat>
  <Paragraphs>2981</Paragraphs>
  <Slides>29</Slides>
  <Notes>1</Notes>
  <HiddenSlides>0</HiddenSlides>
  <MMClips>0</MMClips>
  <ScaleCrop>false</ScaleCrop>
  <HeadingPairs>
    <vt:vector size="6" baseType="variant">
      <vt:variant>
        <vt:lpstr>Fonts Used</vt:lpstr>
      </vt:variant>
      <vt:variant>
        <vt:i4>10</vt:i4>
      </vt:variant>
      <vt:variant>
        <vt:lpstr>Theme</vt:lpstr>
      </vt:variant>
      <vt:variant>
        <vt:i4>6</vt:i4>
      </vt:variant>
      <vt:variant>
        <vt:lpstr>Slide Titles</vt:lpstr>
      </vt:variant>
      <vt:variant>
        <vt:i4>29</vt:i4>
      </vt:variant>
    </vt:vector>
  </HeadingPairs>
  <TitlesOfParts>
    <vt:vector size="45" baseType="lpstr">
      <vt:lpstr>KaiTi</vt:lpstr>
      <vt:lpstr>KaiTi</vt:lpstr>
      <vt:lpstr>新細明體</vt:lpstr>
      <vt:lpstr>新細明體</vt:lpstr>
      <vt:lpstr>Arial</vt:lpstr>
      <vt:lpstr>Calibri</vt:lpstr>
      <vt:lpstr>Symbol</vt:lpstr>
      <vt:lpstr>Times</vt:lpstr>
      <vt:lpstr>Wingdings</vt:lpstr>
      <vt:lpstr>Wingdings 2</vt:lpstr>
      <vt:lpstr>DBS PPT template 0207</vt:lpstr>
      <vt:lpstr>Theme1</vt:lpstr>
      <vt:lpstr>1_Theme1</vt:lpstr>
      <vt:lpstr>2_Theme1</vt:lpstr>
      <vt:lpstr>3_Theme1</vt:lpstr>
      <vt:lpstr>4_Theme1</vt:lpstr>
      <vt:lpstr>A項目 啟動會議討論材料</vt:lpstr>
      <vt:lpstr>目錄</vt:lpstr>
      <vt:lpstr>PowerPoint Presentation</vt:lpstr>
      <vt:lpstr>1.1 會議議程</vt:lpstr>
      <vt:lpstr>1.2 交易概況</vt:lpstr>
      <vt:lpstr>1.3 主要工作團隊</vt:lpstr>
      <vt:lpstr>PowerPoint Presentation</vt:lpstr>
      <vt:lpstr>香港首次公開發行準備工作</vt:lpstr>
      <vt:lpstr>PowerPoint Presentation</vt:lpstr>
      <vt:lpstr>項目管理及協調機制</vt:lpstr>
      <vt:lpstr>PowerPoint Presentation</vt:lpstr>
      <vt:lpstr>4.1 關鍵節點上市時間表</vt:lpstr>
      <vt:lpstr>4.2 詳細時間表</vt:lpstr>
      <vt:lpstr>4.2 詳細時間表(續)</vt:lpstr>
      <vt:lpstr>4.2 詳細時間表(續)</vt:lpstr>
      <vt:lpstr>4.2 詳細時間表(續)</vt:lpstr>
      <vt:lpstr>4.2 詳細時間表(續)</vt:lpstr>
      <vt:lpstr>4.2 詳細時間表(續)</vt:lpstr>
      <vt:lpstr>4.2 詳細時間表(續)</vt:lpstr>
      <vt:lpstr>4.2 詳細時間表(續)</vt:lpstr>
      <vt:lpstr>4.2 詳細時間表(續)</vt:lpstr>
      <vt:lpstr>4.2 詳細時間表(續)</vt:lpstr>
      <vt:lpstr>PowerPoint Presentation</vt:lpstr>
      <vt:lpstr>5.1 關鍵執行考慮因素</vt:lpstr>
      <vt:lpstr>5.1 關鍵執行考慮因素(續)</vt:lpstr>
      <vt:lpstr>5.1 關鍵執行考慮因素(續)</vt:lpstr>
      <vt:lpstr>5.1 關鍵執行考慮因素(續)</vt:lpstr>
      <vt:lpstr>5.2 下一步計劃</vt:lpstr>
      <vt:lpstr>重要提示</vt:lpstr>
    </vt:vector>
  </TitlesOfParts>
  <Company>DBS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DBS討論材料</dc:title>
  <dc:creator>DBS</dc:creator>
  <cp:lastModifiedBy>Author</cp:lastModifiedBy>
  <cp:revision>1</cp:revision>
  <cp:lastPrinted>2025-07-16T14:34:03Z</cp:lastPrinted>
  <dcterms:created xsi:type="dcterms:W3CDTF">2006-02-08T03:18:08Z</dcterms:created>
  <dcterms:modified xsi:type="dcterms:W3CDTF">2025-07-17T10:37:03Z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0x010100CEDB56714D579F478C19C5F19612549C</vt:lpwstr>
  </property>
  <property fmtid="{D5CDD505-2E9C-101B-9397-08002B2CF9AE}" pid="3" name="MediaServiceImageTags">
    <vt:lpwstr/>
  </property>
</Properties>
</file>